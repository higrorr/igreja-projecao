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demais, irmãos, rogae por nós, para que a palavra do Senhor tenha livre curso e seja glorificada, como tambem entre vós;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sejamos livres de homens dissolutos e maus, porque a fé não é de todos.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fiel é o Senhor, que vos confortará, e guardará do maligno.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confiamos de vós no Senhor que tambem fazeis e fareis o que vos mandamos.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Senhor encaminhe os vossos corações na caridade de Deus, e na paciencia de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Mandamo-vos, porém, irmãos, em nome de nosso Senhor Jesus Christo, que vos aparteis de todo o irmão que andar desordenadamente, e não segundo a tradição que de nós recebeu.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 mesmos sabeis como convém imitar-nos, pois que não nos houvemos desordenadamente entre vós: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de graça comemos o pão de nenhum, mas com trabalho e fadiga, trabalhando noite e dia, para não sermos pesados a nenhum de vós.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porque não tivessemos auctoridade, mas para vos dar em nós mesmo exemplo, para nos imitardes.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ainda estavamos comvosco, vos mandámos isto, que, se alguem não quizer trabalhar, não coma tambem.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ouvimos que alguns entre vós andam desordenadamente, não trabalhando, antes fazendo coisas vãs.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taes, porém, mandamos, e admoestamos por nosso Senhor Jesus Christo, que, trabalhando com socego, comam o seu proprio pão.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vós, irmãos, não vos canceis de fazer bem.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alguem não obedecer á nossa palavra escripta n'esta carta, notae o tal, e não vos mistureis com elle, para que se envergonhe.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não o tenhaes como inimigo, mas admoestae-o como irmão.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mesmo Senhor da paz vos dê sempre paz em toda a maneira. O Senhor seja com todos vós.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Saudação da minha propria mão, de mim, Paulo, que é o signal em todas as epistolas: assim escrevo.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 com todos vós.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