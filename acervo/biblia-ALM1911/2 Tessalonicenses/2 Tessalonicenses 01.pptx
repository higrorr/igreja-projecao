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e Silvano, e Timotheo, á egreja dos thessalonicenses, em Deus nosso Pae e no Senhor Jesus Christo: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e paz de Deus nosso Pae, e do Senhor Jesus Christo.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devemos, irmãos, dar graças a Deus por vós, como é de razão, porquanto a vossa fé cresce muitissimo e a caridade de cada um de vós abunda de uns para com os outros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nós mesmos nos gloriamos de vós nas egrejas de Deus por causa da vossa paciencia e fé, e em todas as vossas perseguições e afflicções que supportaes;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Prova clara do justo juizo de Deus, para que sejaes havidos por dignos do reino de Deus, pelo qual tambem padeceis;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 justo diante de Deus que dê em paga tribulação aos que vos atribulam,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vós, que sois atribulados, descanço comnosco, quando se manifestar o Senhor Jesus desde o céu com os anjos do seu poder: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labareda de fogo, tomando vingança dos que não conhecem a Deus e dos que não obedecem ao evangelho de nosso Senhor Jesus Christo: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por castigo, padecerão eterna perdição, ante a face do Senhor e a gloria do seu poder,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vier para ser glorificado nos seus sanctos, e a fazer-se admiravel n'aquelle dia em todos os que crêem (porquanto o nosso testemunho foi crido entre vós).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rogamos sempre por vós, para que o nosso Deus vos faça dignos da sua vocação, e cumpra todo o desejo da sua bondade, e a obra da fé com poder;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nome de nosso Senhor Jesus Christo seja em vós glorificado, e vós n'elle, segundo a graça de nosso Deus e do Senhor Jesus Christo.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