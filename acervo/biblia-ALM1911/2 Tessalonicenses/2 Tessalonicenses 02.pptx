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irmãos, rogamo-vos, pela vinda de nosso Senhor Jesus Christo, e pela nossa reunião com elle,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vos movaes facilmente do vosso entendimento, e não vos perturbeis, nem por espirito, nem por palavra, nem por epistola, como escripta por nós, como se o dia de Christo estivesse já perto.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de maneira alguma vos engane; porque aquelle dia não virá sem que antes venha a apostasia, e se manifeste o homem do peccado, o filho da perdição;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oppõe, e se levanta sobre tudo o que se chama Deus, ou se adora; assim que se assentará, como Deus, no templo de Deus, querendo parecer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lembraes de que estas coisas vos dizia quando ainda estava comvosco?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vós sabeis o que o detem, para que a seu proprio tempo seja manifestado.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o mysterio da injustiça opera: sómente ha um que agora resiste até que do meio seja tirado;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então será manifestado o iniquo, o qual o Senhor desfará pelo espirito da sua bocca, e aniquilará pelo esplendor da sua vinda: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cuja vinda é segundo a efficacia de Satanaz, com todo o poder, e signaes e prodigios de mentira,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todo o engano da injustiça para os que perecem, porquanto não receberam o amor da verdade para se salvarem.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portanto Deus lhes enviará a operação do erro, para que creiam a mentira;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sejam condemnados todos os que não crêram a verdade, antes tiveram prazer na iniquidade.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devemos sempre dar graças a Deus por vós, irmãos amados do Senhor, por vos ter Deus elegido desde o principio para a salvação, em sanctificação do Espirito, e fé da verdade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que pelo nosso evangelho vos chamou, para alcançardes a gloria de nosso Senhor Jesus Christo.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irmãos, estae firmes e retende as tradições que vos foram ensinadas, seja por palavra, seja por epistola nossa.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nosso Senhor Jesus Christo mesmo, o nosso Deus e Pae, que nos amou, e em graça nos deu uma eterna consolação, e boa esperança,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Tessalonicenses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Console os vossos corações, e vos conforte em toda a boa palavra e obra.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