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Thiago, servo de Deus, e do Senhor Jesus Christo, ás doze tribus que andam dispersas, saude.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Meus irmãos, tende grande gozo quando cairdes em varias tentações: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 a prova da vossa fé obra a paciencia: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Tenha, porém, a paciencia a obra perfeita, para que sejaes perfeitos e completos, sem faltar em coisa alguma.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algum de vós tem falta de sabedoria, peça-a a Deus, que a todos dá liberalmente, e o não lança em rosto, e ser-lhe-ha dada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peça-a com fé, não duvidando; porque o que duvida é similhante á onda do mar, que é levada pelo vento, e lançada de uma para outra parte.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pense o tal homem que receberá do Senhor alguma coisa.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de coração dobre é inconstante em todos os seus caminhos.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irmão abatido glorie-se na sua exaltação,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rico em seu abatimento; porque elle passará como a flôr da herva.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sae o sol com ardor, e a herva secca, e a sua flor cae, e a formosa apparencia do seu aspecto perece: assim se murchará tambem o rico em seus caminhos.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Bemaventurado o varão que soffre a tentação; porque, quando fôr provado, receberá a corôa da vida, a qual o Senhor tem promettido aos que o amam.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Ninguem, sendo tentado, diga: De Deus sou tentado; porque Deus não pode ser tentado pelo mal, e a ninguem tenta.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cada um é tentado, quando attrahido e engodado pela sua propria concupiscencia.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Depois, havendo a concupiscencia concebido, pare o peccado; e o peccado, sendo consummado, gera a morte.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erreis, meus amados irmãos.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boa dadiva e todo o dom perfeito é do alto, e desce do Pae das luzes, em quem não ha mudança nem sombra de variação,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Segundo a sua vontade, elle nos gerou pela palavra da verdade, para que fossemos como primicias das suas creaturas.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meus amados irmãos, todo o homem seja prompto para ouvir, tardio para fallar, tardio para se irar.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ira do homem não opéra a justiça de Deus.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rejeitando toda a immundicia e superfluidade de malicia, recebei com mansidão a palavra enxertada em vós, a qual pode salvar as vossas almas.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sêde obradores da palavra, e não sómente ouvintes, enganando-vos com falsos discursos.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alguem é ouvinte da palavra, e não obrador, é similhante ao varão que contempla ao espelho o seu rosto natural;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contempla a si mesmo, e foi-se, e logo se esqueceu de que tal era.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aquelle que attenta bem para a lei perfeita da liberdade, e n'isso persevera, não sendo ouvinte esquecido, mas fazedor da obra, este tal será bemaventurado no seu feito.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alguem entre vós cuida ser religioso, e não refreia a sua lingua, antes engana o seu coração, a religião do tal é vã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Tiago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religião pura e immaculada para com Deus o Pae é esta: Visitar os orphãos e as viuvas nas suas tribulações, e guardar-se immaculado do mundo.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