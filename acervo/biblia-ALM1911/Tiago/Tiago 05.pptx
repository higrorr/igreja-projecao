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 pois agora vós, ricos, chorae e pranteae, por vossas miserias, que sobre vós hão de vir.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riquezas estão apodrecidas, e os vossos vestidos estão comidos da traça.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vosso oiro e a vossa prata se enferrujaram; e a sua ferrugem dará testemunho contra vós, e comerá como fogo a vossa carne. Enthesourastes para os ultimos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jornal dos trabalhadores que ceifaram as vossas terras, e o qual por vós foi diminuido, clama; e os clamores dos que ceifaram entraram nos ouvidos do Senhor dos exercitos.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Deliciosamente vivestes sobre a terra, e vos deleitastes: cevastes os vossos corações, como n'um dia de matança.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Condemnastes e matastes o justo; elle não vos resistiu.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pois, irmãos, pacientes até á vinda do Senhor. Eis que o lavrador espera o precioso fructo da terra, aguardando-o com paciencia, até que receba a chuva temporã e serodia.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vós tambem pacientes, fortalecei os vossos corações; porque já a vinda do Senhor está proxima.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não vos queixeis uns contra os outros, para que não sejaes condemnados. Eis que o juiz está á porta.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tomae por exemplo de afflicção e paciencia os prophetas que fallaram em nome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temos por bemaventurados os que soffrem. Ouvistes qual foi a paciencia de Job, e vistes o fim que o Senhor lhe deu; porque o Senhor é muito misericordioso e piedoso.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sobretudo, meus irmãos, não jureis, nem pelo céu, nem pela terra, nem façaes qualquer outro juramento; mas que a vossa palavra seja sim, sim, e não, não; para que não caiaes em condemnação.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alguem entre vós afflicto? ore. Está alguem contente? psalmodie.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alguem entre vós doente? chame os anciãos da egreja, e orem sobre elle, ungindo-o com azeite em nome do Senhor;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oração da fé salvará o doente, e o Senhor o levantará; e, se houver commettido peccados, ser-lhe-hão perdoados.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Confessae as vossas culpas uns aos outros, e orae uns pelos outros para que sareis: a oração efficaz do justo pode muito.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Elias era homem sujeito ás mesmas paixões que nós, e, orando, pediu que não chovesse, e, por tres annos e seis mezes, não choveu sobre 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outra vez, e o céu deu chuva, e a terra produziu o seu fructo.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se algum de entre vós se tem desviado da verdade, e algum o converter,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Saiba que aquelle que fizer converter do erro do seu caminho um peccador salvará da morte uma alma, e cobrirá uma multidão de peccados.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