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não sejaes mestres, sabendo que receberemos maior juizo.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tropeçamos em muitas coisas. Se alguem não tropeça em palavra, o tal varão é perfeito, e poderoso para tambem refrear todo o corpo.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que nós pomos freio nas boccas aos cavallos, para que nos obedeçam; e governamos todo o seu corpo.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tambem as náos que, sendo tão grandes, e levadas de impetuosos ventos, se viram com um bem pequeno leme para onde quer que quizer a vontade d'aquelle que as governa.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a lingua é um pequeno membro, e gloría-se de grandes coisas. Vêde quão grande bosque um pequeno fogo incendeia.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lingua tambem é fogo, mundo de iniquidade; assim a lingua está posta entre os nossos membros, e contamina todo o corpo, e inflamma a roda do nosso nascimento, e é inflammada do inferno.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a natureza, tanto de bestas féras como de aves, tanto de reptis como de animaes do mar, se amansa e foi domada pela natureza humana;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nenhum homem pode domar a lingua. É um mal que não se pode refrear, está cheia de peçonha mortal.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ella bemdizemos a Deus e Pae, e com ella maldizemos os homens, feitos á similhança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uma mesma bocca procede benção e maldição. Meus irmãos, não convém que isto se faça assim.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deita alguma fonte de um mesmo manancial agua doce e agua amargosa?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pode tambem a figueira produzir azeitonas, ou a videira figos? Assim tambem nenhuma fonte pode produzir agua salgada e agua doce.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d'entre vós é sabio e entendido? Mostre por seu bom trato as suas obras em mansidão de sabedoria.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tendes amarga inveja, e contenda em vosso coração, não vos glorieis, nem mintaes contra a verdade;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sabedoria não é sabedoria que vem do alto, mas é terrena, animal e diabolica.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onde ha inveja e contenda ahi ha perturbação e toda a obra perversa.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sabedoria que do alto vem é, primeiramente, pura, depois pacifica, moderada, tratavel, cheia de misericordia e de bons fructos, sem parcialidade, e sem hypocrisia.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fructo da justiça semeia-se na paz, para os que exercitam a paz.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