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não tenhaes a fé de nosso Senhor Jesus Christo, Senhor da gloria, em accepção de pessoas.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no vosso ajuntamento entrar algum homem com annel de oiro no dedo, com vestidos preciosos, e entrar tambem algum pobre com vestido sordido,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attentardes para o que traz o vestido precioso, e lhe disserdes: Assenta-te tu aqui n'um logar de honra; e disserdes ao pobre: Tu, fica ahi em pé, ou assenta-te abaixo do meu estrado;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fizestes differença dentro de vós mesmos, e não vos fizestes juizes de maus pensamentos?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meus amados irmãos: Porventura não escolheu Deus aos pobres d'este mundo para serem ricos na fé, e herdeiros do reino que promette aos que o amam?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deshonrastes o pobre. Porventura não vos opprimem os ricos, e não vos arrastam aos tribunaes?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blasphemam elles o bom nome que sobre vós foi invocado?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se cumprirdes, conforme a Escriptura, a lei real: Amarás a teu proximo como a ti mesmo, bem fazeis.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fazeis accepção de pessoas, commetteis peccado, e sois redarguidos pela lei como transgressores.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guardar toda a lei, e deslisar em um só ponto, é culpado de todos.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 que disse: Não commetterás adulterio, tambem disse: Não matarás. Se tu pois não commetteres adulterio, porém matares, estás feito transgressor da lei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fallae, e assim obrae, como devendo ser julgados pela lei da liberdade.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juizo virá sem misericordia sobre aquelle que não fez misericordia; e a misericordia gloría-se contra o juizo.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que aproveita se alguem disser que tem fé, e não tiver as obras? Porventura a fé pode salval-o?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irmão ou a irmã estiverem nús, e tiverem falta de mantimento quotidiano,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algum de vós lhe disser: Ide em paz, aquentae-vos, e fartae-vos; e lhe não derdes as coisas necessarias para o corpo, que proveito virá d'ahi?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a fé, se não tiver as obras, está morta em si mesma.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dirá alguem: Tu tens a fé, e eu tenho as obras: mostra-me a tua fé pelas tuas obras, e eu te mostrarei a minha fé pelas minhas obras.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crês que ha um só Deus: fazes bem; tambem os demonios o crêem, e estremecem.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ó homem vão, queres tu saber que a fé sem as obras está morta?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nosso pae Abrahão não foi justificado pelas obras, quando offereceu sobre o altar o seu filho Isaac?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vês que a fé cooperou com as suas obras, e que a fé foi aperfeiçoada pelas obras.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cumpriu-se a Escriptura, que diz: E creu Abrahão em Deus, e foi-lhe isso imputado a justiça, e foi chamado o amigo de Deus.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Vedes então que o homem é justificado pelas obras, e não sómente pela fé.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egual modo Rahab, a meretriz, não foi tambem justificada pelas obras, quando recolheu os emissarios, e os despediu por outro caminho?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assim como o corpo sem o espirito está morto, assim tambem a fé sem as obras está morta.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