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D'onde veem as guerras e pelejas entre vós? Porventura não veem de aqui, a saber, dos vossos deleites, que nos vossos membros guerreiam?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Cubiçaes, e nada tendes: sois invejosos, e cubiçosos, e não podeis alcançar: combateis e guerreaes, e nada tendes, porque não pedis.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Pedis, e não recebeis, porque pedis mal, para o gastardes em vossos deleites.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Adulteros e adulteras, não sabeis vós que a amizade do mundo é inimizade contra Deus? Portanto qualquer que quizer ser amigo do mundo constitue-se inimigo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cuidaes vós que em vão diz a Escriptura: O espirito que em nós habita tem desejo de inveja?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dá maior graça. Portanto diz: Deus resiste aos soberbos, porém dá graça aos humildes.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Sujeitae-vos pois a Deus, resisti ao diabo, e elle fugirá de vós.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Chegae-vos a Deus, e elle se chegará a vós. Alimpae as mãos, peccadores; e, vós de duplo animo, purificae os corações.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Senti as vossas miserias, e lamentae, e chorae: converta-se o vosso riso em pranto, e o vosso gozo em tristeza.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Humilhae-vos perante o Senhor, e elle vos exaltará.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não falleis mal uns dos outros. Quem falla mal de um irmão, e julga a seu irmão, falla mal da lei, e julga a lei: e, se tu julgas a lei, já não és observador da lei, mas juiz.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só um legislador, que pode salvar e destruir. Porém tu quem és, que julgas a outrem?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 pois agora vós, que dizeis: Hoje, ou ámanhã, iremos a tal cidade, e lá passaremos um anno, e contrataremos, e ganharemos;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Digo-vos que não sabeis o que acontecerá ámanhã. Porque, que é a vossa vida? É um vapor que apparece por um pouco, e depois se desvanece.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logar do que devieis dizer: Se o Senhor quizer, e se vivermos, faremos isto ou aquillo.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vos gloriaes em vossas presumpções: toda a gloria tal como esta é maligna.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pois que sabe fazer o bem e o não faz commette peccado.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