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João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ancião á senhora eleita, e a seus filhos, aos quaes amo na verdade, e não sómente eu, mas tambem todos os que teem conhecido a verdade,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João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amor da verdade que está em nós e para sempre estará comnosco: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João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Graça, misericordia, paz, da parte de Deus Pae e da do Senhor Jesus Christo, o Filho do Pae, seja comvosco na verdade e caridade.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João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 me alegrarei por achar que alguns de teus filhos andam na verdade, assim como recebemos o mandamento do Pae.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João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agora, senhora, rogo-te, não como escrevendo-te um novo mandamento, mas aquelle que desde o principio tivemos, que nos amemos uns aos outros.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João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caridade é esta: que andemos segundo os seus mandamentos. Este é o mandamento, como já desde o principio ouvistes, que n'elle andeis.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João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muitos enganadores entraram no mundo, os quaes não confessam que Jesus Christo veiu em carne. Este tal é o enganador e o anti-christo.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João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 por vós mesmos, para que não percamos o que já trabalhámos, antes recebamos o inteiro galardão.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João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aquelle que prevarica, e não persevera na doutrina de Christo, não tem a Deus: quem persevera na doutrina de Christo, esse tem assim ao Pae como ao Filho.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João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vem ter comvosco, e não traz esta doutrina, não o recebaes em casa, nem tampouco o saudeis.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João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quem o sauda tem parte nas suas más obras.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João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Muitas coisas tenho que escrever-vos, porém não quiz com papel e tinta; mas espero ir ter comvosco e fallar de bocca a bocca, para que o nosso gozo seja cumprido.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João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Saudam-te os filhos de tua irmã, a eleita.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