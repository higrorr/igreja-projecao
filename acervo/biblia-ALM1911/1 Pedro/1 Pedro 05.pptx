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anciãos, que estão entre vós, admoesto eu, que sou juntamente como elles ancião, e testemunha das afflicções de Christo, e participante da gloria que se ha de revelar.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Apascentae o rebanho de Deus, que está entre vós, tendo cuidado d'elle, não por força, mas voluntariamente: nem por torpe ganancia, mas de um animo prompto,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como tendo dominio sobre a herança de Deus, mas servindo de exemplo ao rebanho.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apparecer o Summo Pastor, alcançareis a incorruptivel corôa de gloria.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 vós, mancebos, sêde sujeitos aos anciãos; e sêde todos sujeitos uns aos outros, e vesti-vos de humildade, porque Deus resiste aos soberbos, mas dá graça aos humildes.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Humilhae-vos pois debaixo da potente mão de Deus, para que a seu tempo vos exalte: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Lançando sobre elle toda a vossa solicitude, porque elle tem cuidado de vós.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Sêde sobrios; vigiae; porque o diabo, vosso adversario, anda em derredor, bramando como leão, buscando a quem possa tragar.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resisti firmes na fé: sabendo que as mesmas afflicções se cumprem entre os vossos irmãos no mundo.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Deus de toda a graça, que em Christo Jesus nos chamou á sua eterna gloria, depois de haverdes padecido um pouco, o mesmo vos aperfeiçoe, confirme, fortifique e estabeleça.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elle seja a gloria e o poderio para todo o sempre. Amen.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Silvano, vosso fiel irmão, como cuido, escrevi abreviadamente, exhortando e testificando que esta é a verdadeira graça de Deus, na qual estaes.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Sauda-vos a egreja co-eleita, que está em Babylonia, e meu filho Marcos.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Saudae-vos uns aos outros com osculo de caridade. Paz seja com todos vós que estaes em Christo Jesus.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