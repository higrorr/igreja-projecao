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já que Christo padeceu por nós na carne, armae-vos tambem vós com este pensamento, que aquelle que padeceu na carne já cessou do peccado,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Para, no tempo que lhe resta na carne, não viver mais segundo as concupiscencias dos homens, mas segundo a vontade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basta-nos que no tempo passado da vida obrassemos a vontade dos gentios, andando em dissoluções, concupiscencias, borrachices, glotonerias, bebedices e abominaveis idolatrias,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estranham, por não correrdes com elles no mesmo desenfreamento de dissolução, blasphemando de vós.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hão de dar conta ao que está preparado para julgar os vivos e os mortos.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isso foi prégado o evangelho tambem aos mortos, para que, na verdade, fossem julgados segundo os homens na carne, porém vivessem segundo Deus em espirito;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está proximo o fim de todas as coisas: portanto sêde sobrios e vigiae em orações.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sobretudo, tende ardente caridade uns para com os outros; porque a caridade cobrirá a multidão de peccados.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Hospedae-vos uns aos outros, sem murmurações.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administre aos outros o dom como o recebeu, como bons dispenseiros da multiforme graça de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fallar, falle segundo as palavras de Deus: se alguem administrar, administre segundo o poder que Deus dá; para que em tudo Deus seja glorificado por Jesus Christo, a quem pertence a gloria e poder para todo o sempre. Amen.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não estranheis o ardor que vos sobrevem para vos tentar, como se coisa estranha vos acontecesse;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alegrae-vos de serdes participantes das afflicções de Christo: para que tambem na revelação da sua gloria vos regozijeis e alegreis.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pelo nome de Christo sois vituperados, bemaventurados sois, porque sobre vós repousa o Espirito da gloria de Deus; o qual, quanto a elles, é blasphemado, mas, quanto a vós, glorificado.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nenhum de vós padeça como homicida, ou ladrão, ou malfeitor, ou como o que se entremette em negocios alheios;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padece como christão, não se envergonhe, antes glorifique a Deus n'esta parte.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é tempo que comece o juizo pela casa de Deus; e, se primeiro começa por nós, qual será o fim d'aquelles que são desobedientes ao evangelho de Deus?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justo apenas se salva, onde apparecerá o impio e o peccador?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Pedro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tambem os que padecem segundo a vontade de Deus encommendem-lhe as suas almas, como ao fiel Creador, fazendo o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