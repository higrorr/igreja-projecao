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a:t>
            </a:r>
          </a:p>
          <a:p>
            <a:pPr algn="ctr"/>
            <a:r>
              <a:rPr sz="4400">
                <a:solidFill>
                  <a:srgbClr val="FFFFFF"/>
                </a:solidFill>
                <a:latin typeface="Arial"/>
              </a:rPr>
              <a:t>Pedro, apostolo de Jesus Christo, aos estrangeiros dispersos no Ponto, Galacia, Cappadocia, Asia e Bithynia;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a:t>
            </a:r>
          </a:p>
          <a:p>
            <a:pPr algn="ctr"/>
            <a:r>
              <a:rPr sz="4400">
                <a:solidFill>
                  <a:srgbClr val="FFFFFF"/>
                </a:solidFill>
                <a:latin typeface="Arial"/>
              </a:rPr>
              <a:t>Eleitos segundo a presciencia de Deus Pae, em sanctificação do Espirito, para a obediencia e aspersão do sangue de Jesus Christo: graça e paz vos seja multiplicada.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1:3</a:t>
            </a:r>
          </a:p>
          <a:p>
            <a:pPr algn="ctr"/>
            <a:r>
              <a:rPr sz="4400">
                <a:solidFill>
                  <a:srgbClr val="FFFFFF"/>
                </a:solidFill>
                <a:latin typeface="Arial"/>
              </a:rPr>
              <a:t>Bemdito seja o Deus e Pae de nosso Senhor Jesus Christo, que, segundo a sua grande misericordia, nos gerou de novo para uma viva esperança, pela resurreição de Jesus Christo d'entre os mortos,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1:4</a:t>
            </a:r>
          </a:p>
          <a:p>
            <a:pPr algn="ctr"/>
            <a:r>
              <a:rPr sz="4400">
                <a:solidFill>
                  <a:srgbClr val="FFFFFF"/>
                </a:solidFill>
                <a:latin typeface="Arial"/>
              </a:rPr>
              <a:t>Para herança incorruptivel, incontaminavel, e que se não pode murchar, guardada nos céus para vós,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1:5</a:t>
            </a:r>
          </a:p>
          <a:p>
            <a:pPr algn="ctr"/>
            <a:r>
              <a:rPr sz="4400">
                <a:solidFill>
                  <a:srgbClr val="FFFFFF"/>
                </a:solidFill>
                <a:latin typeface="Arial"/>
              </a:rPr>
              <a:t>Que pela fé estaes guardados na virtude de Deus para a salvação, já prestes para se revelar no ultimo tempo.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1:6</a:t>
            </a:r>
          </a:p>
          <a:p>
            <a:pPr algn="ctr"/>
            <a:r>
              <a:rPr sz="4400">
                <a:solidFill>
                  <a:srgbClr val="FFFFFF"/>
                </a:solidFill>
                <a:latin typeface="Arial"/>
              </a:rPr>
              <a:t>Em que vós vos alegraes, estando agora (se é que assim importa) por um pouco contristados com varias tentações.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1:7</a:t>
            </a:r>
          </a:p>
          <a:p>
            <a:pPr algn="ctr"/>
            <a:r>
              <a:rPr sz="4400">
                <a:solidFill>
                  <a:srgbClr val="FFFFFF"/>
                </a:solidFill>
                <a:latin typeface="Arial"/>
              </a:rPr>
              <a:t>Para que a prova da vossa fé, muito mais preciosa do que o oiro que perece e é provado pelo fogo, se ache em louvor, e honra, e gloria, na revelação de Jesus Christo: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1:8</a:t>
            </a:r>
          </a:p>
          <a:p>
            <a:pPr algn="ctr"/>
            <a:r>
              <a:rPr sz="4400">
                <a:solidFill>
                  <a:srgbClr val="FFFFFF"/>
                </a:solidFill>
                <a:latin typeface="Arial"/>
              </a:rPr>
              <a:t>Ao qual, não havendo visto, o amaes; no qual, não o vendo agora, porém crendo, vos alegraes com gozo ineffavel e glorioso;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1:9</a:t>
            </a:r>
          </a:p>
          <a:p>
            <a:pPr algn="ctr"/>
            <a:r>
              <a:rPr sz="4400">
                <a:solidFill>
                  <a:srgbClr val="FFFFFF"/>
                </a:solidFill>
                <a:latin typeface="Arial"/>
              </a:rPr>
              <a:t>Alcançando o fim da vossa fé, a salvação das almas.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1:10</a:t>
            </a:r>
          </a:p>
          <a:p>
            <a:pPr algn="ctr"/>
            <a:r>
              <a:rPr sz="4400">
                <a:solidFill>
                  <a:srgbClr val="FFFFFF"/>
                </a:solidFill>
                <a:latin typeface="Arial"/>
              </a:rPr>
              <a:t>Da qual salvação inquiriram e examinaram os prophetas que prophetizaram da graça que vos foi dada: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1:11</a:t>
            </a:r>
          </a:p>
          <a:p>
            <a:pPr algn="ctr"/>
            <a:r>
              <a:rPr sz="4400">
                <a:solidFill>
                  <a:srgbClr val="FFFFFF"/>
                </a:solidFill>
                <a:latin typeface="Arial"/>
              </a:rPr>
              <a:t>Indagando que tempo ou que maneira de tempo, o Espirito de Christo, que estava n'elles, indicava, anteriormente testificando os soffrimentos que a Christo haviam de vir, e a gloria que se lhes havia de seguir.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1:12</a:t>
            </a:r>
          </a:p>
          <a:p>
            <a:pPr algn="ctr"/>
            <a:r>
              <a:rPr sz="4400">
                <a:solidFill>
                  <a:srgbClr val="FFFFFF"/>
                </a:solidFill>
                <a:latin typeface="Arial"/>
              </a:rPr>
              <a:t>Aos quaes foi revelado que, não para si mesmos, mas para nós, ministravam estas coisas que agora vos foram annunciadas por aquelles que, pelo Espirito Sancto enviado do céu, vos prégaram o evangelho: para as quaes coisas os anjos desejam bem attentar.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1:13</a:t>
            </a:r>
          </a:p>
          <a:p>
            <a:pPr algn="ctr"/>
            <a:r>
              <a:rPr sz="4400">
                <a:solidFill>
                  <a:srgbClr val="FFFFFF"/>
                </a:solidFill>
                <a:latin typeface="Arial"/>
              </a:rPr>
              <a:t>Portanto, cingindo os lombos do vosso entendimento, e sobrios, esperae inteiramente na graça que se vos offereceu na revelação de Jesus Christo;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1:14</a:t>
            </a:r>
          </a:p>
          <a:p>
            <a:pPr algn="ctr"/>
            <a:r>
              <a:rPr sz="4400">
                <a:solidFill>
                  <a:srgbClr val="FFFFFF"/>
                </a:solidFill>
                <a:latin typeface="Arial"/>
              </a:rPr>
              <a:t>Como filhos obedientes, não vos conformando com as concupiscencias que d'antes havia em vossa ignorancia;</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1:15</a:t>
            </a:r>
          </a:p>
          <a:p>
            <a:pPr algn="ctr"/>
            <a:r>
              <a:rPr sz="4400">
                <a:solidFill>
                  <a:srgbClr val="FFFFFF"/>
                </a:solidFill>
                <a:latin typeface="Arial"/>
              </a:rPr>
              <a:t>Mas, como é sancto aquelle que vos chamou, sêde vós tambem sanctos em toda a vossa maneira de viver;</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1:16</a:t>
            </a:r>
          </a:p>
          <a:p>
            <a:pPr algn="ctr"/>
            <a:r>
              <a:rPr sz="4400">
                <a:solidFill>
                  <a:srgbClr val="FFFFFF"/>
                </a:solidFill>
                <a:latin typeface="Arial"/>
              </a:rPr>
              <a:t>Porquanto escripto está: Sêde sanctos, porque eu sou sancto.</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1:17</a:t>
            </a:r>
          </a:p>
          <a:p>
            <a:pPr algn="ctr"/>
            <a:r>
              <a:rPr sz="4400">
                <a:solidFill>
                  <a:srgbClr val="FFFFFF"/>
                </a:solidFill>
                <a:latin typeface="Arial"/>
              </a:rPr>
              <a:t>E, se invocaes por Pae aquelle que, sem accepção de pessoas, julga segundo a obra de cada um, andae em temor, durante o tempo da vossa peregrinação: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1:18</a:t>
            </a:r>
          </a:p>
          <a:p>
            <a:pPr algn="ctr"/>
            <a:r>
              <a:rPr sz="4400">
                <a:solidFill>
                  <a:srgbClr val="FFFFFF"/>
                </a:solidFill>
                <a:latin typeface="Arial"/>
              </a:rPr>
              <a:t>Sabendo que não com coisas corruptiveis, como prata ou oiro, fostes resgatados da vossa vã maneira de viver que por tradição recebestes dos paes,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1:19</a:t>
            </a:r>
          </a:p>
          <a:p>
            <a:pPr algn="ctr"/>
            <a:r>
              <a:rPr sz="4400">
                <a:solidFill>
                  <a:srgbClr val="FFFFFF"/>
                </a:solidFill>
                <a:latin typeface="Arial"/>
              </a:rPr>
              <a:t>Mas com o precioso sangue de Christo, como de um cordeiro immaculado e incontaminado,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1:20</a:t>
            </a:r>
          </a:p>
          <a:p>
            <a:pPr algn="ctr"/>
            <a:r>
              <a:rPr sz="4400">
                <a:solidFill>
                  <a:srgbClr val="FFFFFF"/>
                </a:solidFill>
                <a:latin typeface="Arial"/>
              </a:rPr>
              <a:t>O qual, na verdade, já d'antes foi conhecido ainda antes da fundação do mundo, porém manifestado n'estes ultimos tempos por amor de vós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1:21</a:t>
            </a:r>
          </a:p>
          <a:p>
            <a:pPr algn="ctr"/>
            <a:r>
              <a:rPr sz="4400">
                <a:solidFill>
                  <a:srgbClr val="FFFFFF"/>
                </a:solidFill>
                <a:latin typeface="Arial"/>
              </a:rPr>
              <a:t>Que por elle crêdes em Deus, o qual o resuscitou dos mortos, e lhe deu gloria, para que a vossa fé e esperança estivessem em Deus;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1:22</a:t>
            </a:r>
          </a:p>
          <a:p>
            <a:pPr algn="ctr"/>
            <a:r>
              <a:rPr sz="4400">
                <a:solidFill>
                  <a:srgbClr val="FFFFFF"/>
                </a:solidFill>
                <a:latin typeface="Arial"/>
              </a:rPr>
              <a:t>Purificando as vossas almas na obediencia da verdade, pelo Espirito, para caridade fraternal, não fingida; amae-vos ardentemente uns aos outros com um coração puro;</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1:23</a:t>
            </a:r>
          </a:p>
          <a:p>
            <a:pPr algn="ctr"/>
            <a:r>
              <a:rPr sz="4400">
                <a:solidFill>
                  <a:srgbClr val="FFFFFF"/>
                </a:solidFill>
                <a:latin typeface="Arial"/>
              </a:rPr>
              <a:t>Sendo de novo gerados, não de semente corruptivel, mas da incorruptivel, pela palavra de Deus, viva, e que permanece para sempre.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1:24</a:t>
            </a:r>
          </a:p>
          <a:p>
            <a:pPr algn="ctr"/>
            <a:r>
              <a:rPr sz="4400">
                <a:solidFill>
                  <a:srgbClr val="FFFFFF"/>
                </a:solidFill>
                <a:latin typeface="Arial"/>
              </a:rPr>
              <a:t>Porque toda a carne é como herva, e toda a gloria do homem como a flôr da herva. Seccou-se a herva, e caiu a sua flôr: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1 Pedro 1:25</a:t>
            </a:r>
          </a:p>
          <a:p>
            <a:pPr algn="ctr"/>
            <a:r>
              <a:rPr sz="4400">
                <a:solidFill>
                  <a:srgbClr val="FFFFFF"/>
                </a:solidFill>
                <a:latin typeface="Arial"/>
              </a:rPr>
              <a:t>Mas a palavra do Senhor permanece para sempre; e esta é a palavra que entre vós foi evangelizada.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