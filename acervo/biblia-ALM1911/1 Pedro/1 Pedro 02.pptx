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Deixando pois toda a malicia, e todo o engano, e fingimentos, e invejas, e todas as murmurações,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Desejae affectuosamente, como meninos novamente nascidos, o leite racional, não falsificado, para que por elle vades crescendo;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já provastes que o Senhor é benigno: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chegando-vos para elle como para uma pedra viva, reprovada, na verdade, pelos homens, mas para com Deus eleita e preciosa,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tambem, como pedras vivas, sois edificados casa espiritual e sacerdocio sancto, para offerecer sacrificios espirituaes agradaveis a Deus por Jesus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na Escriptura se contém: Eis que ponho em Sião a pedra principal da esquina, eleita e preciosa; e quem n'ella crer não será confundido.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para vós, os que credes, é preciosa, mas para os rebeldes a pedra que os edificadores reprovaram essa foi feita a cabeça da esquina;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pedra de tropeço e rocha de escandalo, para aquelles que tropeçam na palavra, sendo desobedientes; para o que tambem foram destinados.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sois a geração eleita, o sacerdocio real, a nação sancta, o povo adquirido, para que annuncieis as virtudes d'aquelle que vos chamou das trevas para a sua maravilhosa luz: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que d'antes não ereis povo, mas agora sois povo de Deus; que não tinheis alcançado misericordia, mas agora alcançastes misericordia.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admoesto-vos, como peregrinos e forasteiros, a que vos abstenhaes das concupiscencias carnaes que combatem contra a alma;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o vosso viver honesto entre os gentios; para que, n'aquillo em que fallam mal de vós, como de malfeitores, glorifiquem a Deus no dia da visitação, pelas boas obras que em vós virem.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Sujeitae-vos pois a toda a ordenação humana por amor do Senhor: seja ao rei, como ao superior;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aos governadores, como aos que por elle são enviados para castigo dos malfeitores, e para louvor dos que fazem o bem.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é a vontade de Deus, que, fazendo bem, tapeis a bocca á ignorancia dos homens loucos: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libertos, e não como tendo a liberdade por cobertura da malicia, mas como servos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Honrae a todos. Amae a fraternidade. Temei a Deus. Honrae o 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servos, sujeitae-vos com todo o temor aos senhores, não sómente aos bons e humanos, mas tambem aos rigorosos.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coisa agradavel, se alguem, por causa da consciencia para com Deus, soffre aggravos, padecendo injustamente.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louvor é, se, peccando, sois esbofeteados e soffreis? Mas se, fazendo bem, sois affligidos, e o soffreis, isso é agradavel a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isto sois chamados; pois tambem Christo padeceu por nós, deixando-nos o exemplo, para que sigaes as suas pisadas.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não commetteu peccado, nem na sua bocca se achou engano.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quando o injuriavam, não injuriava, e quando padecia não ameaçava, mas entregava-se áquelle que julga justamente: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levou elle mesmo em seu corpo os nossos peccados sobre o madeiro, para que, mortos para os peccados, vivamos para a justiça; por cuja ferida sarastes.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ereis como ovelhas desgarradas: mas agora estaes convertidos ao Pastor e Bispo das vossas almas.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