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vós, mulheres, sêde sujeitas aos vossos proprios maridos; para que tambem, se alguns não obedecem á palavra, pelo trato das mulheres sejam ganhos sem palavra;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Considerando o vosso casto trato em temor.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enfeite d'ellas não seja o exterior, no encrespamento dos cabellos, ou atavio de oiro, ou compostura de vestidos;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homem encoberto no coração; no incorruptivel de um espirito manso e quieto, que é precioso diante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se enfeitavam tambem antigamente as sanctas mulheres que esperavam em Deus, e estavam sujeitas aos seus proprios maridos;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Sara obedecia a Abrahão, chamando-lhe senhor; da qual vós sois feitas filhas, fazendo o bem, e não temendo nenhum espanto.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Egualmente vós, maridos, cohabitae com ellas com entendimento, dando honra á mulher, como a vaso mais fraco; como aquelles que juntamente com ellas sois herdeiros da graça da vida; para que não sejam impedidas as vossas orações.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finalmente, sêde todos de um mesmo sentimento, compassivos, amando os irmãos, entranhavelmente misericordiosos e affaveis.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tornando mal por mal, ou injuria por injuria; antes, pelo contrario, bemdizendo: sabendo que para isto sois chamados, para que por herança alcanceis a benção.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quer amar a vida, e vêr os dias bons, refreie a sua lingua do mal, e os seus labios que não fallem engano.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Aparte-se do mal, e faça o bem; busque a paz, e siga-a.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olhos do Senhor estão sobre os justos, e os seus ouvidos attentos ás suas orações; mas o rosto do Senhor é contra os que fazem males.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é aquelle que vos fará mal, se fordes imitadores do bem?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tambem, se padecerdes por amor da justiça, sois bemaventurados. E não temaes com medo d'elles, nem vos turbeis;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sanctificae o Senhor Deus em vossos corações; e estae sempre preparados para responder com mansidão e temor a qualquer que vos pedir a razão da esperança que ha em vós: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uma boa consciencia, para que, em o que fallam mal de vós, como de malfeitores, fiquem confundidos os que blasphemam do vosso bom trato em Christo.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melhor é que padeçaes fazendo bem (se a vontade de Deus assim o quer), do que fazendo mal.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Christo padeceu uma vez pelos peccados, o justo pelos injustos, para levar-nos a Deus; mortificado, na verdade, na carne, porém vivificado pelo Espirito;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tambem foi, e prégou aos espiritos em prisão;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antigamente foram rebeldes, quando a longanimidade de Deus esperava nos dias de Noé, apparelhando-se a arca; na qual poucas (isto é oito) almas se salvaram pela agua;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tambem, como uma verdadeira figura, agora nos salva, o baptismo não o do despojamento da immundicia do corpo, mas o da indagação de uma boa consciencia para com Deus, pela resurreição de Jesus Christo;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está á dextra de Deus, tendo subido ao céu: havendo-se-lhe sujeitado os anjos, e as auctoridades, e as potencias.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