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Permaneça a caridade fraternal.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esqueçaes da hospitalidade, porque por ella alguns, não o sabendo, hospedaram anjos.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dos presos, como se juntamente estivesseis presos, e dos maltratados, como o sendo vós mesmos tambem no corpo.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Venerado seja entre todos o matrimonio e a cama sem macula; porém aos fornicadores e adulteros Deus os julgará.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os vossos costumes sem avareza, contentando-vos com o presente; porque elle disse: Não te deixarei, nem te desampararei.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com confiança ousemos dizer: O Senhor é o meu ajudador, e não temerei o que o homem me possa fazer.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dos vossos pastores, que vos fallaram a palavra de Deus, a fé dos quaes imitae, attentando para a maneira da vida d'elles.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Christo é o mesmo hontem, e hoje, e eternamente.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deixeis levar ao redor por doutrinas varias e estranhas, porque bom é que o coração se fortifique com graça, e não com manjares, os quaes de nada aproveitaram aos que a elles se entregaram.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Temos um altar, do qual não tem poder de comer os que servem ao tabernaculo.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corpos dos animaes, cujo sangue é, pelo peccado, trazido pelo summo sacerdote para o sanctuario, são queimados fóra do arraial.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tambem Jesus, para sanctificar o povo pelo seu proprio sangue, padeceu fóra da porta.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Saiamos pois a elle fóra do arraial, levando o seu vituperio.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temos aqui cidade permanente, mas buscamos a futura.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offereçamos sempre por elle a Deus sacrificio de louvor, isto é, o fructo dos labios que confessam o seu nome.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vos esqueçaes da beneficencia e communicação, porque com taes sacrificios Deus se agrada.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Obedecei a vossos pastores, e sujeitae-vos a elles; porque velam por vossas almas, como aquelles que hão de dar conta d'ellas; para que o façam com alegria e não gemendo; porque isso não vos seria util.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Rogae por nós, porque confiamos que temos boa consciencia, como aquelles que em tudo querem portar-se honestamente.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rogo-vos com instancia que assim o façaes, para que eu mais depressa vos seja restituido.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Deus de paz, que pelo sangue do concerto eterno tornou a trazer dos mortos a nosso Senhor Jesus Christo, grande pastor das ovelhas,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 aperfeiçoe em toda a boa obra, para fazerdes a sua vontade, obrando em vós o que perante elle é agradavel por Christo Jesus, ao qual seja gloria para todo o sempre. Amen.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Rogo-vos, porém, irmãos, que supporteis a palavra d'esta exhortação; porque abreviadamente vos escrevi.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que já está solto o irmão Timotheo, com o qual (se vier depressa) vos verei.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todos os vossos chefes e a todos os sanctos. Os de Italia vos saudam.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seja com todos vós.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