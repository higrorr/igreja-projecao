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Temamos pois que, porventura, deixada a promessa de entrar no seu repouso, pareça que algum de vós fique atraz.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a nós nos foi evangelizado, como a elles, mas a palavra da prégação de nada lhes aproveitou, porquanto não estava misturada com a fé n'aquelles que a ouviram.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nós, os que temos crido, entramos no repouso, como disse: Portanto jurei na minha ira que não entrarão no meu repouso: posto que já as suas obras estivessem acabadas desde a fundação do mundo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em certo logar disse assim do dia setimo: E repousou Deus de todas as suas obras no setimo dia.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outra vez n'este logar: Não entrarão no meu repouso.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pois, que resta que alguns entrem n'elle, e que aquelles a quem primeiro foi evangelizado, não entraram por causa da desobediencia,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Determina outra vez um certo dia, que chama Hoje, dizendo por David, muito tempo depois, como está dito: Hoje, se ouvirdes a sua voz, não endureçaes os vossos corações.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se Josué lhes houvesse dado repouso, depois d'isso não fallaria de outro dia.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resta ainda um repouso para o povo de Deus.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aquelle que entrou no seu repouso, tambem elle mesmo repousou de suas obras, como Deus das suas.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Procuremos pois entrar n'aquelle repouso, para que ninguem caia no mesmo exemplo de desobediencia.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palavra de Deus é viva e efficaz, e mais penetrante do que espada alguma de dois gumes, e penetra até á divisão da alma e do espirito, e das junturas e medullas, e é apta para discernir os pensamentos e intenções do coração.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ha creatura alguma encoberta diante d'elle; antes todas as coisas estão nuas e patentes aos olhos d'aquelle com quem tratamos.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Visto que temos um grande summo sacerdote Jesus, Filho de Deus, que penetrou nos céus, retenhamos firmemente a nossa confissão.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temos um summo sacerdote que não possa compadecer-se das nossas fraquezas; mas um que como nós, em tudo foi tentado, excepto no peccado.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Hebreus 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Cheguemos pois com confiança ao throno da graça, para que possamos alcançar misericordia e achar graça, para sermos ajudados em tempo opportuno.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