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5:1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todo o summo sacerdote, tomado d'entre os homens, é constituido a favor dos homens nas coisas concernentes a Deus, para que offereça dons e sacrificios pelos peccados;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5:2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qual se possa compadecer ternamente dos ignorantes e errados; pois tambem elle mesmo está rodeado de fraqueza.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5:3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por esta causa deve elle, tanto pelo povo, como tambem por si mesmo, offerecer pelos peccados.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5:4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ninguem toma para si esta honra, senão o que é chamado por Deus, como Aarão.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5:5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tambem Christo se não glorificou a si mesmo, para se fazer summo sacerdote, mas aquelle que lhe disse: Tu és meu Filho, hoje te gerei.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5:6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tambem diz n'outro logar: Tu és Sacerdote eternamente, segundo a ordem de Melchisedec,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5:7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qual, nos dias da sua carne, offerecendo, com grande clamor e lagrimas, orações e supplicas ao que o podia livrar da morte, foi ouvido quanto ao que temia.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5:8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Ainda que era Filho, todavia aprendeu a obediencia, pelas coisas que padeceu.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5:9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sendo elle consummado, veiu a ser a causa de eterna salvação para todos os que lhe obedecem;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5:10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Chamado por Deus summo sacerdote, segundo a ordem de Melchisedec.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5:11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qual muito temos que dizer, que é difficil de declarar; porquanto vos fizestes negligentes para ouvir.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5:12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devendo já ser mestres, visto o tempo, ainda necessitaes de que se vos torne a ensinar quaes sejam os primeiros rudimentos das palavras de Deus: e vos haveis feito taes que necessitaes de leite, e não de solido mantimento.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5:13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qualquer que ainda se alimenta de leite não está experimentado na palavra da justiça, porque é menino.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5:14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 mantimento solido é para os perfeitos, os quaes, já pelo costume, teem os sentidos exercitados para discernir tanto o bem como o mal.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