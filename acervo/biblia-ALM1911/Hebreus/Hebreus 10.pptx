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tendo a lei a sombra dos bens futuros, e não a imagem exacta das coisas, nunca, pelos mesmos sacrificios que continuamente se offerecem cada anno, pode aperfeiçoar os que a elles se chegam.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D'outra maneira, não cessariam de se offerecer, porquanto, purificados uma vez os ministrantes, nunca mais teriam consciencia de peccado.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N'elles, porém, cada anno se faz commemoração dos peccados.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 impossivel que o sangue dos toiros e dos bodes tire os peccados.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entrando no mundo, diz: Sacrificio e offerta não quizeste, mas corpo me preparaste;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Holocaustos e oblações pelo peccado não te agradaram.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disse: Eis aqui venho (no principio do livro está escripto de mim), para fazer, ó Deus, a tua vontade.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 acima: Sacrificio e offerta, e holocaustos e oblações pelo peccado não quizeste, nem te agradaram (os quaes se offerecem segundo a lei).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disse: Eis aqui venho, para fazer, ó Deus, a tua vontade. Tira o primeiro, para estabelecer o segundo.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qual vontade somos sanctificados pela oblação do corpo de Jesus Christo, feita uma vez.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todo o sacerdote apparece cada dia, ministrando e offerecendo muitas vezes os mesmos sacrificios, que nunca podem tirar os peccados.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este, havendo offerecido um sacrificio pelos peccados, está assentado para sempre á dextra de Deus;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D'aqui em diante esperando até que os seus inimigos sejam postos por escabello de seus pés.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 uma oblação aperfeiçoou para sempre os que são sanctificados.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 Espirito Sancto nol-o testifica, porque depois de haver antes dito: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concerto que farei com elles depois d'aquelles dias, diz o Senhor: Porei as minhas leis em seus corações, e as escreverei em seus entendimentos: então diz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jámais me lembrarei de seus peccados e de suas iniquidades.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onde ha remissão d'estes, não ha mais oblação pelo peccado.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pois, irmãos, ousadia para entrar no sanctuario, pelo sangue de Jesus,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novo e vivo caminho que elle nos consagrou, pelo véu, isto é, pela sua carne,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tendo um grande sacerdote sobre a casa de Deus,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Cheguemo-nos com verdadeiro coração, em inteira certeza de fé; tendo os corações purificados da má consciencia, e o corpo lavado com agua limpa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Retenhamos firmes a confissão da nossa esperança; porque fiel é o que prometteu.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consideremo-nos uns aos outros, para nos estimularmos á caridade e boas obras: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deixando a nossa reunião, como é o costume de alguns, antes admoestando-nos uns aos outros; e tanto mais, quando virdes que se vae chegando aquelle dia.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peccarmos voluntariamente, depois de termos recebido o conhecimento da verdade, já não resta mais sacrificio pelos peccados,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uma certa expectação horrivel de juizo, e ardor de fogo, que ha de devorar os adversarios.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Quebrantando algum a lei de Moysés, morre sem misericordia, só pela palavra de duas ou tres testemunhas: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quanto maior castigo cuidaes vós será julgado digno aquelle que pisar o Filho de Deus, e tiver por profano o sangue do testamento, com que foi sanctificado, e fizer aggravo ao Espirito da graça?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bem conhecemos aquelle que disse: Minha é a vingança, eu darei a recompensa, diz o Senhor. E outra vez: O Senhor julgará o seu povo.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Horrenda coisa é cair nas mãos do Deus vivo.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Lembrae-vos, porém, dos dias passados, em que, depois de serdes illuminados, supportastes grande combate de afflicções;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parte fostes feitos espectaculo com vituperios e tribulações, e em parte fostes participantes com os que assim foram tratados.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vos compadecestes das minhas prisões, e com gozo permittistes o roubo dos vossos bens, sabendo que em vós mesmos tendes nos céus uma possessão melhor e permanente.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rejeiteis pois a vossa confiança, que tem grande remuneração de galardão.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necessitaes de paciencia, para que, depois de haverdes feito a vontade de Deus, possaes alcançar a promessa.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um poucochinho, e o que ha de vir virá, e não tardará.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justo viverá da fé; e, se alguem se retirar, a minha alma não tem prazer n'elle.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Nós, porém, não somos d'aquelles que se retiram para a perdição, mas d'aquelles que crêem para a conservação da alma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