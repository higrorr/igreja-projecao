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a summa do que temos dito é que temos um summo sacerdote tal, que está assentado nos céus á dextra do throno da magestade,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Ministro do sanctuario, e verdadeiro tabernaculo, o qual o Senhor fundou, e não o homem.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 o summo sacerdote é constituido para offerecer dons e sacrificios; pelo que era necessario que este tambem tivesse alguma coisa que offerecer.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ainda estivesse na terra, nem tão pouco sacerdote seria, havendo ainda sacerdotes que offerecessem dons segundo a lei,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servem de exemplar e sombra das coisas celestiaes, como Moysés divinamente foi avisado, estando já para acabar o tabernaculo: porque, Olha, disse, faze tudo conforme o modelo que no monte se te mostrou.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alcançou ministerio tanto mais excellente, quanto é mediador d'um melhor concerto, o qual está confirmado em melhores promessas.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aquelle primeiro fôra irreprehensivel, nunca se teria buscado logar para o segundo.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reprehendendo-os, lhes diz: Eis que virão dias, diz o Senhor, em que com a casa de Israel e com a casa de Judah estabelecerei um novo concerto,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segundo o concerto que fiz com seus paes no dia em que os tomei pela mão, para os tirar da terra do Egypto; porque não permaneceram n'aquelle meu concerto, e eu para elles não attentei, diz 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este é o concerto que depois d'aquelles dias farei com a casa de Israel, diz o Senhor; porei as minhas leis no seu entendimento, e em seu coração as escreverei: e eu lhes serei por Deus, e elles me serão por povo: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ensinará cada um ao seu proximo, nem cada um ao seu irmão, dizendo: Conhece o Senhor; porque todos me conhecerão, desde o menor d'elles até ao maior.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serei misericordioso para com suas injustiças, e de seus peccados e de suas prevaricações não me lembrarei mais.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 Novo, envelheceu o primeiro. Ora, o que foi tornado velho, e se envelhece, perto está de se esvaecer.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