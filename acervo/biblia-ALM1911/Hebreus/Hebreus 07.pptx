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este Melchisedec era rei de Salem, sacerdote do Deus Altissimo, o qual saiu ao encontro de Abrahão, quando elle regressava da matança dos reis, e o abençoou: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tambem Abrahão deu o dizimo de tudo; e primeiramente interpreta-se rei de justiça, e depois tambem rei de Salem, que é rei de paz,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pae, sem mãe, sem genealogia, não tendo principio de dias nem fim de vida, mas sendo feito similhante ao Filho de Deus, permanece sacerdote para sempre: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Considerae pois quão grande era este, a quem até o patriarcha Abrahão deu os dizimos dos despojos.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d'entre os filhos de Levi recebem o sacerdocio teem preceito, segundo a lei, de tomar o dizimo do povo, isto é, de seus irmãos, ainda que tenham saido dos lombos de Abrahão.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cuja genealogia não é contada entre elles tomou dizimos de Abrahão, e abençoou o que tinha as promessas.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sem contradicção alguma, o menor é abençoado pelo maior.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aqui certamente tomam dizimos homens que morrem: ali, porém, aquelle de quem se testifica que vive.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para assim dizer, tambem Levi, que toma os dizimos, foi dizimado em Abrahão.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elle estava nos lombos do pae quando Melchisedec lhe saiu ao encontro.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se a perfeição fosse pelo sacerdocio levitico (porque debaixo d'elle o povo recebeu a lei), que necessidade havia logo de que outro sacerdote se levantasse, segundo a ordem de Melchisedec, e não fosse chamado segundo a ordem de Aarão?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mudando-se o sacerdocio, necessariamente se faz tambem mudança da lei.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aquelle de quem estas coisas se dizem pertence a outra tribu, da qual ninguem serviu ao altar,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ser manifesto que nosso Senhor procedeu de Judah, sobre a qual tribu nunca Moysés fallou de sacerdocio.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 mais manifesto é ainda se á similhança de Melchisedec se levantar outro sacerdote,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não foi feito segundo a lei do mandamento carnal, mas segundo a virtude da vida incorruptivel.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testifica d'elle: Tu és sacerdote eternamente, segundo a ordem de Melchisedec.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precedente mandamento abroga-se por causa da sua fraqueza e inutilidade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a lei nenhuma coisa aperfeiçoou) e a introducção de uma melhor esperança, pela qual chegamos a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porquanto não foi feito sem juramento (porque certamente aquelles sem juramento foram feitos sacerdotes,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este com juramento, por aquelle que lhe disse: Jurou o Senhor, e não se arrependerá: Tu és sacerdote eternamente, segundo a ordem de Melchisedec),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tanto melhor concerto Jesus foi feito fiador.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verdade, aquelles foram feitos sacerdotes em grande numero, porquanto pela morte foram impedidos de permanecer,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este, porque permanece eternamente, tem um sacerdocio perpetuo.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pode tambem salvar perfeitamente aos que por elle se chegam a Deus, vivendo sempre para interceder por elles.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nos convinha tal summo sacerdote, sancto, innocente, immaculado, separado dos peccadores, e feito mais sublime do que os céus;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necessitasse, como os summos sacerdotes, de offerecer cada dia sacrificios, primeiramente por seus proprios peccados, e depois pelos do povo; porque isto fez elle, uma vez, offerecendo-se a si mesmo.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lei constitue summos sacerdotes a homens fracos, mas a palavra do juramento, que veiu depois da lei, constitue ao Filho, que para sempre foi aperfeiçoado.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