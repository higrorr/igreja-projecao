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que, irmãos sanctos, participantes da vocação celestial, considerae a Jesus Christo, apostolo e summo sacerdote da nossa confissão,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Sendo fiel ao que o constituiu, como tambem Moysés, em toda a sua casa.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elle é tido por digno de tanto maior gloria do que Moysés, quanto mais honra do que a casa tem aquelle que a edificou.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toda a casa é edificada por alguem, porém o que edificou todas as coisas é Deus.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na verdade, Moysés foi fiel em toda a sua casa, como servo, para testemunho das coisas que se haviam de dizer;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Christo, como Filho sobre a sua propria casa, a qual casa somos nós, se tão sómente retivermos firme a confiança e a gloria da esperança até ao fim.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como diz o Espirito Sancto, se ouvirdes hoje a sua voz,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endureçaes os vossos corações, como na provocação, no dia da tentação no deserto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 vossos paes me tentaram, me provaram, e viram por quarenta annos as minhas obras.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 me indignei contra esta geração, e disse: Estes sempre erram em seu coração, e não conheceram os meus caminhos: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jurei na minha ira que não entrarão no meu repouso.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Olhae, irmãos, que nunca haja em nenhum de vós um coração mau e infiel, para se apartar do Deus vivo.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Antes exhortae-vos uns aos outros cada dia, durante o tempo que se nomeia Hoje, para que nenhum de vós se endureça pelo engano do peccado;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estamos feitos participantes de Christo, se retivermos firmemente o principio da nossa confiança até ao fim.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Entretanto se diz: Hoje, se ouvirdes a sua voz, não endureçaes os vossos corações, como na provocação.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havendo-a alguns ouvido, o provocaram; porém não todos os que sairam por Moysés do Egypto.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com quem se indignou por quarenta annos? Não foi porventura com os que peccaram, cujos corpos cairam no deserto?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quem jurou que não entrariam no seu repouso, senão aos que foram desobedientes?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vemos que não poderam entrar por causa da sua incredulidade.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