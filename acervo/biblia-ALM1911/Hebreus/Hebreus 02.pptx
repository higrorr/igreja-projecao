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Hebreus 2:1</a:t>
            </a:r>
          </a:p>
          <a:p>
            <a:pPr algn="ctr"/>
            <a:r>
              <a:rPr sz="4400">
                <a:solidFill>
                  <a:srgbClr val="FFFFFF"/>
                </a:solidFill>
                <a:latin typeface="Arial"/>
              </a:rPr>
              <a:t>Portanto convem-nos attentar com mais diligencia para as coisas que já temos ouvido, para que em tempo algum nos venhamos a esquecer.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Hebreus 2:2</a:t>
            </a:r>
          </a:p>
          <a:p>
            <a:pPr algn="ctr"/>
            <a:r>
              <a:rPr sz="4400">
                <a:solidFill>
                  <a:srgbClr val="FFFFFF"/>
                </a:solidFill>
                <a:latin typeface="Arial"/>
              </a:rPr>
              <a:t>Porque, se a palavra pronunciada pelos anjos permaneceu firme, e toda a transgressão e desobediencia recebeu a justa retribuição,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Hebreus 2:3</a:t>
            </a:r>
          </a:p>
          <a:p>
            <a:pPr algn="ctr"/>
            <a:r>
              <a:rPr sz="4400">
                <a:solidFill>
                  <a:srgbClr val="FFFFFF"/>
                </a:solidFill>
                <a:latin typeface="Arial"/>
              </a:rPr>
              <a:t>Como escaparemos nós, se não attentarmos para uma tão grande salvação, a qual, começando a ser annunciada pelo Senhor, foi-nos depois confirmada pelos que a ouviram;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Hebreus 2:4</a:t>
            </a:r>
          </a:p>
          <a:p>
            <a:pPr algn="ctr"/>
            <a:r>
              <a:rPr sz="4400">
                <a:solidFill>
                  <a:srgbClr val="FFFFFF"/>
                </a:solidFill>
                <a:latin typeface="Arial"/>
              </a:rPr>
              <a:t>Testificando tambem Deus com signaes, e milagres, e varias maravilhas e distribuições do Espirito Sancto segundo a sua vontade?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Hebreus 2:5</a:t>
            </a:r>
          </a:p>
          <a:p>
            <a:pPr algn="ctr"/>
            <a:r>
              <a:rPr sz="4400">
                <a:solidFill>
                  <a:srgbClr val="FFFFFF"/>
                </a:solidFill>
                <a:latin typeface="Arial"/>
              </a:rPr>
              <a:t>Porque não sujeitou aos anjos o mundo futuro, de que agora fallamos.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Hebreus 2:6</a:t>
            </a:r>
          </a:p>
          <a:p>
            <a:pPr algn="ctr"/>
            <a:r>
              <a:rPr sz="4400">
                <a:solidFill>
                  <a:srgbClr val="FFFFFF"/>
                </a:solidFill>
                <a:latin typeface="Arial"/>
              </a:rPr>
              <a:t>Porém em certo logar, testificou alguem, dizendo: Que é o homem, para que d'elle te lembres? ou o filho do homem, para que o visites?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Hebreus 2:7</a:t>
            </a:r>
          </a:p>
          <a:p>
            <a:pPr algn="ctr"/>
            <a:r>
              <a:rPr sz="4400">
                <a:solidFill>
                  <a:srgbClr val="FFFFFF"/>
                </a:solidFill>
                <a:latin typeface="Arial"/>
              </a:rPr>
              <a:t>Tu o fizeste um pouco menor do que os anjos; o coroaste de gloria e de honra, e o constituiste sobre as obras de tuas mãos: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Hebreus 2:8</a:t>
            </a:r>
          </a:p>
          <a:p>
            <a:pPr algn="ctr"/>
            <a:r>
              <a:rPr sz="4400">
                <a:solidFill>
                  <a:srgbClr val="FFFFFF"/>
                </a:solidFill>
                <a:latin typeface="Arial"/>
              </a:rPr>
              <a:t>Todas as coisas lhe sujeitaste debaixo dos pés. Porque, visto que lhe sujeitou todas as coisas, nada deixou que lhe não fosse sujeito. Porém agora ainda não vemos que todas as coisas lhe estejam sujeitas;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Hebreus 2:9</a:t>
            </a:r>
          </a:p>
          <a:p>
            <a:pPr algn="ctr"/>
            <a:r>
              <a:rPr sz="4400">
                <a:solidFill>
                  <a:srgbClr val="FFFFFF"/>
                </a:solidFill>
                <a:latin typeface="Arial"/>
              </a:rPr>
              <a:t>Porém vemos coroado de gloria e de honra aquelle Jesus que fôra feito um pouco menor do que os anjos, por causa da paixão da morte, para que, pela graça de Deus, provasse a morte por todos.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Hebreus 2:10</a:t>
            </a:r>
          </a:p>
          <a:p>
            <a:pPr algn="ctr"/>
            <a:r>
              <a:rPr sz="4400">
                <a:solidFill>
                  <a:srgbClr val="FFFFFF"/>
                </a:solidFill>
                <a:latin typeface="Arial"/>
              </a:rPr>
              <a:t>Porque convinha que aquelle, por cuja causa são todas as coisas, e mediante o qual todas as coisas existem, trazendo muitos filhos á gloria, consagrasse pelas afflicções o principe da salvação d'elles.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Hebreus 2:11</a:t>
            </a:r>
          </a:p>
          <a:p>
            <a:pPr algn="ctr"/>
            <a:r>
              <a:rPr sz="4400">
                <a:solidFill>
                  <a:srgbClr val="FFFFFF"/>
                </a:solidFill>
                <a:latin typeface="Arial"/>
              </a:rPr>
              <a:t>Porque, assim o que sanctifica, como os que são sanctificados, todos são de um; por cuja causa não se envergonha de lhes chamar irmãos,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Hebreus 2:12</a:t>
            </a:r>
          </a:p>
          <a:p>
            <a:pPr algn="ctr"/>
            <a:r>
              <a:rPr sz="4400">
                <a:solidFill>
                  <a:srgbClr val="FFFFFF"/>
                </a:solidFill>
                <a:latin typeface="Arial"/>
              </a:rPr>
              <a:t>Dizendo: Annunciarei o teu nome a meus irmãos, cantar-te-hei louvores no meio da congregação.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Hebreus 2:13</a:t>
            </a:r>
          </a:p>
          <a:p>
            <a:pPr algn="ctr"/>
            <a:r>
              <a:rPr sz="4400">
                <a:solidFill>
                  <a:srgbClr val="FFFFFF"/>
                </a:solidFill>
                <a:latin typeface="Arial"/>
              </a:rPr>
              <a:t>E outra vez: Porei n'elle a minha confiança. E outra vez: Eis-me aqui a mim e aos filhos que Deus me deu.</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Hebreus 2:14</a:t>
            </a:r>
          </a:p>
          <a:p>
            <a:pPr algn="ctr"/>
            <a:r>
              <a:rPr sz="4400">
                <a:solidFill>
                  <a:srgbClr val="FFFFFF"/>
                </a:solidFill>
                <a:latin typeface="Arial"/>
              </a:rPr>
              <a:t>E, porquanto os filhos participam da carne e do sangue, tambem elle participou do mesmo, para que pela morte aniquilasse o que tinha o imperio da morte, isto é, o diabo: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Hebreus 2:15</a:t>
            </a:r>
          </a:p>
          <a:p>
            <a:pPr algn="ctr"/>
            <a:r>
              <a:rPr sz="4400">
                <a:solidFill>
                  <a:srgbClr val="FFFFFF"/>
                </a:solidFill>
                <a:latin typeface="Arial"/>
              </a:rPr>
              <a:t>E livrasse todos os que, com medo da morte, estavam por toda a vida sujeitos á servidão,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Hebreus 2:16</a:t>
            </a:r>
          </a:p>
          <a:p>
            <a:pPr algn="ctr"/>
            <a:r>
              <a:rPr sz="4400">
                <a:solidFill>
                  <a:srgbClr val="FFFFFF"/>
                </a:solidFill>
                <a:latin typeface="Arial"/>
              </a:rPr>
              <a:t>Porque, na verdade, não tomou os anjos, mas tomou a descendencia de Abrahão.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Hebreus 2:17</a:t>
            </a:r>
          </a:p>
          <a:p>
            <a:pPr algn="ctr"/>
            <a:r>
              <a:rPr sz="4400">
                <a:solidFill>
                  <a:srgbClr val="FFFFFF"/>
                </a:solidFill>
                <a:latin typeface="Arial"/>
              </a:rPr>
              <a:t>Pelo que convinha que em tudo fosse similhante aos irmãos, para ser misericordioso e fiel summo sacerdote nas coisas que são para com Deus, para expiar os peccados do povo.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Hebreus 2:18</a:t>
            </a:r>
          </a:p>
          <a:p>
            <a:pPr algn="ctr"/>
            <a:r>
              <a:rPr sz="4400">
                <a:solidFill>
                  <a:srgbClr val="FFFFFF"/>
                </a:solidFill>
                <a:latin typeface="Arial"/>
              </a:rPr>
              <a:t>Porque n'aquillo que elle mesmo, sendo tentado, padeceu, pode soccorrer aos que são tentados.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