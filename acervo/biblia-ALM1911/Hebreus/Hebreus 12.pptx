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nós tambem, pois que estamos rodeados de uma tão grande nuvem de testemunhas, deixemos toda a carga, e o peccado que tão commodamente nos rodeia, e corramos com paciencia a carreira que nos está proposta: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 para Jesus, auctor e consummador da fé, o qual pelo gozo que lhe estava proposto supportou a cruz, desprezando a affronta, e assentou-se á dextra do throno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Considerae pois aquelle que contra si mesmo supportou tal contradicção dos peccadores, para que não enfraqueçaes, desfallecendo em vossos animos.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não resististes até ao sangue, combatendo contra o peccado.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vos esquecestes da exhortação que, como a filhos, discorre comvosco: Filho meu, não desprezes a correcção do Senhor, e não desmaies quando por elle fores reprehendido;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corrige ao que ama, e açoita a qualquer que recebe por filho.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supportaes a correcção, Deus vos trata como a filhos; porque, que filho ha a quem o pae não corrija?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estaes sem disciplina, da qual todos são feitos participantes, logo sois bastardos, e não filhos.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Tambem, na verdade, tivemos nossos paes, segundo a carne, para nos corrigir, e os reverenciámos: não nos sujeitaremos muito mais ao Pae dos espiritos, para vivermos?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aquelles, na verdade, por um pouco de tempo, nos corrigiam como bem lhes parecia; porém este, para nosso proveito, para sermos participantes da sua sanctidade.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toda a correcção, ao presente, não parece ser causa de gozo, senão de tristeza, mas depois produz um fructo pacifico de justiça aos exercitados por ella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tornae a levantar as mãos cançadas, e os joelhos desconjuntados,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fazei rectas veredas para os vossos pés, para que o que manqueja se não desvie inteiramente, antes seja sarado.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 a paz com todos, e a sanctificação, sem a qual ninguem verá o Senhor: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Attendendo a que ninguem se prive da graça de Deus, a que nenhuma raiz de amargura, brotando, vos perturbe, e por ella muitos se contaminem.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ninguem seja fornicario, ou profano, como Esaú, que por um manjar vendeu o seu direito de primogenitura.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sabeis que, querendo ainda depois herdar a benção, foi rejeitado, porque não achou logar de arrependimento, ainda que com lagrimas o buscou.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chegastes ao monte que se não podia tocar, e ao fogo incendido, e á escuridão, e ás trevas, e á tempestade,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sonido da trombeta, e á voz das palavras, a qual os que a ouviram pediram que se lhes não fallasse mais;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podiam supportar o que se lhes mandava: se até uma besta tocar o monte, será apedrejada ou passada com uma frecha.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tão terrivel era a visão, que Moysés disse: Estou todo assombrado, e tremendo.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chegastes ao monte de Sião, e á cidade do Deus vivo, á Jerusalem celestial, e aos muitos milhares de anjos;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assembléa geral e egreja dos primogenitos, que estão inscriptos nos céus, e a Deus, o juiz de todos, e aos espiritos dos justos aperfeiçoados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Jesus, o Mediador do Novo Testamento, e ao sangue da aspersão, que falla melhores coisas do que o de Abel.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que não rejeiteis ao que falla; porque, se não escaparam aquelles que rejeitaram ao que na terra dava respostas divinas, muito menos escaparemos nós, se nos desviarmos d'aquelle que é dos céus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qual moveu então a terra, porém agora annunciou, dizendo: Ainda uma vez commoverei, não só a terra, senão tambem o céu.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palavra: Ainda uma vez, mostra a mudança das coisas moveis, co*uo coisas feitas, para que as immoveis permaneçam.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recebendo o reino immovel, retenhamos a graça, pela qual sirvamos a Deus agradavelmente com reverencia e piedade;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nosso Deus é um fogo consumidor.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