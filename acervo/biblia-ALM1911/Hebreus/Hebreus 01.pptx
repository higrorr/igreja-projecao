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1:1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Havendo Deus antigamente fallado muitas vezes, e em muitas maneiras, aos paes, pelos prophetas, a nós fallou-nos n'estes ultimos dias pelo Filho,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1:2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quem constituiu herdeiro de todas as coisas, por quem fez tambem o mundo.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1:3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qual, sendo o resplendor da sua gloria, e a expressa imagem da sua pessoa, e sustentando todas as coisas, pela palavra do seu poder, havendo feito por si mesmo a purificação dos nossos peccados, assentou-se á dextra da magestade nas alturas;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1:4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Feito tanto mais excellente do que os anjos, quanto herdou mais excellente nome do que elles.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1:5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Porque, a qual dos anjos disse jámais: Tu és meu Filho, hoje te gerei? E outra vez: Eu lhe serei por Pae, e elle me será por Filho?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1:6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outra vez, quando introduziu no mundo o primogenito, diz: E todos os anjos de Deus o adorem.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1:7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quanto aos anjos, diz: O que a seus anjos faz espiritos, e a seus ministros labareda de fogo.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1:8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Mas, quanto ao Filho, diz: Ó Deus, o teu throno subsiste pelos seculos dos seculos: sceptro de equidade é o sceptro do teu reino: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1:9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Amaste a justiça e aborreceste a iniquidade; por isso Deus, o teu Deus, te ungiu com oleo de alegria mais do que a teus companheiros.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1:10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E: Tu, Senhor, no principio fundaste a terra, e os céus são obra de tuas mãos: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1:11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Elles perecerão, porém tu permanecerás; e todos elles, como roupa, se envelhecerão,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1:12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como uma manta os enrolarás, e mudar-se-hão, porém tu és o mesmo, e os teus annos não acabarão.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1:13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qual dos anjos disse jámais: Assenta-te á minha dextra até que ponha a teus inimigos por escabello de teus pés?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1:14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são porventura todos elles espiritos ministradores, enviados para servir a favor d'aquelles que hão de herdar a salvação?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