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tambem o primeiro tinha ordenanças de culto divino, e um sanctuario terrestre.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tabernaculo foi preparado, o primeiro, em que estava o candieiro, e a mesa e os pães da proposição, o que se chama o sanctuario.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após o segundo véu estava o tabernaculo, que se chama o sancto dos sanctos,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tinha o incensario de oiro, e a arca do concerto, coberta de oiro toda em redor: em que estava a talha de oiro, que continha o manná, e a vara de Aarão, que tinha florescido, e as taboas do concerto;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arca os cherubins da gloria, que faziam sombra no propiciatorio; das quaes coisas não fallaremos agora particularmente.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estando estas coisas assim preparadas, a todo o tempo entravam os sacerdotes no primeiro tabernaculo, para cumprir os serviços divinos;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segundo só o summo sacerdote, uma vez no anno, não sem sangue, o qual offerecia por si mesmo e pelas culpas do povo: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n'isto a entender o Espirito Sancto que ainda o caminho do sanctuario não estava descoberto emquanto se conservava em pé o primeiro tabernaculo: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era figura para o tempo de então, em que se offereciam presentes e sacrificios, que, quanto á consciencia, não podiam aperfeiçoar aquelle que fazia o serviço.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consistiam sómente em manjares, e bebidas, e varias abluções e justificações da carne, impostas até ao tempo da correcção.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vindo Christo, o summo sacerdote dos bens futuros, por um maior e mais perfeito tabernaculo, não feito por mãos, isto é, não d'esta feitura,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sangue de bodes e bezerros, mas por seu proprio sangue, uma vez entrou no sanctuario, havendo effectuado uma eterna redempção.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o sangue dos toiros e bodes, e a cinza da novilha espargida sobre os immundos, os sanctifica, quanto á purificação da carne,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mais o sangue de Christo, que pelo Espirito eterno se offereceu a si mesmo immaculado a Deus, purificará as vossas consciencias das obras mortas para servirdes ao Deus vivo?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é Mediador do novo Testamento, para que, intervindo a morte para remissão das transgressões que havia debaixo do primeiro testamento, os chamados recebam a promessa da herança eterna.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onde ha testamento necessario é que intervenha a morte do testador.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testamento confirma-se nos mortos; porquanto não é valido emquanto vive o testador,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o primeiro não foi consagrado sem sangue;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havendo Moysés relatado a todo o povo todos os mandamentos segundo a lei, tomou o sangue dos bezerros e dos bodes, com agua, lã purpurea e hyssope, e aspergiu tanto o mesmo livro como todo o povo,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Este é o sangue do testamento que Deus vos tem mandado.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similhantemente aspergiu com sangue o tabernaculo e todos os vasos do ministerio.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quasi todas as coisas, segundo a lei, se purificam com sangue; e sem derramamento de sangue não se faz remissão.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era bem necessario que as figuras das coisas que estão no céu se purificassem com estas coisas; porém as proprias coisas celestiaes com sacrificios melhores do que estes.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Christo não entrou no sanctuario feito por mãos, figura do verdadeiro, porém no mesmo céu, para agora comparecer por nós perante a face de Deus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tambem para a si mesmo se offerecer muitas vezes, como o summo sacerdote cada anno entra no sanctuario com sangue alheio;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D'outra maneira, necessario lhe fôra padecer muitas vezes desde a fundação do mundo: mas agora na consummação dos seculos uma vez se manifestou, para aniquilar o peccado pelo sacrificio de si mesmo.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aos homens está ordenado morrerem uma vez, vindo depois d'isso o juizo,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Christo, offerecendo-se uma vez para tirar os peccados de muitos, apparecerá a segunda vez, sem peccado, aos que o esperam para salvação.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