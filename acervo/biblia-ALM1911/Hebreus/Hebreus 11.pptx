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a fé é o firme fundamento das coisas que se esperam, e a prova das coisas que se não vêem.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ella os antigos alcançaram testemunho.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entendemos que os seculos pela palavra de Deus foram creados; de maneira que as coisas que se vêem não foram feitas das que se viam.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Abel offereceu a Deus maior sacrificio do que Caim, pela qual alcançou testemunho de que era justo, porquanto Deus deu testemunho dos seus dons, e, depois de morto, ainda falla por ella.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Enoch foi trasladado para não ver a morte, e não foi achado, porquanto Deus o trasladara; porque antes da sua trasladação alcançou testemunho de que agradava a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sem fé é impossivel agradar a Deus: porque é necessario que aquelle que se approxima de Deus creia que elle existe, e que é galardoador dos que o buscam.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Noé, divinamente advertido das coisas que ainda se não viam, temeu, e, para salvação da sua familia, fabricou a arca, pela qual condemnou o mundo, e foi feito herdeiro da justiça que é segundo a fé.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Abrahão, sendo chamado, obedeceu, para sair ao logar que havia de receber por herança; e saiu, sem saber para onde 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habitou na terra da promessa, como em terra alheia, morando em cabanas com Isaac e Jacob, herdeiros com elle da mesma promessa.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esperava a cidade que tem fundamentos, da qual o artifice e fabricador é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tambem a mesma Sarah recebeu a virtude de conceber, e deu á luz já fóra da edade; porquanto teve por fiel aquelle que lh'o tinha promettido.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de um, e esse já amortecido, nasceram em tão grande multidão como as estrellas do céu, e como a areia innumeravel que está na praia do mar.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morreram na fé, sem terem recebido as promessas; porém, vendo-as de longe, e crendo-as e abraçando-as, confessaram que eram estrangeiros e peregrinos na terra.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que isto dizem claramente mostram que buscam outra patria.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se, na verdade, se lembrassem d'aquella d'onde haviam saido, teriam tempo de tornar para ella.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desejam uma melhor, isto é, a celestial. Pelo que tambem Deus se não envergonha d'elles, de se chamar seu Deus, porque já lhes apparelhou uma cidade.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offereceu Abrahão a Isaac, quando foi provado; e aquelle que recebera as promessas offereceu o seu unigenito,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Sendo-lhe dito: Em Isaac será chamada a tua descendencia; considerando que Deus era poderoso para até dos mortos o resuscitar.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onde tambem em similhança o tornou a recobrar.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Isaac abençoou Jacob e Esaú, no tocante ás coisas futuras.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Jacob, proximo da morte, abençoou cada um dos filhos de José, e adorou encostado á ponta do seu bordão.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José, proximo da morte, fez menção da saida dos filhos de Israel, e deu ordem ácerca de seus ossos.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Moysés, já nascido, foi escondido tres mezes por seus paes, porque viram que era um formoso menino; e não temeram o mandamento do rei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Moysés, sendo já grande, recusou ser chamado filho da filha de Pharaó,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Escolhendo antes ser maltratado com o povo de Deus de que por um pouco de tempo ter o gozo do peccado;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por maiores riquezas o vituperio de Christo do que os thesouros do Egypto; porque tinha em vista a recompensa.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deixou o Egypto, não temendo a ira do rei; porque esteve firme, como vendo o invisivel.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celebrou a paschoa e o derramamento de sangue, para que o destruidor dos primogenitos os não tocasse.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passaram o Mar Vermelho, como por terra secca; o que intentando os egypcios, se afogaram.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cairam os muros de Jericó, sendo sitiados durante sete dias.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 Rahab, a meretriz, não pereceu com os incredulos, acolhendo em paz os espias.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mais direi? Faltar-me-hia o tempo, contando de Gideon, e de Barac, e de Sansão, e de Jefthe, e de David, e de Samuel e dos prophetas: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pela fé venceram reinos, exercitaram justiça, alcançaram promessas, fecharam as boccas dos leões,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Apagaram a força do fogo, escaparam do fio da espada, da fraqueza tiraram forças, na batalha se esforçaram, pozeram em fugida os exercitos dos estranhos.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mulheres tornaram a receber pela resurreição os seus mortos, e outros foram estirados, não acceitando o seu livramento, para alcançarem uma melhor resurreição.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outros experimentaram escarneos e açoites, e até cadeias e prisões;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apedrejados, serrados, tentados, mortos ao fio da espada; andaram vestidos de pelles de ovelhas e de cabras, desamparados, afflictos e maltratados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(Dos quaes o mundo não era digno), errantes pelos desertos, e montes, e covas e cavernas da terra.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estes, tendo testemunho pela fé, não alcançaram a promessa: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Provendo Deus alguma coisa melhor a nosso respeito, para que sem nós não fossem aperfeiçoados.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