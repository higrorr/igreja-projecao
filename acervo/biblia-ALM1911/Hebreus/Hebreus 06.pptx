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deixando os rudimentos da doutrina de Christo, prosigamos até á perfeição, não lançando de novo o fundamento do arrependimento das obras mortas e da fé em Deus,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doutrina dos baptismos, e da imposição das mãos, e da resurreição dos mortos, e do juizo eterno.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faremos, se Deus o permittir.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é impossivel que os que já uma vez foram illuminados, e provaram o dom celestial, e se fizeram participantes do Espirito Sancto,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provaram a boa palavra de Deus, e as virtudes do seculo futuro,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a recair, sejam outra vez renovados para arrependimento; pois assim, quanto a elles, de novo crucificam o Filho de Deus, e o expõem ao vituperio.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terra que embebe a chuva que muitas vezes cae sobre ella, e produz herva proveitosa para aquelles por quem é lavrada, recebe a benção de Deus: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que produz espinhos e abrolhos, é reprovada, e perto está da maldição; cujo fim é ser queimada.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de vós, ó amados, esperamos coisas melhores, e coisas que acompanham a salvação, ainda que assim fallamos.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não é injusto para se esquecer da vossa obra, e do trabalho da caridade que para com o seu nome mostrastes, emquanto ministrastes aos sanctos; e ainda ministraes.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desejamos que cada um de vós mostre o mesmo cuidado até ao fim, para completa certeza da esperança;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vos não façaes negligentes, mas sejaes imitadores dos que pela fé e paciencia herdam as promessas.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quando Deus fez a promessa a Abrahão, como não tinha outro maior por quem jurasse, jurou por si mesmo,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Certamente, abençoando-te, abençoarei, e, multiplicando-te, multiplicarei.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assim, esperando com paciencia, alcançou a promessa.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homens certamente juram por alguem superior a elles, e o juramento para confirmação é, para elles, o fim de toda a contenda.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querendo Deus mostrar mais abundantemente a immutabilidade de seu conselho aos herdeiros da promessa, se interpoz com juramento;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por duas coisas immutaveis, nas quaes é impossivel que Deus minta, tenhamos a firme consolação, nós, os que pomos o nosso refugio em reter a esperança proposta;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temos como uma ancora da alma segura e firme, e que entra até dentro do véu,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Jesus, nosso precursor, entrou por nós, feito eternamente summo sacerdote, segundo a ordem de Melchisedec.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