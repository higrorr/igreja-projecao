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Judas, servo de Jesus Christo, e irmão de Thiago, aos chamados, sanctificados pelo Deus Pae, e conservados por Jesus Christo: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Misericordia, e paz, e caridade vos sejam multiplicadas.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Amados, procurando eu escrever-vos com toda a diligencia ácerca da salvação commum, tive por necessidade escrever-vos, e exhortar-vos a batalhar pela fé que uma vez foi entregue aos sanctos.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 introduziram alguns, que já d'antes estavam escriptos para este mesmo juizo, homens impios, que convertem em dissolução a graça de Deus, e negam a Deus, unico dominador e Senhor nosso, Jesus Christo.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quero lembrar-vos, como a quem já uma vez soube isto, que, havendo o Senhor salvo um povo, tirando-o da terra do Egypto, destruiu depois os que não creram;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anjos que não guardaram a sua origem, mas deixaram a sua propria habitação, reservou debaixo da escuridão, e em prisões eternas até ao juizo d'aquelle grande dia;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Sodoma e Gomorrah, e as cidades circumvisinhas, que, havendo fornicado como aquelles, e ido após outra carne, foram postas por exemplo, soffrendo a pena do fogo eterno.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comtudo tambem estes, similhantemente adormecidos, contaminam a carne, e rejeitam a dominação, e vituperam as dignidades.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archanjo Miguel, quando contendia com o diabo, e disputava a respeito do corpo de Moysés, não ousou pronunciar juizo de maldição contra elle; porém disse: O Senhor te reprehenda.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estes dizem mal do que não sabem; e o que naturalmente conhecem, como animaes irracionaes, n'isso se corrompem.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d'elles! porque entraram pelo caminho de Caim, e foram levados pelo engano do galardão de Balaão, e pereceram pela contradicção de Coré.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manchas em vossas festas de caridade, banqueteando comvosco, e apascentando-se a si mesmos sem temor: são nuvens sem agua, levadas dos ventos de uma a outra parte: são como arvores murchas, infructiferas, duas vezes mortas, desarreigadas;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Ondas impetuosas do mar, que escumam as suas mesmas abominações: estrellas errantes, para os quaes está eternamente reservada a escuridão das trevas.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d'estes prophetizou tambem Enoch, o setimo depois de Adão, dizendo: Eis que é vindo o Senhor com milhares de seus sanctos;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fazer juizo contra todos e castigar d'entre elles todos os impios, por todas as suas obras de impiedade, que impiamente commetteram, e por todas as duras palavras que os impios peccadores disseram contra elle.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murmuradores, queixosos da sua sorte, andando segundo as suas concupiscencias, e cuja bocca falla coisas mui arrogantes, admirando as pessoas por causa do proveito.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vós, amados, lembrae-vos das palavras que vos foram preditas pelos apostolos de nosso Senhor Jesus Christo: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vos diziam que no ultimo tempo haveria escarnecedores que andariam segundo as suas impias concupiscencias.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que se separam a si mesmos, sensuaes, que não teem o Espirito.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vós, amados, edificando-vos a vós mesmos sobre a vossa sanctissima fé, orando no Espirito Sancto,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Conservae-vos a vós mesmos na caridade de Deus, esperando a misericordia de nosso Senhor Jesus Christo para a vida eterna.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apiedae-vos de alguns que estão duvidosos;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salvae os outros por temor, e arrebatae-os do fogo, aborrecendo até a roupa manchada da carne.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áquelle que é poderoso para vos guardar de tropeçar, e apresentar-vos irreprehensiveis, com alegria, perante a sua gloria,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Judas 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unico Deus, Salvador nosso, por Jesus Christo, nosso Senhor, seja gloria e magestade, dominio e poder, antes de todos os seculos, agora, e para todo o sempre. Amen.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