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n'um d'aquelles dias que, estando elle ensinando o povo no templo, e annunciando o evangelho, sobrevieram os principaes dos sacerdotes e os escribas com os anciãos,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fallaram-lhe, dizendo: Dize-nos, com que auctoridade fazes estas coisas? Ou, quem é que te deu esta auctoridade?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respondendo elle, disse-lhes: Tambem eu vos farei uma pergunta: dizei-me pois: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baptismo de João era do céu ou dos homens?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arrazoavam entre si, dizendo: Se dissermos: Do céu, elle nos dirá: Então porque o não crestes?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dissermos: Dos homens; todo o povo nos apedrejará, pois teem por certo que João era propheta.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responderam que não sabiam d'onde era.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 lhes disse: Nem tão pouco eu vos digo com que auctoridade faço estas coisas.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começou a dizer ao povo esta parabola: Um certo homem plantou uma vinha, e arrendou-a a uns lavradores, e partiu para fóra da terra por muito tempo;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seu tempo mandou um servo aos lavradores, para que lhe déssem dos fructos da vinha; mas os lavradores, espancando-o, mandaram-n'o vazio.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tornou ainda a mandar outro servo; mas elles, espancando tambem a este, e affrontando-o, mandaram-n'o vazio.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tornou ainda a mandar terceiro; mas elles, ferindo tambem a este, o expulsaram.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 da vinha: Que farei? Mandarei o meu filho amado; talvez que, vendo-o, o respeitem.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vendo-o os lavradores, arrazoaram entre si, dizendo: Este é o herdeiro; vinde, matemol-o, para que a herdade seja nossa.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lançando-o fóra da vinha, o mataram. Que lhes fará pois o senhor da vinha?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Irá, e destruirá estes lavradores, e dará a outros a vinha. E, ouvindo elles isto, disseram: Assim não seja!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elle, olhando para elles, disse: Que é isto pois que está escripto? A pedra, que os edificadores reprovaram, essa foi feita cabeça da esquina.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Qualquer que cair sobre aquella pedra será quebrantado, e aquelle sobre quem ella cair será feito em pedaços.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principaes dos sacerdotes e os escribas procuravam lançar mão d'elle n'aquella mesma hora; mas temeram o povo; porque entenderam que contra elles dissera esta parabola.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trazendo-o debaixo de olho, mandaram espias, que se fingissem justos, para o apanhar n'alguma palavra, e entregal-o á jurisdicção e poder do presidente.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perguntaram-lhe, dizendo: Mestre, nós sabemos que fallas e ensinas bem e rectamente, e que não attentas para a apparencia da pessoa, mas ensinas com verdade o caminho de Deus: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É-nos licito dar tributo a Cesar ou não?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entendendo elle a sua astucia, disse-lhes: Porque me tentaes?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Mostrae-me uma moeda. De quem tem a imagem e a inscripção? E, respondendo elles, disseram: De Cesar.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Disse-lhes então: Dae pois a Cesar o que é de Cesar, e a Deus o que é de Deus.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poderam apanhal-o em palavra alguma diante do povo; e, maravilhados da sua resposta, calaram-se.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chegando-se alguns dos sadduceos, que dizem não haver resurreição, perguntaram-lhe,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Dizendo: Mestre, Moysés escreveu-nos que, se o irmão d'algum fallecer, tendo mulher, e não deixar filhos, o irmão d'elle tome a mulher, e suscite posteridade a seu irmão.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Houve pois sete irmãos, e o primeiro tomou mulher, e morreu sem filhos;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segundo tomou-a, e tambem este morreu sem filhos;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terceiro tomou-a, e egualmente tambem os sete: e morreram, e não deixaram filhos.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ultimo, depois de todos, morreu tambem a mulher.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na resurreição, de qual d'elles será a mulher, pois que os sete a tiveram por mulher?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respondendo Jesus, disse-lhes: Os filhos d'este seculo casam-se, e dão-se em casamento;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os que forem havidos por dignos de alcançar aquelle seculo, e a resurreição dos mortos, nem hão de casar, nem ser dados em casamento;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podem mais morrer; pois são eguaes aos anjos, e são filhos de Deus, visto que são filhos da resurreição.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os mortos hão de resuscitar tambem o mostrou Moysés junto da sarça, quando chama ao Senhor Deus de Abrahão, e Deus de Isaac, e Deus de Jacob.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Deus não é Deus de mortos, porém de vivos; porque para elle vivem todos.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respondendo alguns dos escribas, disseram: Mestre, disseste bem.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ousavam perguntar-lhe mais coisa alguma.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lhes disse: Como dizem que o Christo é filho de David?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 o mesmo David no livro dos Psalmos: Disse o Senhor ao meu Senhor: Assenta-te á minha direita,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que eu ponha os teus inimigos por escabello de teus pés.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sorte que David lhe chama Senhor; e como é seu filho?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ouvindo-o todo o povo, disse Jesus aos seus discipulos: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Guardae-vos dos escribas, que querem andar com vestidos compridos; e amam as saudações nas praças, e as principaes cadeiras nas synagogas, e os primeiros logares nos banquetes;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20:47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devoram as casas das viuvas, fazendo, como pretexto, largas orações. Estes receberão maior condemnação.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