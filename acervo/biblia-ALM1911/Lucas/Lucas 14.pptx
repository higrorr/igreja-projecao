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a:t>
            </a:r>
          </a:p>
          <a:p>
            <a:pPr algn="ctr"/>
            <a:r>
              <a:rPr sz="4400">
                <a:solidFill>
                  <a:srgbClr val="FFFFFF"/>
                </a:solidFill>
                <a:latin typeface="Arial"/>
              </a:rPr>
              <a:t>Aconteceu n'um sabbado que, entrando elle em casa de um dos principaes dos phariseos para comer pão, elles o estavam espiando.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a:t>
            </a:r>
          </a:p>
          <a:p>
            <a:pPr algn="ctr"/>
            <a:r>
              <a:rPr sz="4400">
                <a:solidFill>
                  <a:srgbClr val="FFFFFF"/>
                </a:solidFill>
                <a:latin typeface="Arial"/>
              </a:rPr>
              <a:t>E eis que estava ali adiante d'elle um certo homem hydropico.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a:t>
            </a:r>
          </a:p>
          <a:p>
            <a:pPr algn="ctr"/>
            <a:r>
              <a:rPr sz="4400">
                <a:solidFill>
                  <a:srgbClr val="FFFFFF"/>
                </a:solidFill>
                <a:latin typeface="Arial"/>
              </a:rPr>
              <a:t>E, Jesus, tomando a palavra, fallou aos doutores da lei, e aos phariseos, dizendo: É licito curar no sabbado?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14:4</a:t>
            </a:r>
          </a:p>
          <a:p>
            <a:pPr algn="ctr"/>
            <a:r>
              <a:rPr sz="4400">
                <a:solidFill>
                  <a:srgbClr val="FFFFFF"/>
                </a:solidFill>
                <a:latin typeface="Arial"/>
              </a:rPr>
              <a:t>Elles, porém, calaram-se. E, tomando-o, elle o curou e despediu.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14:5</a:t>
            </a:r>
          </a:p>
          <a:p>
            <a:pPr algn="ctr"/>
            <a:r>
              <a:rPr sz="4400">
                <a:solidFill>
                  <a:srgbClr val="FFFFFF"/>
                </a:solidFill>
                <a:latin typeface="Arial"/>
              </a:rPr>
              <a:t>E, respondendo-lhes, disse: Qual será de vós o que, caindo-lhe n'um poço, em dia de sabbado, o jumento ou o boi, o não tire logo?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14:6</a:t>
            </a:r>
          </a:p>
          <a:p>
            <a:pPr algn="ctr"/>
            <a:r>
              <a:rPr sz="4400">
                <a:solidFill>
                  <a:srgbClr val="FFFFFF"/>
                </a:solidFill>
                <a:latin typeface="Arial"/>
              </a:rPr>
              <a:t>E nada lhe podiam replicar a estas coisas.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14:7</a:t>
            </a:r>
          </a:p>
          <a:p>
            <a:pPr algn="ctr"/>
            <a:r>
              <a:rPr sz="4400">
                <a:solidFill>
                  <a:srgbClr val="FFFFFF"/>
                </a:solidFill>
                <a:latin typeface="Arial"/>
              </a:rPr>
              <a:t>E disse aos convidados uma parabola, reparando como escolhiam os primeiros assentos, dizendo-lhes: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14:8</a:t>
            </a:r>
          </a:p>
          <a:p>
            <a:pPr algn="ctr"/>
            <a:r>
              <a:rPr sz="4400">
                <a:solidFill>
                  <a:srgbClr val="FFFFFF"/>
                </a:solidFill>
                <a:latin typeface="Arial"/>
              </a:rPr>
              <a:t>Quando por alguem fôres convidado ás bodas, não te assentes no primeiro logar, não aconteça que esteja convidado outro mais digno do que tu;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14:9</a:t>
            </a:r>
          </a:p>
          <a:p>
            <a:pPr algn="ctr"/>
            <a:r>
              <a:rPr sz="4400">
                <a:solidFill>
                  <a:srgbClr val="FFFFFF"/>
                </a:solidFill>
                <a:latin typeface="Arial"/>
              </a:rPr>
              <a:t>E, vindo o que te convidou a ti e a elle, te diga: Dá o logar e este; e então, com vergonha, tenhas de tomar o derradeiro logar.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14:10</a:t>
            </a:r>
          </a:p>
          <a:p>
            <a:pPr algn="ctr"/>
            <a:r>
              <a:rPr sz="4400">
                <a:solidFill>
                  <a:srgbClr val="FFFFFF"/>
                </a:solidFill>
                <a:latin typeface="Arial"/>
              </a:rPr>
              <a:t>Mas, quando fores convidado, vae, e assenta-te no derradeiro logar, para que, quando vier o que te convidou, te diga: Amigo, sobe mais para cima. Então terás honra diante dos que estiverem comtigo á mesa.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14:11</a:t>
            </a:r>
          </a:p>
          <a:p>
            <a:pPr algn="ctr"/>
            <a:r>
              <a:rPr sz="4400">
                <a:solidFill>
                  <a:srgbClr val="FFFFFF"/>
                </a:solidFill>
                <a:latin typeface="Arial"/>
              </a:rPr>
              <a:t>Porque qualquer que a si mesmo se exaltar será humilhado, e aquelle que a si mesmo se humilhar será exaltado.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14:12</a:t>
            </a:r>
          </a:p>
          <a:p>
            <a:pPr algn="ctr"/>
            <a:r>
              <a:rPr sz="4400">
                <a:solidFill>
                  <a:srgbClr val="FFFFFF"/>
                </a:solidFill>
                <a:latin typeface="Arial"/>
              </a:rPr>
              <a:t>E dizia tambem ao que o tinha convidado: Quando deres um jantar, ou uma ceia, não chames os teus amigos, nem os teus irmãos, nem os teus parentes, nem visinhos ricos, para que não succeda que tambem elles te tornem a convidar, e te seja isso recompensado.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14:13</a:t>
            </a:r>
          </a:p>
          <a:p>
            <a:pPr algn="ctr"/>
            <a:r>
              <a:rPr sz="4400">
                <a:solidFill>
                  <a:srgbClr val="FFFFFF"/>
                </a:solidFill>
                <a:latin typeface="Arial"/>
              </a:rPr>
              <a:t>Mas, quando fizeres convite, chama os pobres, aleijados, mancos e cegos,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14:14</a:t>
            </a:r>
          </a:p>
          <a:p>
            <a:pPr algn="ctr"/>
            <a:r>
              <a:rPr sz="4400">
                <a:solidFill>
                  <a:srgbClr val="FFFFFF"/>
                </a:solidFill>
                <a:latin typeface="Arial"/>
              </a:rPr>
              <a:t>E serás bemaventurado; porquanto não teem com que t'o recompensar; porque recompensado te será na resurreição dos justos.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14:15</a:t>
            </a:r>
          </a:p>
          <a:p>
            <a:pPr algn="ctr"/>
            <a:r>
              <a:rPr sz="4400">
                <a:solidFill>
                  <a:srgbClr val="FFFFFF"/>
                </a:solidFill>
                <a:latin typeface="Arial"/>
              </a:rPr>
              <a:t>E, ouvindo isto um dos que estavam com elle á mesa, disse-lhe: Bemaventurado aquelle que comer pão no reino de Deus.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14:16</a:t>
            </a:r>
          </a:p>
          <a:p>
            <a:pPr algn="ctr"/>
            <a:r>
              <a:rPr sz="4400">
                <a:solidFill>
                  <a:srgbClr val="FFFFFF"/>
                </a:solidFill>
                <a:latin typeface="Arial"/>
              </a:rPr>
              <a:t>Porém elle lhe disse: Um certo homem fez uma grande ceia, e convidou a muitos.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14:17</a:t>
            </a:r>
          </a:p>
          <a:p>
            <a:pPr algn="ctr"/>
            <a:r>
              <a:rPr sz="4400">
                <a:solidFill>
                  <a:srgbClr val="FFFFFF"/>
                </a:solidFill>
                <a:latin typeface="Arial"/>
              </a:rPr>
              <a:t>E á hora da ceia mandou o seu servo a dizer aos convidados: Vinde, que já tudo está preparado.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14:18</a:t>
            </a:r>
          </a:p>
          <a:p>
            <a:pPr algn="ctr"/>
            <a:r>
              <a:rPr sz="4400">
                <a:solidFill>
                  <a:srgbClr val="FFFFFF"/>
                </a:solidFill>
                <a:latin typeface="Arial"/>
              </a:rPr>
              <a:t>E todos á uma começaram a escusar-se. Disse-lhe o primeiro: Comprei um campo, e importa ir vêl-o: rogo-te que me hajas por escusado.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14:19</a:t>
            </a:r>
          </a:p>
          <a:p>
            <a:pPr algn="ctr"/>
            <a:r>
              <a:rPr sz="4400">
                <a:solidFill>
                  <a:srgbClr val="FFFFFF"/>
                </a:solidFill>
                <a:latin typeface="Arial"/>
              </a:rPr>
              <a:t>E outro disse: Comprei cinco juntas de bois, e vou a experimental-os: rogo-te que me hajas por escusado.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14:20</a:t>
            </a:r>
          </a:p>
          <a:p>
            <a:pPr algn="ctr"/>
            <a:r>
              <a:rPr sz="4400">
                <a:solidFill>
                  <a:srgbClr val="FFFFFF"/>
                </a:solidFill>
                <a:latin typeface="Arial"/>
              </a:rPr>
              <a:t>E outro disse: Casei, e portanto não posso ir.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14:21</a:t>
            </a:r>
          </a:p>
          <a:p>
            <a:pPr algn="ctr"/>
            <a:r>
              <a:rPr sz="4400">
                <a:solidFill>
                  <a:srgbClr val="FFFFFF"/>
                </a:solidFill>
                <a:latin typeface="Arial"/>
              </a:rPr>
              <a:t>E, voltando aquelle servo, annunciou estas coisas ao seu senhor. Então o pae de familia, indignado, disse ao seu servo: Sae depressa pelas ruas e bairros da cidade, e traze aqui os pobres, e aleijados, e mancos e cegos.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14:22</a:t>
            </a:r>
          </a:p>
          <a:p>
            <a:pPr algn="ctr"/>
            <a:r>
              <a:rPr sz="4400">
                <a:solidFill>
                  <a:srgbClr val="FFFFFF"/>
                </a:solidFill>
                <a:latin typeface="Arial"/>
              </a:rPr>
              <a:t>E disse o servo: Senhor, feito está como mandaste; e ainda ha logar.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14:23</a:t>
            </a:r>
          </a:p>
          <a:p>
            <a:pPr algn="ctr"/>
            <a:r>
              <a:rPr sz="4400">
                <a:solidFill>
                  <a:srgbClr val="FFFFFF"/>
                </a:solidFill>
                <a:latin typeface="Arial"/>
              </a:rPr>
              <a:t>E disse o senhor ao servo: Sae pelos caminhos e vallados, e força-os a entrar para que a minha casa se encha.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14:24</a:t>
            </a:r>
          </a:p>
          <a:p>
            <a:pPr algn="ctr"/>
            <a:r>
              <a:rPr sz="4400">
                <a:solidFill>
                  <a:srgbClr val="FFFFFF"/>
                </a:solidFill>
                <a:latin typeface="Arial"/>
              </a:rPr>
              <a:t>Porque eu vos digo que nenhum d'aquelles varões que foram convidados provará a minha ceia.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14:25</a:t>
            </a:r>
          </a:p>
          <a:p>
            <a:pPr algn="ctr"/>
            <a:r>
              <a:rPr sz="4400">
                <a:solidFill>
                  <a:srgbClr val="FFFFFF"/>
                </a:solidFill>
                <a:latin typeface="Arial"/>
              </a:rPr>
              <a:t>Ora ia com elle uma grande multidão; e, voltando-se, disse-lhe: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14:26</a:t>
            </a:r>
          </a:p>
          <a:p>
            <a:pPr algn="ctr"/>
            <a:r>
              <a:rPr sz="4400">
                <a:solidFill>
                  <a:srgbClr val="FFFFFF"/>
                </a:solidFill>
                <a:latin typeface="Arial"/>
              </a:rPr>
              <a:t>Se alguem vier a mim, e não aborrecer a seu pae, e mãe, e mulher, e filhos, e irmãos, e irmãs, e ainda tambem a sua propria vida, não pode ser meu discipulo.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14:27</a:t>
            </a:r>
          </a:p>
          <a:p>
            <a:pPr algn="ctr"/>
            <a:r>
              <a:rPr sz="4400">
                <a:solidFill>
                  <a:srgbClr val="FFFFFF"/>
                </a:solidFill>
                <a:latin typeface="Arial"/>
              </a:rPr>
              <a:t>E qualquer que não levar a sua cruz, e não vier após mim, não pode ser meu discipulo.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14:28</a:t>
            </a:r>
          </a:p>
          <a:p>
            <a:pPr algn="ctr"/>
            <a:r>
              <a:rPr sz="4400">
                <a:solidFill>
                  <a:srgbClr val="FFFFFF"/>
                </a:solidFill>
                <a:latin typeface="Arial"/>
              </a:rPr>
              <a:t>Pois qual de vós, querendo edificar uma torre, não se assenta primeiro a fazer as contas dos gastos, para ver se tem com que a acabar?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14:29</a:t>
            </a:r>
          </a:p>
          <a:p>
            <a:pPr algn="ctr"/>
            <a:r>
              <a:rPr sz="4400">
                <a:solidFill>
                  <a:srgbClr val="FFFFFF"/>
                </a:solidFill>
                <a:latin typeface="Arial"/>
              </a:rPr>
              <a:t>Para que não aconteça que, depois de haver posto o alicerce, e não a podendo acabar, todos os que a virem comecem a escarnecer d'elle,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14:30</a:t>
            </a:r>
          </a:p>
          <a:p>
            <a:pPr algn="ctr"/>
            <a:r>
              <a:rPr sz="4400">
                <a:solidFill>
                  <a:srgbClr val="FFFFFF"/>
                </a:solidFill>
                <a:latin typeface="Arial"/>
              </a:rPr>
              <a:t>Dizendo: Este homem começou a edificar e não poude acabar.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14:31</a:t>
            </a:r>
          </a:p>
          <a:p>
            <a:pPr algn="ctr"/>
            <a:r>
              <a:rPr sz="4400">
                <a:solidFill>
                  <a:srgbClr val="FFFFFF"/>
                </a:solidFill>
                <a:latin typeface="Arial"/>
              </a:rPr>
              <a:t>Ou qual é o rei que, indo á guerra a pelejar contra outro rei, não se assenta primeiro a consultar se com dez mil pode sair ao encontro do que vem contra elle com vinte mil?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14:32</a:t>
            </a:r>
          </a:p>
          <a:p>
            <a:pPr algn="ctr"/>
            <a:r>
              <a:rPr sz="4400">
                <a:solidFill>
                  <a:srgbClr val="FFFFFF"/>
                </a:solidFill>
                <a:latin typeface="Arial"/>
              </a:rPr>
              <a:t>D'outra maneira, estando o outro ainda longe, manda-lhe embaixadores, e pede condições de paz.</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14:33</a:t>
            </a:r>
          </a:p>
          <a:p>
            <a:pPr algn="ctr"/>
            <a:r>
              <a:rPr sz="4400">
                <a:solidFill>
                  <a:srgbClr val="FFFFFF"/>
                </a:solidFill>
                <a:latin typeface="Arial"/>
              </a:rPr>
              <a:t>Assim, pois, qualquer de vós, que não renuncia a tudo quanto tem, não pode ser meu discipulo.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14:34</a:t>
            </a:r>
          </a:p>
          <a:p>
            <a:pPr algn="ctr"/>
            <a:r>
              <a:rPr sz="4400">
                <a:solidFill>
                  <a:srgbClr val="FFFFFF"/>
                </a:solidFill>
                <a:latin typeface="Arial"/>
              </a:rPr>
              <a:t>Bom é o sal; porém, se o sal degenerar, com que se adubará?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Lucas 14:35</a:t>
            </a:r>
          </a:p>
          <a:p>
            <a:pPr algn="ctr"/>
            <a:r>
              <a:rPr sz="4400">
                <a:solidFill>
                  <a:srgbClr val="FFFFFF"/>
                </a:solidFill>
                <a:latin typeface="Arial"/>
              </a:rPr>
              <a:t>Nem presta para a terra, nem para o monturo; lançam-n'o fóra. Quem tem ouvidos para ouvir, ouça.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