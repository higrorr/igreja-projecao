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depois de concluir todos estes discursos perante o povo, entrou em Capernaum.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servo de um certo centurião, a quem muito estimava, estava doente, e moribundo.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ouviu fallar de Jesus, enviou-lhe uns anciãos dos judeos, rogando-lhe que viesse e curasse o seu servo.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elles junto de Jesus, rogaram-lhe muito, dizendo: É digno de que lhe concedas isto,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ama a nossa nação, e elle mesmo nos edificou a synagoga.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Jesus com elles; mas, quando já estava perto da casa, enviou-lhe o centurião uns amigos, dizendo-lhe: Senhor, não te incommodes, porque não sou digno de que entres debaixo do meu telhado;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nem ainda me julguei digno de ir ter comtigo; dize, porém, uma palavra, e o meu creado sarará.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tambem eu sou homem sujeito á auctoridade, e tenho soldados sob o meu poder, e digo a este: Vae; e elle vae; e a outro: Vem; e elle vem; e ao meu servo: Faze isto; e elle o faz.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ouvindo isto, maravilhou-se d'elle, e, voltando-se, disse á multidão que o seguia: Digo-vos que nem ainda em Israel tenho achado tanta fé.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voltando para casa os que foram enviados, acharam são o servo enfermo.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aconteceu, no dia seguinte, que Jesus ia a uma cidade chamada Nain, e com elle iam muitos dos seus discipulos, e uma grande multidão;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chegou perto da porta da cidade, eis que levavam um defunto, filho unigenito de sua mãe, que era viuva; e com ella ia uma grande multidão da cidade.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vendo-a, o Senhor moveu-se de intima compaixão por ella, e disse-lhe: Não chores.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chegando-se, tocou o esquife (e os que o levavam pararam), e disse: Mancebo, a ti te digo: Levanta-te.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defunto assentou-se, e começou a fallar; e entregou-o a sua mãe.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todos se apoderou o temor, e glorificavam a Deus, dizendo: Um grande propheta se levantou entre nós, e Deus visitou o seu povo.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correu d'elle esta fama por toda a Judea e por toda a terra circumvisinha.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discipulos de João annunciaram-lhe todas estas coisas.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João, chamando dois dos seus discipulos, enviou-os a Jesus, dizendo: És tu aquelle que havia de vir, ou esperamos outro?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aquelles homens chegaram junto d'elle, disseram: João Baptista enviou-nos a dizer-te: És tu aquelle que havia de vir, ou esperamos outro?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na mesma hora, curou muitos de enfermidades, e males, e espiritos máus, e deu vista a muitos cegos.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Respondendo então Jesus, disse-lhes: Ide, e annunciae a João as coisas que tendes visto e ouvido: que os cegos vêem, os coxos andam, os leprosos são purificados, os surdos ouvem, os mortos resuscitam e o Evangelho annuncia-se aos pobres.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bemaventurado aquelle que em mim se não escandalizar.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tendo-se retirado os mensageiros de João, começou a dizer á multidão ácerca de João: Que saistes a ver ao deserto? uma canna abalada pelo vento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que saistes a vêr? um homem trajado de vestidos delicados? Eis que os que andam com preciosos vestidos, e em delicias, estão nos paços reaes.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que saistes a vêr? um propheta? sim, vos digo, e muito mais do que propheta.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é aquelle de quem está escripto: Eis que envio o meu anjo adiante da tua face, o qual preparará diante de ti o teu caminho.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vos digo que, entre os nascidos de mulheres, não ha maior propheta do que João Baptista; mas o menor no reino de Deus é maior do que elle.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povo que o ouviu e os publicanos justificaram a Deus, tendo sido baptizados com o baptismo de João.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phariseos e os doutores da lei rejeitaram o conselho de Deus contra si mesmos, não tendo sido baptizados por elle.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Senhor: A quem pois compararei os homens d'esta geração, e a quem são similhantes?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São similhantes aos meninos que, assentados nas praças, clamam uns aos outros, e dizem: Tocámos-vos flauta, e não dançastes; cantámos-vos lamentações, e não chorastes,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veiu João Baptista, que nem comia pão nem bebia vinho, e dizeis: Tem demonio;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Veiu o Filho do homem, que come e bebe, e dizeis: Eis ahi um homem comilão, e bebedor de vinho, amigo dos publicanos e dos peccadores.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sabedoria é justificada por todos os seus filhos.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rogou-lhe um dos phariseos que comesse com elle; e, entrando em casa do phariseo, assentou-se á mesa.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uma mulher da cidade, uma peccadora, sabendo que elle estava á mesa em casa do phariseo, levou um vaso de alabastro com unguento;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detraz, aos seus pés, chorando, começou a regar-lhe os pés com lagrimas, e enxugava-lh'os com os cabellos da sua cabeça; e beijava-lhe os pés, e ungia-lh'os com o unguento.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isto viu o phariseo que o tinha convidado, fallava comsigo, dizendo: Se este fôra propheta, bem saberia quem e qual é a mulher que o tocou, porque é peccadora.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respondendo, disse-lhe: Simão, uma coisa tenho a dizer-te. E elle disse: Dize-a, Mestre.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certo crédor tinha dois devedores; um devia-lhe quinhentos dinheiros, e outro cincoenta.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não tendo elles com que pagar, perdoou-lhes a ambos a divida. Dize pois qual d'elles o amará mais?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Simão, respondendo, disse: Tenho para mim que é aquelle a quem mais perdoou. E elle lhe disse: Julgaste bem.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voltando-se para a mulher, disse a Simão: Vês tu esta mulher? Entrei em tua casa, e não me déste agua para os pés; mas esta regou-me os pés com lagrimas, e m'os enxugou com os seus cabellos.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me déste osculo, mas esta, desde que entrou, não tem cessado de me beijar os pés.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me ungiste a cabeça com oleo, mas esta ungiu-me os pés com unguento.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te digo que os seus muitos peccados lhe são perdoados, porque muito amou; mas aquelle a quem pouco se perdoa pouco ama.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a ella: Os teus peccados te são perdoados.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estavam á mesa começaram a dizer entre si: Quem é este, que até perdoa peccados?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7:50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á mulher: A tua fé te salvou: vae-te em paz.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