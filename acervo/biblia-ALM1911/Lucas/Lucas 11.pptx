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estando elle a orar n'um certo logar, quando acabou lhe disse um dos seus discipulos: Senhor, ensina-nos a orar, como tambem João ensinou aos seus discipulos.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Quando orardes, dizei: Pae nosso, que estás nos céus, sanctificado seja o teu nome: venha o teu reino: seja feita a tua vontade, assim na terra como no céu;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Dá-nos cada dia o nosso pão quotidiano.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perdoa-nos os nossos peccados, pois tambem nós perdoamos a qualquer que nos deve; e não nos mettas em tentação, mas livra-nos do mal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tambem: Qual de vós terá um amigo, e, se for procural-o á meia noite, e lhe disser: Amigo, empresta-me tres pães,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um amigo meu chegou a minha casa, vindo de caminho, e não tenho que apresentar-lhe;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Elle, respondendo de dentro, diga: Não me importunes; já está a porta fechada, e os meus filhos estão comigo na cama: não posso levantar-me para t'os dar?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Digo-vos que, ainda que se não levante a dar-lh'os, por ser seu amigo, levantar-se-ha, todavia, por causa da sua importunação, e lhe dará tudo o que houver mister.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digo-vos, a vós: Pedi, e dar-se-vos-ha: buscae, e achareis: batei, e abrir-se-vos-ha;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qualquer que pede recebe; e quem busca, acha; e a quem bate abrir-se-lhe-ha.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 o pae d'entre vós que, se o filho lhe pedir pão, lhe dará uma pedra? Ou tambem, se lhe pedir peixe, lhe dará por peixe uma serpente?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tambem, se lhe pedir um ovo, lhe dará um escorpião?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se vós, sendo máus, sabeis dar boas dadivas aos vossos filhos, quanto mais dará o nosso Pae celestial o Espirito Sancto áquelles que lh'o pedirem?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 expulsando um demonio, o qual era mudo. E aconteceu que, saindo o demonio, o mudo fallou; e maravilhou-se a multidão.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alguns d'elles diziam: Elle expulsa os demonios por Beelzebú, principe dos demonios.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outros, tentando-o, pediam-lhe um signal do céu.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conhecendo elle os seus pensamentos, disse-lhes: Todo o reino, dividido contra si mesmo, será assolado; e a casa, dividida contra si mesma, cairá.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tambem Satanaz está dividido contra si mesmo, como subsistirá o seu reino? Pois dizeis que eu expulso os demonios por Beelzebú;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eu expulso os demonios por Beelzebú, por quem os expulsam os vossos filhos? Elles pois serão os vossos juizes.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eu expulso os demonios pelo dedo de Deus, certamente a vós é chegado o reino de Deus.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homem valente guarda armado a sua casa, em segurança está tudo quanto tem.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sobrevindo outro mais valente do que elle, e vencendo-o, tira-lhe toda a sua armadura em que confiava, e reparte os seus despojos.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não é comigo é contra mim; e quem comigo não ajunta espalha.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espirito immundo tem saido do homem, anda por logares seccos, buscando repouso; e, não o achando, diz: Tornarei para minha casa, d'onde sahi.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chegando, acha-a varrida e adornada.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vae, e leva comsigo outros sete espiritos peiores do que elle, e, entrando, habitam ali: e o ultimo estado d'esse homem é peior do que o primeiro.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dizendo elle estas coisas, uma mulher d'entre a multidão, levantando a voz, lhe disse: Bemaventurado o ventre que te trouxe e os peitos em que mamaste.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 disse: Antes bemaventurados os que ouvem a palavra de Deus e a guardam.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ajuntando-se a multidão, começou a dizer: Maligna é esta geração: ella pede um signal; e não lhe será dado outro signal, senão o signal do propheta Jonas: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assim como Jonas foi signal para os ninivitas, assim o Filho do homem o será tambem para esta geração.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rainha do sul se levantará no juizo com os homens d'esta geração, e os condemnará; pois até dos confins da terra veiu ouvir a sabedoria de Salomão; e eis aqui está quem é maior do que Salomão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homens de Ninive se levantarão no juizo com esta geração, e a condemnarão; pois se converteram com a prégação de Jonas, e eis aqui está quem é maior do que Jonas.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ninguem, accendendo a candeia, a põe em logar occulto, nem debaixo do alqueire; porém no velador, para que os que entrarem vejam a luz.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candeia do corpo é o olho. Sendo pois o teu olho simples, tambem todo o teu corpo será luminoso, mas, se fôr mau, tambem o teu corpo será tenebroso.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 pois que a tua luz que em ti ha não sejam trevas.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Se, pois, todo o teu corpo é luminoso, não tendo em trevas parte alguma, todo será luminoso, como quando a candeia te allumia com o seu resplendor.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elle ainda fallando, rogou-lhe um phariseo que fosse jantar com elle; e, entrando, assentou-se á mesa.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phariseo admirou-se, vendo que se não lavara antes de jantar.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lhe disse; Vós, os phariseos, limpaes agora o exterior do copo e do prato; porém o vosso interior está cheio de rapina e maldade.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Loucos! o que fez o exterior, não fez tambem o interior?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dae esmola do que tiverdes, e eis que tudo vos será limpo.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ai de vós, phariseos, que dizimaes a hortelã, e a arruda, e toda a hortaliça, e desprezaes o juizo e amor de Deus. Importava fazer estas coisas, e não deixar as outras.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vós, phariseos, que amaes os primeiros assentos nas synagogas, e as saudações nas praças.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vós, escribas e phariseos hypocritas, que sois como as sepulturas que não apparecem, e os homens que sobre ellas andam não o sabem.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um dos doutores da lei, disse-lhe: Mestre, quando dizes isto, tambem nos affrontas a nós.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disse: Ai de vós tambem, doutores da lei, que carregaes os homens com cargas difficeis de transportar, e vós mesmos nem ainda com um dos vossos dedos tocaes nas ditas cargas.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vós que edificaes os sepulchros dos prophetas, e vossos paes os mataram.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testificaes, pois, que consentis nas obras de vossos paes; porque elles os mataram, e vós edificaes os seus sepulchros.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diz tambem a sabedoria de Deus: Prophetas e apostolos lhes mandarei; e elles matarão uns, e perseguirão outros;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d'esta geração seja requerido o sangue de todos os prophetas que, desde a fundação do mundo, foi derramado,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 sangue de Abel, até ao sangue de Zacharias, que foi morto entre o altar e o templo; assim, vos digo, será requerido d'esta geração.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vós, doutores da lei, que tirastes a chave da sciencia; vós mesmos não entrastes, e impedistes os que entravam.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dizendo-lhes estas coisas, os escribas e os phariseos começaram a apertal-o fortemente, e a fazel-o fallar ácerca de muitas coisas,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11:54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Armando-lhe ciladas, a fim de apanharem da sua bocca alguma coisa para o accusarem.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