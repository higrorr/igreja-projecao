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olhando elle, viu os ricos lançarem as suas offertas na arca do thesouro;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viu tambem uma pobre viuva lançar ali duas pequenas moedas;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Em verdade vos digo que lançou mais do que todos esta pobre viuva;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todos aquelles deitaram para as offertas de Deus, do que lhes sobeja; mas esta, da sua pobreza, deitou todo o sustento que tinha.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dizendo alguns a respeito do templo, que estava ornado de formosas pedras e dadivas, disse: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 estas coisas que vêdes, dias virão em que se não deixará pedra sobre pedra, que não seja derribada.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perguntaram-lhe, dizendo: Mestre, quando serão pois estas coisas? E que signal haverá quando estas coisas estiverem para acontecer?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então elle: Vêde não vos enganem, porque virão muitos em meu nome, dizendo: Eu sou o Christo, e já o tempo está proximo; não vades portanto após elles.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ouvirdes de guerras e sedições, não vos assusteis. Porque é necessario que estas coisas aconteçam primeiro, mas o fim não será logo.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lhes disse: Levantar-se-ha nação contra nação, e reino contra reino;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haverá em varios logares grandes terremotos, e fomes e pestilencias; haverá tambem coisas espantosas, e grandes signaes do céu.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antes de todas estas coisas lançarão mão de vós, e vos perseguirão, entregando-vos ás synagogas e ás prisões, e conduzindo-vos á presença de reis e presidentes, por amor do meu nome.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sobrevir-vos-ha isto para testemunho.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Proponde pois em vossos corações não premeditar como haveis de responder,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vos darei bocca e sabedoria a que não poderão contradizer nem resistir todos quantos se vos oppozerem.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até pelos paes, e irmãos, e parentes, e amigos sereis entregues; e matarão alguns de vós.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todos sereis aborrecidos por amor do meu nome.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não perecerá nem um cabello da vossa cabeça.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vossa paciencia possui as vossas almas.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quando virdes Jerusalem cercada d'exercitos, sabei então que já é chegada a sua assolação.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Então, os que estiverem na Judea, fujam para os montes; e, os que estiverem no meio d'ella, saiam: e, os que nos campos, não entrem n'ella.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dias de vingança são estes, para que se cumpram todas as coisas que estão escriptas.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ai das gravidas, e das que criarem n'aquelles dias! porque haverá grande aperto na terra, e ira sobre este povo.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cairão ao fio da espada, e para todas as nações serão levados captivos; e Jerusalem será pisada pelos gentios, até que os tempos dos gentios se completem.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haverá signaes no sol, e na lua e nas estrellas; e na terra aperto das nações em perplexidade, pelo bramido do mar e das ondas;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Homens desmaiando de terror, na expectação das coisas que sobrevirão ao mundo. Porque as virtudes do céu serão abaladas.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então verão vir o Filho do homem n'uma nuvem, com poder e grande gloria.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quando estas coisas começarem a acontecer, olhae para cima, e levantae as vossas cabeças, porque a vossa redempção está proxima.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 uma parabola: Olhae para a figueira, e para todas as arvores;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já teem brotado, vós sabeis por vós mesmos, vendo-as, que perto está já o verão.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tambem vós, quando virdes acontecer estas coisas, sabei que o reino de Deus está perto.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verdade vos digo que não passará esta geração até que tudo aconteça.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Passará o céu e a terra, mas as minhas palavras não hão de passar.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olhae por vós, não aconteça que os vossos corações se carreguem de glotonaria, embriaguez, e dos cuidados d'esta vida, e venha sobre vós de improviso aquelle dia.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virá como um laço sobre todos os que habitam sobre a face de toda a terra.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Vigiae pois em todo o tempo, orando, para que sejaes havidos por dignos de evitar todas estas coisas que hão de acontecer, e de estar em pé diante do Filho do homem.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dia ensinava no templo, e á noite, saindo, ficava no monte chamado das Oliveiras.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21:38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povo ia ter com elle ao templo, de manhã cedo, para o ouvir.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