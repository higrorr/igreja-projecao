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pois perto a festa dos pães asmos, chamada a paschoa.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principaes dos sacerdotes, e os escribas, procuravam como o matariam; porque temiam o povo.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Entrou, porém, Satanaz em Judas, que tinha por sobrenome Iscariotes, o qual era do numero dos doze;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foi, e fallou com os principaes dos sacerdotes, e com os capitães, de como lh'o entregaria,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se alegraram, e convieram em lhe dar dinheiro.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prometteu; e buscava opportunidade para lh'o entregar sem alvoroço.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Chegou, porém, o dia dos pães asmos, em que importava sacrificar a paschoa.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a Pedro e a João, dizendo: Ide, preparae-nos a paschoa, para que a comamos.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Onde queres que a preparemos?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Eis que, quando entrardes na cidade, vos encontrará um homem, levando um cantaro d'agua: segui-o até á casa em que elle entrar.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direis ao pae de familia da casa: O Mestre te diz: Onde está o aposento em que hei de comer a paschoa com os meus discipulos?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vos mostrará um grande cenaculo mobilado; ahi fazei preparativos.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elles, acharam como lhes tinha dito; e prepararam a paschoa.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chegada a hora, poz-se á mesa, e com elle os doze apostolos.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Desejei muito comer comvosco esta paschoa, antes que padeça;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vos digo que não a comerei mais até que ella se cumpra no reino de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 calix, e havendo dado graças, disse: Tomae-o, e reparti-o entre vós;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vos digo que já não beberei do fructo da vide, até que venha o reino de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 pão, e havendo dado graças, partiu-o, e deu-lh'o, dizendo: Isto é o meu corpo, que por vós é dado; fazei isto em memoria de mim.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tomou o calix, depois da ceia, dizendo: Este calix é o Novo Testamento no meu sangue, que é derramado por vós.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eis que a mão do que me trahe está comigo á mesa.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o Filho do homem vae segundo o que está determinado; porém ai d'aquelle homem por quem é trahido!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começaram a perguntar entre si qual d'elles seria o que havia de fazer isto.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tambem entre elles contenda, sobre qual d'elles parecia ser o maior.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Os reis dos gentios dominam sobre elles, e os que teem auctoridade sobre elles são chamados bemfeitores.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sereis vós assim; antes o maior entre vós seja como o menor; e quem governa como quem serve.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qual é maior: quem está á mesa, ou quem serve? Porventura não é quem está á mesa? Porém eu entre vós sou como aquelle que serve.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sois os que tendes permanecido comigo nas minhas tentações.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ordeno o reino, como meu Pae m'o ordenou;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comaes e bebaes á minha mesa no meu reino, e vos assenteis sobre thronos, julgando as doze tribus d'Israel.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 Senhor: Simão, Simão, eis que Satanaz vos pediu para vos cirandar como trigo;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roguei por ti, para que a tua fé não desfalleça; e tu, quando te converteres, conforta a teus irmãos.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Senhor, estou prompto a ir comtigo até á prisão e á morte.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disse: Digo-te, Pedro, que não cantará hoje o gallo antes que tres vezes negues que me conheces.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Quando vos mandei sem bolsa, sem alforge, e sem alparcas, faltou-vos porventura alguma coisa? E disseram: Nada.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pois: Mas agora, aquelle que tiver bolsa, tome-a, como tambem o alforge; e, o que não tem espada, venda o seu vestido e compre-a;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vos digo que importa que em mim se cumpra ainda aquillo que está escripto: E com os malfeitores foi contado. Porque o que está escripto de mim tem seu cumprimento.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Senhor, eis aqui duas espadas. E elle lhes disse: Basta.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saindo, foi, como costumava, para o Monte das Oliveiras; e tambem os seus discipulos o seguiram.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chegou áquelle logar, disse-lhes: Orae, para que não entreis em tentação.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apartou-se d'elles cerca de um tiro de pedra; e, pondo-se de joelhos, orava,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Pae, se queres, passa de mim este calix, porém não se faça a minha vontade, senão a tua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appareceu-lhe um anjo do céu, que o confortava.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posto em agonia, orava mais intensamente. E o seu suor fez-se como grandes gotas de sangue, que corriam até ao chão.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da oração, veiu para os seus discipulos, e achou-os dormindo de tristeza.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Que, estaes dormindo? Levantae-vos, e orae, para que não entreis em tentação.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ainda a fallar, eis que a multidão, e um dos doze, que se chamava Judas, ia adiante d'elles, e chegou-se a Jesus para o beijar.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Judas, com um beijo trahes o Filho do homem?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estavam com elle, vendo o que ia succeder, disseram-lhe: Senhor, feriremos á espada?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d'elles feriu o servo do summo sacerdote, e cortou-lhe a orelha direita.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disse: Deixae-os; basta. E, tocando-lhe a orelha, o curou.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Jesus aos principaes dos sacerdotes, e capitães do templo, e anciãos, que tinham ido contra elle: Saistes, como a um salteador, com espadas e varapaus?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estado todos os dias comvosco no templo, não estendestes as mãos contra mim, porém esta é a vossa hora e o poder das trevas.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prendendo-o, o conduziram, e o metteram em casa do summo sacerdote. E Pedro seguia-o de longe.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havendo-se accendido fogo no meio da sala, e assentando-se juntos, assentou-se Pedro entre elles.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certa creada, vendo-o estar assentado ao fogo, e, postos os olhos n'elle, disse: Este tambem estava com elle.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negou-o, dizendo: Mulher, não o conheço.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um pouco depois, vendo-o outro, disse: Tu és tambem d'elles. Porém Pedro disse: Homem, não sou.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passada quasi uma hora, um outro affirmava, dizendo: Tambem este verdadeiramente estava com elle, pois tambem é galileo.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disse: Homem, não sei o que dizes. E logo, estando elle ainda a fallar, cantou o gallo.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virando-se o Senhor, olhou para Pedro, e Pedro lembrou-se da palavra do Senhor, como lhe havia dito: Antes que o gallo cante hoje, me negarás tres vezes.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Pedro para fóra, chorou amargamente.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que detinham Jesus zombavam d'elle, ferindo-o.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cobrindo-o, feriam-n'o no rosto, e perguntavam-lhe, dizendo: Prophetiza quem é o que te feriu?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outras muitas coisas diziam contra elle, blasphemando.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foi dia, ajuntaram-se os anciãos do povo, e os principaes dos sacerdotes e os escribas, e o conduziram ao seu concilio,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És tu o Christo? dize-nol-o. E disse-lhes: Se vol-o disser, não o crereis;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tambem, se vos perguntar, não me respondereis, nem me soltareis.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agora o Filho do homem se assentará á direita do poder de Deus.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todos: Logo, és tu o Filho de Deus? E elle lhes disse: Vós dizeis que eu sou.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22:71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elles: De que mais testemunho necessitamos? pois nós mesmos o ouvimos da sua bocca.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