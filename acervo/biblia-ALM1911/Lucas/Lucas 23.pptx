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levantando-se toda a multidão d'elles, o levaram a Pilatos.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começaram a accusal-o, dizendo: Havemos achado este, que perverte a nação, e prohibe dar o tributo a Cesar, dizendo que elle mesmo é Christo, o rei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Pilatos perguntou-lhe, dizendo: Tu és o Rei dos Judeos? E elle, respondendo, disse-lhe: Tu o dizes.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Pilatos aos principaes dos sacerdotes, e á multidão: Não acho culpa alguma n'este homem.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elles insistiam cada vez mais, dizendo: Alvoroça o povo, ensinando por toda a Judea, começando desde Galilea até aqui.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Pilatos, ouvindo fallar da Galilea, perguntou se aquelle homem era galileo.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entendendo que era da jurisdicção de Herodes, remetteu-o a Herodes, que tambem n'aquelles dias estava em Jerusalem.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Herodes, quando viu a Jesus, alegrou-se muito; porque havia muito que desejava vêl-o, por ter ouvido d'elle muitas coisas; e esperava que lhe veria fazer algum signal;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interrogava-o em muitas palavras, porém elle nada lhe respondia.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estavam os principaes dos sacerdotes, e os escribas, accusando-o com grande vehemencia.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Herodes, com os seus soldados, desprezando-o, e escarnecendo d'elle, vestiu-o de uma roupa resplandecente e tornou a envial-o a Pilatos.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mesmo dia Pilatos e Herodes entre si se fizeram amigos; porque d'antes andavam em inimizade um com o outro.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convocando Pilatos os principaes dos sacerdotes, e os magistrados, e o povo, disse-lhes: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Haveis-me apresentado este homem como pervertedor do povo; e eis que, examinando-o na vossa presença, nenhuma culpa, das de que o accusaes, acho n'este homem.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mesmo Herodes, porque a elle vos remetti, e eis que não tem feito coisa alguma digna de morte.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Castigal-o-hei pois, e soltal-o-hei.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era-lhe necessario soltar-lhes um pela festa.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toda a multidão clamou á uma, dizendo: Fóra d'aqui com este, e solta-nos Barrabas: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fôra lançado na prisão por causa de uma sedição feita na cidade, e de um homicidio.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pois outra vez Pilatos, querendo soltar a Jesus.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elles clamavam em contrario, dizendo: Crucifica-o, crucifica-o.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elle, pela terceira vez, lhes disse: Pois que mal fez este? Não acho n'elle culpa alguma de morte. Castigal-o-hei pois, e soltal-o-hei.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elles instavam com grandes gritos, pedindo que fosse crucificado. E os seus gritos, e os dos principaes dos sacerdotes, redobravam.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Pilatos julgou que devia fazer o que elles pediam.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soltou-lhes o que fôra lançado na prisão por uma sedição e homicidio, que era o que pediam; porém entregou Jesus á vontade d'elles.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o iam levando, tomaram um certo Simão, cyreneo, que vinha do campo, e pozeram-lhe a cruz ás costas, para que a levasse após Jesus.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seguia-o grande multidão de povo e de mulheres, as quaes batiam nos peitos, e o lamentavam.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Jesus, voltando-se para ellas, disse: Filhas de Jerusalem, não choreis por mim, chorae antes por vós mesmas, e por vossos filhos.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eis que hão de vir dias em que dirão: Bemaventuradas as estereis, e os ventres que não geraram, e os peitos que não crearam!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começarão a dizer aos montes: Cahi sobre nós, e aos outeiros: Cobri-nos.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ao madeiro verde fazem isto, que se fará ao secco?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conduziram outros dois, que eram malfeitores, para com elle serem mortos.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chegaram ao logar chamado a Caveira, ali o crucificaram, e aos malfeitores, um á direita e outro á esquerda.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dizia Jesus: Pae, perdôa-lhes, porque não sabem o que fazem. E, repartindo os seus vestidos, lançaram sortes.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povo estava olhando; e juntamente com elles tambem os principes zombavam d'elle, dizendo: Aos outros salvou, salve-se a si mesmo, se este é o Christo, o escolhido de Deus.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os soldados o escarneciam, chegando-se a elle, e apresentando-lhe vinagre,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dizendo: Se tu és o Rei dos Judeos, salva-te a ti mesmo.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por cima d'elle estava um titulo, escripto em lettras gregas, romanas, e hebraicas: ESTE É O REI DOS JUDEOS.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dos malfeitores que estavam pendurados blasphemava d'elle, dizendo: Se tu és o Christo, salva-te a ti mesmo, e a nós.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Respondendo, porém, o outro, reprehendia-o, dizendo: Tu nem ainda temes a Deus, estando na mesma condemnação?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nós, na verdade, com justiça, porque recebemos o que os nossos feitos mereciam; mas este nenhum mal fez.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 Jesus: Senhor, lembra-te de mim, quando entrares no teu reino.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Jesus: Em verdade te digo que hoje estarás comigo no Paraiso.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já quasi a hora sexta, e houve trevas em toda a terra até a hora nona.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sol escureceu, e rasgou-se ao meio o véu do templo.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clamando Jesus com grande voz, disse: Pae, nas tuas mãos entrego o meu espirito. E, havendo dito isto, expirou.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centurião, vendo o que tinha acontecido, deu gloria a Deus, dizendo: Na verdade, este homem era justo.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 multidão que se ajuntára a este espectaculo, vendo o que havia acontecido, voltava batendo nos peitos.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seus conhecidos, e as mulheres que juntamente o haviam seguido desde a Galiléa, estavam de longe vendo estas coisas.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um varão por nome José, senador, homem de bem e justo,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não tinha consentido no seu conselho, nem em seus feitos, de Arimathea, cidade dos judeos, e que tambem esperava o reino de Deus: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Este, chegando a Pilatos, pediu o corpo de Jesus;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havendo-o tirado, envolveu-o n'um lençol, e pôl-o n'um sepulchro lavrado n'uma penha, onde ninguem ainda havia sido posto.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o dia da preparação, e amanhecia o sabbado.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as mulheres, que tinham saido com elle da Galiléa, o seguiram, e viram o sepulchro, e como foi posto o seu corpo.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23:56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voltando ellas, prepararam especiarias e unguentos; e no sabbado repousaram, conforme o mandamento.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