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designou o Senhor ainda outros setenta, e mandou-os adiante da sua face, de dois em dois, a todas as cidades e logares onde elle havia de 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dizia-lhes; Grande é, em verdade, a seára, mas os obreiros são poucos; rogae pois ao Senhor da seára que envie obreiros para a sua seára.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Ide: eis que vos mando como cordeiros para o meio de lobos.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leveis bolsa, nem alforge, nem alparcas; e a ninguem saudeis pelo caminho.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 qualquer casa aonde entrardes, dizei primeiro: Paz seja n'esta casa.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ali houver algum filho de paz, repousará sobre elle a vossa paz; e, se não, voltará para vós.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ficae na mesma casa, comendo e bebendo do que elles tiverem, pois digno é o obreiro do seu salario. Não andeis de casa em casa.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 qualquer cidade em que entrardes, e vos receberem, comei do que vos pozerem adiante.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curae os enfermos que n'ella houver, e dizei-lhes: É chegado a vós o reino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em qualquer cidade, em que entrardes e vos não receberem, saindo por suas ruas, dizei: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 pó, que da vossa cidade se nos pegou, sacudimos sobre vós. Sabei, todavia, isto, que já o reino de Deus é chegado a vós.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digo-vos que mais tolerancia haverá n'aquelle dia para Sodoma do que para aquella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ti, Chorazin, ai de ti, Bethsaida! que, se em Tyro e em Sidon se fizessem as maravilhas que em vós foram feitas, já ha muito, assentadas em sacco e cinza, se teriam arrependido.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para Tyro e Sidon será mais toleravel no juizo, do que para vós.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Capernaum, que estás levantada até ao céu, até ao inferno serás abatida.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vos ouve a vós, a mim me ouve; e, quem vos rejeita a vós, a mim me rejeita; e, quem a mim me rejeita, rejeita aquelle que me enviou.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voltaram os setenta com alegria, dizendo: Senhor, em teu nome, até os demonios se nos sujeitam.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Eu via Satanaz, como raio, cair do céu.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vos dou poder para pizar as serpentes e escorpiões, e toda a força do inimigo, e nada vos fará damno algum.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vos alegreis por isso, que se vos sujeitem os espiritos; alegrae-vos antes por estarem os vossos nomes escriptos nos céus.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N'aquella mesma hora se alegrou Jesus em espirito, e disse: Graças te dou, ó Pae, Senhor do céu e da terra, que escondeste estas coisas aos sabios e intelligentes, e as revelaste ás creancinhas; assim é, ó Pae, porque assim te aprouve.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coisas me foram entregues por meu Pae; e ninguem conhece quem é o Filho senão o Pae, nem quem é o Pae senão o Filho, e aquelle a quem o Filho o quizer revelar.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voltando-se para os seus discipulos, disse-lhes em particular: Bemaventurados os olhos que vêem o que vós vêdes;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vos digo que muitos prophetas e reis desejaram vêr o que vós vêdes, e não o viram; e ouvir o que ouvis, e não o ouviram.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se levantou um certo doutor da lei, tentando-o, e dizendo: Mestre, que farei para herdar a vida eterna?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Que está escripto na lei? Como lês?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elle, disse: Amarás ao Senhor teu Deus de todo o teu coração, e de toda a tua alma, e de todas as tuas forças, e de todo o teu entendimento; e ao teu proximo como a ti mesmo.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Respondeste bem; faze isso, e viverás.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querendo justificar-se a si mesmo, disse a Jesus: E quem é o meu proximo?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disse: Descia um homem de Jerusalem para Jericó, e caiu nas mãos dos salteadores, os quaes o despojaram, e, espancando-o, se retiraram, deixando-o meio morto.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acaso, descia pelo mesmo caminho um certo sacerdote; e, vendo-o, passou de largo.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d'egual modo tambem um levita, chegando-se ao logar, e vendo-o, passou de largo.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 certo samaritano, que ia de viagem, chegou ao pé d'elle, e, vendo-o, moveu-se de intima compaixão;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approximando-se, atou-lhe as feridas, deitando-lhe azeite e vinho; e, pondo-o sobre a sua cavalgadura, levou-o para uma estalagem, e cuidou d'elle;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ao outro dia, tirou dois dinheiros, e deu-os ao hospedeiro, e disse-lhe: Cuida d'elle; e tudo o que de mais gastares, eu t'o pagarei quando voltar.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Qual, pois, d'estes tres te parece que foi o proximo d'aquelle que caiu nas mãos dos salteadores?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O que usou de misericordia para com elle. Disse, pois, Jesus: Vae, e faze da mesma maneira.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indo elles de caminho, entrou n'uma aldeia; e uma certa mulher, por nome Martha, o recebeu em sua casa;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esta uma irmã chamada Maria, a qual, assentando-se tambem aos pés de Jesus, ouvia a sua palavra.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Martha andava distrahida em muitos serviços, e, chegando, disse: Senhor, não se te dá de que minha irmã me deixe servir só? Dize-lhe pois que me ajude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disse-lhe: Martha, Martha, andas cuidadosa e afadigada com muitas coisas,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uma só é necessaria; e Maria escolheu a boa parte, a qual não lhe será tirada.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