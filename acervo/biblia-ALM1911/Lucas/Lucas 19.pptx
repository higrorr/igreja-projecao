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Jesus entrado em Jericó, ia passando.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havia ali um varão chamado Zaqueo; e este era um dos principaes dos publicanos, e era rico.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procurava vêr quem era Jesus, e não podia, por causa da multidão, porque era de pequena estatura.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correndo adiante, subiu a uma figueira brava para o ver; porque havia de passar por ali.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Jesus chegou áquelle logar, olhando para cima, viu-o e disse-lhe: Zaqueo, desce depressa, porque hoje me convem pousar em tua casa.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apressando-se, desceu, e recebeu-o gostoso.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todos isto, murmuravam, dizendo que entrara para ser hospede de um homem peccador.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Zaqueo, disse ao Senhor: Senhor, eis que eu dou aos pobres metade dos meus bens; e, se n'alguma coisa tenho defraudado alguem, o restituo quadruplicado.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Jesus: Hoje houve salvação n'esta casa, porquanto tambem este é filho de Abrahão: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Filho do homem veiu buscar e salvar o que se havia perdido.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elles estas coisas, elle proseguiu, e disse uma parabola; porquanto estava perto de Jerusalem, e cuidavam que logo se havia de manifestar o reino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pois: Um certo homem nobre partiu para uma terra remota, a tomar para si um reino e voltar depois.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dez servos seus, deu-lhes dez minas, e disse-lhes: Negociae até que eu venha.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seus cidadãos aborreciam-n'o, e mandaram após elle embaixadores, dizendo: Não queremos que este reine sobre nós.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voltando elle, havendo tomado o reino, disse que lhe chamassem aquelles servos, a quem tinha dado o dinheiro, para saber o que cada um tinha ganhado, negociando.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o primeiro, dizendo: Senhor, a tua mina rendeu dez minas.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Bem está, servo bom, porque no minimo foste fiel, sobre dez cidades terás auctoridade.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o segundo, dizendo: Senhor, a tua mina grangeou cinco minas.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este disse tambem: Sê tu tambem sobre cinco cidades.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outro, dizendo: Senhor, aqui está a tua mina, que guardei n'um lenço;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tive medo de ti, que és homem rigoroso, que tomas o que não pozeste, e segas o que não semeaste.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 disse: Servo maligno, pela tua bocca te julgarei; sabias que eu sou homem rigoroso, que tomo o que não puz, e sego o que não semeei;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metteste pois o meu dinheiro no banco, e eu, vindo, o demandaria com os juros?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que estavam com elle: Tirae-lhe a mina, e dae-a ao que tiver dez minas.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(E disseram lheelles: Senhor, tem dez minas).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vos digo que a qualquer que tiver ser-lhe-ha dado, mas ao que não tiver até o que tem lhe será tirado.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trazei aqui aquelles meus inimigos que não quizeram que eu reinasse sobre elles, e matae-os diante de mim.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dito isto, ia caminhando adiante, subindo para Jerusalem.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chegando perto de Bethphage, e de Bethania, ao monte chamado das Oliveiras, mandou dois dos seus discipulos,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Ide á aldeia que está defronte, e ahi, ao entrar, achareis preso um jumentinho em que nenhum homem ainda se assentou; soltae-o e trazei-o;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vos perguntar: Porque o soltaes? assim lhe direis: Porque o Senhor o ha de mister.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os que haviam sido mandados, acharam como lhes dissera.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soltando o jumentinho, seus donos lhes disseram: Porque soltaes o jumentinho?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O Senhor o ha de mister.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trouxeram-n'o a Jesus: e, lançando sobre o jumentinho os seus vestidos, pozeram a Jesus em cima.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elle, estendiam no caminho os seus vestidos.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já chegava perto da descida do monte das Oliveiras, toda a multidão dos discipulos, regozijando-se, começou a dar louvores a Deus em alta voz, por todas as maravilhas que tinham visto,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Bemdito o Rei que vem em nome do Senhor; paz no céu, e gloria nas alturas.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 d'entre a multidão alguns dos phariseos: Mestre, reprehende os teus discipulos.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elle, disse-lhes: Digo-vos que, se estes se calarem, logo as pedras clamarão.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já ia chegando, vendo a cidade, chorou sobre ella,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Ah! se tu conhecesses tambem, ao menos n'este teu dia, o que á tua paz pertence! mas agora isto está encoberto aos teus olhos.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dias virão sobre ti, em que os teus inimigos te cercarão de trincheiras, e te sitiarão, e te estreitarão de todas as bandas;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derribarão, a ti e aos teus filhos que dentro de ti estiverem; e não deixarão em ti pedra sobre pedra, porquanto não conheceste o tempo da tua visitação.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no templo, começou a expulsar todos os que n'elle vendiam e compravam,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Dizendo-lhes: Está escripto: A minha casa é casa de oração; mas vós fizestes d'ella covil de salteadores.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dias ensinava no templo, e os principaes dos sacerdotes, e os escribas, e os principaes do povo procuravam matal-o.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19:48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achavam meio de o fazer, porque todo o povo pendia para elle, escutando-o.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