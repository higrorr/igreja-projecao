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no sabbado segundo-primeiro, passou pelas searas, e os seus discipulos iam arrancando espigas, e, esfregando-as com as mãos, as comiam.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alguns dos phariseos lhes disseram: Porque fazeis o que não é licito fazer nos sabbados?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Jesus, respondendo-lhes, disse: Nunca lêstes o que fez David quando teve fome, elle e os que com elle estavam?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entrou na casa de Deus, e tomou os pães da proposição, e os comeu, e deu tambem aos que estavam com elle, os quaes não é licito comer senão só aos sacerdotes?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dizia-lhes: O Filho do homem é Senhor até do sabbado.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tambem n'outro sabbado que entrou na synagoga, e estava ensinando; e estava ali um homem que tinha a mão direita mirrada.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escribas e phariseos attentavam n'elle, se o curaria no sabbado, para acharem de que o accusar.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elle bem conhecia os seus pensamentos; e disse ao homem que tinha a mão mirrada: Levanta-te, e põe-te em pé no meio. E, levantando-se elle, poz-se em pé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Jesus lhes disse: Uma coisa vos hei de perguntar: É licito nos sabbados fazer bem, ou fazer mal? salvar a vida, ou matar?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olhando para todos em redor, disse ao homem: Estende a tua mão. E elle assim o fez, e a mão lhe foi restituida sã como a outra.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ficaram cheios de furor, e uns com os outros praticavam sobre o que fariam a Jesus.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 n'aquelles dias subiu ao monte a orar, e passou a noite orando a Deus.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já era dia, chamou a si os seus discipulos, e escolheu doze d'elles, a quem tambem nomeou apostolos: a saber,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Simão, ao qual tambem chamou Pedro, e André, seu irmão; Thiago e João; Philippe e Bartholomeo;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6:15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Mattheus e Thomé; Thiago, filho, d'Alfeo, e Simão, chamado o zelador;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6:16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Judas, irmão de Thiago; e Judas Iscariotes, que foi o traidor.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6:17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descendo com elles, parou n'um logar plano, e tambem uma grande turba de seus discipulos, e grande multidão de povo de toda a Judea, e de Jerusalem, e da costa maritima de Tyro e de Sidon,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6:18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tinham vindo para o ouvir, e serem curados das suas enfermidades, como tambem os atormentados dos espiritos immundos: e eram curados.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6:19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toda a multidão procurava tocal-o; porque sahia d'elle virtude, e curava a todos.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6:20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levantando elle os olhos para os seus discipulos, dizia: Bemaventurados vós, os pobres, porque vosso é o reino de Deus.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6:21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Bemaventurados vós, que agora tendes fome, porque sereis fartos. Bemaventurados vós, que agora choraes, porque haveis de rir.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6:22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Bemaventurados sereis quando os homens vos aborrecerem, e quando vos separarem, e injuriarem, e rejeitarem o vosso nome como mau, por causa do Filho do homem.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6:23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Folgae n'esse dia, exultae; porque, eis que é grande o vosso galardão no céu, porque assim faziam os seus paes aos prophetas.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6:24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ai de vós, ricos! porque já tendes a vossa consolação.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6:25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 de vós, que estaes fartos! porque tereis fome. Ai de vós, que agora rides, porque lamentareis e chorareis.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6:26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 de vós quando todos os homens de vós disserem bem, porque assim faziam seus paes aos falsos prophetas.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6:27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 vós, que ouvis isto, digo: Amae a vossos inimigos, fazei bem aos que vos aborrecem;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6:28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Bemdizei os que vos maldizem, e orae pelos que vos calumniam.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6:29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que te ferir n'uma face, offerece-lhe tambem a outra; e, ao que te houver tirado a capa, nem a tunica recuses;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6:30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dá a qualquer que te pedir; e, ao que tomar o que é teu, não lh'o tornes a pedir.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6:31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como vós quereis que os homens vos façam, tambem da mesma maneira lhes fazei vós.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6:32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amardes aos que vos amam, que recompensa tereis? Porque tambem os peccadores amam aos que os amam.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6:33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fizerdes bem aos que vos fazem bem, que recompensa tereis? Porque tambem os peccadores fazem o mesmo.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6:34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emprestardes áquelles de quem esperaes tornar a receber, que recompensa tereis? Porque tambem os peccadores emprestam aos peccadores, para tornarem a receber outro tanto.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6:35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Amae pois a vossos inimigos, e fazei bem, e emprestae, sem nada esperardes, e será grande o vosso galardão, e sereis filhos do Altissimo; porque é benigno até para com os ingratos e máus.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6:36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Sêde pois misericordiosos, como tambem vosso Pae é misericordioso.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6:37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julgueis, e não sereis julgados: não condemneis, e não sereis condemnados: soltae, e soltar-vos-hão.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6:38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Dae, e ser-vos-ha dado; boa medida, recalcada, sacudida e trasbordando, vos deitarão no vosso regaço; porque com a mesma medida com que medirdes vos tornarão a medir.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6:39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dizia-lhes uma parabola: Pode porventura o cego guiar o cego? não cairão ambos na cova?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6:40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discipulo não é sobre o seu mestre, mas todo o que fôr perfeito será como o seu mestre.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6:41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porque attentas tu no argueiro que está no olho de teu irmão, e não reparas na trave que está no teu proprio olho?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6:42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como podes dizer a teu irmão: Irmão, deixa-me tirar o argueiro que está no teu olho; não attentando tu mesmo na trave que está no teu olho? Hypocrita, tira primeiro a trave do teu olho, e então verás bem para tirar o argueiro que está no olho de teu irmão.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6:43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não ha boa arvore que dê máu fructo, nem má arvore que dê bom fructo.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6:44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cada arvore se conhece pelo seu proprio fructo; pois não se colhem figos dos espinheiros, nem se vindimam uvas dos abrolhos.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6:45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homem bom do bom thesouro do seu coração tira o bem, e o homem mau do mau thesouro do seu coração tira o mal, porque da abundancia do seu coração falla a bocca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6:46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porque me chamaes, Senhor, Senhor, e não fazeis o que eu digo?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6:47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Qualquer que vem para mim e ouve as minhas palavras, e as observa, eu vos mostrarei a quem é similhante: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6:48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similhante ao homem que edificou uma casa, e cavou, e abriu bem fundo, e poz os alicerces sobre rocha, e, vindo a enchente, bateu com impeto a corrente n'aquella casa, e não a poude abalar, porque estava fundada sobre rocha.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6:49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 que ouve e não obra é similhante ao homem que edificou uma casa sobre terra, sem alicerces, na qual bateu com impeto a corrente, e logo caiu; e foi grande a queda d'aquella casa.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