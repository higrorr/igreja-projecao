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discipulos: É impossivel que não venham escandalos, mas ai d'aquelle por quem vierem!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lhe fôra que lhe pozessem ao pescoço uma mó de atafona, e fosse lançado ao mar, do que escandalizar um d'estes pequenos.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por vós mesmos. E, se teu irmão peccar contra ti, reprehende-o, e, se elle se arrepender, perdoa-lhe.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peccar contra ti sete vezes no dia, e sete vezes no dia tornar a ti, dizendo: Arrependo-me; perdoa-lhe.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então os apostolos ao Senhor: Accrescenta-nos a fé.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Se tivesseis fé como um grão de mostarda, dirieis a esta amoreira: Desarreiga-te d'aqui, e planta-te no mar; e vos obedeceria.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de vós terá um servo lavrando ou apascentando, e, voltando elle do campo, lhe diga: Chega-te, e assenta-te á mesa?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lhe diga antes: Prepara-me a ceia, e cinge-te, e serve-me, até que tenha comido e bebido, e depois comerás e beberás tu?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dá graças ao tal servo, porque fez o que lhe foi mandado? Creio que não.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tambem vós, quando fizerdes tudo o que vos fôr mandado, dizei: Somos servos inuteis, porque fizemos sómente o que deviamos fazer.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indo elle a Jerusalem, passou pelo meio da Samaria e da Galilea;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n'uma certa aldeia, sairam-lhe ao encontro dez homens leprosos, os quaes pararam de longe;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 a voz, dizendo: Jesus, Mestre, tem misericordia de nós.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vendo-os, disse-lhes: Ide, e mostrae-vos aos sacerdotes. E aconteceu que, indo elles, ficaram limpos.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d'elles, vendo que estava são, voltou glorificando a Deus em alta voz;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caiu aos seus pés, com o rosto em terra, dando-lhe graças: e este era samaritano.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Jesus, disse: Não foram dez os limpos? E onde estão os nove?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houve quem voltasse a dar gloria a Deus senão este estrangeiro?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Levanta-te, e vae; a tua fé te salvou.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interrogado pelos phariseos sobre quando havia de vir o reino de Deus, respondeu-lhes, e disse: O reino de Deus não vem com apparencia exterior.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dirão: Eil-o aqui, ou, Eil-o ali; porque eis que o reino de Deus está entre vós.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aos discipulos: Dias virão em que desejareis vêr um dos dias do Filho do homem, e não o vereis.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dir-vos-hão: Eil-o aqui, ou, Eil-o ali está; não vades, nem os sigaes: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como o relampago, fuzilando de uma parte debaixo do céu, resplandece até á outra debaixo do céu, assim será tambem o Filho do homem no seu dia.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primeiro convem que elle padeça muito, e seja reprovado por esta geração.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aconteceu nos dias de Noé, assim será tambem nos dias do Filho do homem: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Comiam, bebiam, casavam e davam-se em casamento, até ao dia em que Noé entrou na arca, e veiu o diluvio, e os consumiu a todos.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da mesma maneira aconteceu nos dias de Lot: comiam, bebiam, compravam, vendiam, plantavam e edificavam.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dia em que Lot saiu de Sodoma, choveu do céu fogo e enxofre, e os consumiu a todos.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será no dia em que o Filho do homem se ha de manifestar.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dia, quem estiver no telhado, e as suas alfaias em casa, não desça a tomal-as; e, da mesma sorte, o que estiver no campo não volte para traz.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da mulher de Lot.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procurar salvar a sua vida perdel-a-ha, e qualquer que a perder salval-a-ha.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Digo-vos que n'aquella noite estarão dois n'uma cama; um será tomado, e outro será deixado.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Duas estarão juntas, moendo; uma será tomada, e outra será deixada.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Dois estarão no campo; um será tomado, o outro será deixado.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respondendo, disseram-lhe: Onde, Senhor? E elle lhes disse: Onde estiver o corpo, ahi se ajuntarão as aguias.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