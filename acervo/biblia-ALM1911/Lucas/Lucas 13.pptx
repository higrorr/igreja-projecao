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tempo estavam presentes ali alguns que lhe fallavam dos galileos cujo sangue Pilatos misturara com os seus sacrificios.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disse-lhes: Cuidaes vós que esses galileos foram mais peccadores do que todos os outros galileos, por terem assim padecido?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vos digo; antes, se vos não arrependerdes, todos de egual modo perecereis.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aquelles dezoito, sobre os quaes caiu a torre em Siloé e os matou, cuidaes que foram mais culpados do que todos quantos homens habitam em Jerusalem?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vos digo; antes, se vos não arrependerdes, todos de egual modo perecereis.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esta parabola: Um certo homem tinha uma figueira plantada na sua vinha, e foi buscar n'ella algum fructo, e não o achou;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vinhateiro: Eis que ha tres annos venho buscar fructo a esta figueira, e não o acho; corta-a; porque occupa ainda a terra inutilmente?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elle, disse-lhe: Senhor, deixa-a este anno, até que eu a escave e a esterque;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der fructo, ficará, e, se não, depois a mandarás cortar.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ensinava no sabbado, n'uma das synagogas.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estava ali uma mulher que tinha um espirito de enfermidade, havia já dezoito annos; e andava encurvada, e não podia de modo algum endireitar-se.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vendo-a Jesus, chamou-a a si, e disse-lhe: Mulher, estás livre da tua enfermidade.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as mãos sobre ella, e logo se endireitou, e glorificava a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a palavra o principe da synagoga, indignado porque Jesus curava no sabbado, disse á multidão: Seis dias ha em que é mister trabalhar: n'estes pois vinde para serdes curados, e não no dia de sabbado.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Respondeu-lhe, porém, o Senhor e disse: Hypocrita, no sabbado não desprende da mangedoura cada um de vós o seu boi ou jumento e não o leva a beber?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convinha soltar d'esta prisão, no dia de sabbado, a esta filha de Abrahão, a qual ha dezoito annos Satanaz tinha presa?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elle estas coisas, todos os seus adversarios se confundiam, e todo o povo se alegrava por todas as coisas gloriosas que eram feitas por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dizia: A que é similhante o reino de Deus, e a que o compararei?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similhante ao grão de mostarda que um homem, tomando-o, lançou na sua horta; e cresceu, e fez-se grande arvore, e em seus ramos se aninharam as aves do céu.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outra vez: A que compararei o reino de Deus?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similhante ao fermento que uma mulher, tomando-o, escondeu em tres medidas de farinha, até que tudo levedou.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percorria as cidades e as aldeias, ensinando, e caminhando para Jerusalem.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um: Senhor, são poucos os que se salvam? E elle lhe disse: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Porfiae por entrar pela porta estreita; porque eu vos digo que muitos procurarão entrar e não poderão.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pae de familia se levantar e cerrar a porta, e começardes a estar de fóra, e a bater á porta, dizendo: Senhor, Senhor, abre-nos; e, respondendo elle, vos disser: Não sei d'onde vós sois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começareis a dizer: Temos comido e bebido na tua presença, e tens ensinado nas nossas ruas.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dirá: Digo-vos que não sei d'onde vós sois; apartae-vos de mim, vós todos os que obraes iniquidade.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haverá choro e ranger de dentes, quando virdes Abrahão e Isaac, e Jacob, e todos os prophetas, no reino de Deus, e vós lançados fóra.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virão do oriente, e do occidente, e do norte, e do sul, e assentar-se-hão á mesa no reino de Deus.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derradeiros ha que serão os primeiros; e primeiros ha que serão os derradeiros.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dia chegaram uns phariseos, dizendo-lhe: Sae, e retira-te d'aqui, porque Herodes quer matar-te.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Ide, e dizei áquella raposa: Eis que eu expulso demonios, e effectuo curas, hoje e ámanhã, e no terceiro dia sou consummado.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Importa, porém, caminhar hoje, ámanhã, e no dia seguinte, para que não succeda que morra um propheta fóra de Jerusalem.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Jerusalem, Jerusalem, que matas os prophetas, e apedrejas os que te são enviados! Quantas vezes quiz eu ajuntar os teus filhos, como a gallinha os seus pintos debaixo das suas azas, e não quizeste?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vossa casa se vos deixará deserta. E em verdade vos digo que não me vereis até que venha o tempo em que digaes: Bemdito aquelle que vem em nome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