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muitos emprehendido pôr em ordem a narração das coisas que entre nós se cumpriram,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nos transmittiram os mesmos que as viram desde o principio, e foram ministros da palavra,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Pareceu-me tambem a mim conveniente escrevel-as a ti, ó excellente Theophilo, por sua ordem, havendo-me já informado minuciosamente de tudo desde o principio;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conheças a certeza das coisas de que já estás informado.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Existiu, no tempo de Herodes, rei da Judéa, um sacerdote chamado Zacharias, da ordem de Abias, e cuja mulher era das filhas d'Aarão; e o seu nome era Isabel.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ambos justos perante Deus, andando sem reprehensão em todos os mandamentos e preceitos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tinham filhos, porquanto Isabel era esteril, e ambos eram avançados em edade.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exercendo elle o sacerdocio diante de Deus, na ordem da sua turma,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costume sacerdotal, coube-lhe em sorte entrar no templo do Senhor a offerecer o incenso.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multidão do povo estava fóra, orando á hora do incenso,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anjo do Senhor lhe appareceu, posto em pé, á direita do altar do incenso.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Zacharias, vendo-o, turbou-se, e caiu temor sobre 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anjo lhe disse: Zacharias, não temas, porque a tua oração foi ouvida, e Isabel, tua mulher, dará á luz um filho, e lhe porás o nome de João;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prazer e alegria, e muitos se alegrarão no seu nascimento;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grande diante do Senhor, e não beberá vinho, nem bebida forte, e será cheio do Espirito Sancto, até desde o ventre de sua mãe;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converterá muitos dos filhos de Israel ao Senhor seu Deus;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irá adiante d'elle no espirito e virtude d'Elias, para converter os corações dos paes aos filhos, e os rebeldes á prudencia dos justos; para preparar ao Senhor um povo bem disposto.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Zacharias ao anjo: Como conhecerei isto? pois eu já sou velho, e minha mulher avançada em edade.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o anjo, disse-lhe: Eu sou Gabriel, que assisto diante de Deus, e fui enviado a fallar-te e dar-te estas alegres novas;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ficarás mudo, e não poderás fallar até ao dia em que estas coisas aconteçam; porquanto não crêste nas minhas palavras, que a seu tempo se hão de cumprir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estava esperando a Zacharias, e maravilhavam-se de que tanto se demorasse no templo.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elle, não lhes podia fallar; e entenderam que tinha visto alguma visão no templo. E fallava por acenos, e ficou mudo.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terminados os dias do seu ministerio, voltou para sua casa.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d'aquelles dias Isabel, sua mulher, concebeu, e por cinco mezes se occultou, dizendo: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 me fez o Senhor, nos dias em que attentou em mim, para destruir o meu opprobrio entre os homens.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sexto mez, foi o anjo Gabriel enviado por Deus a uma cidade da Galilea, chamada Nazareth,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uma virgem desposada com um varão, cujo nome era José, da casa de David; e o nome da virgem era Maria.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o anjo aonde ella estava, disse: Salve, agraciada; o Senhor é comtigo: bemdita tu entre as mulheres.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vendo-o ella, turbou-se muito das suas palavras, e considerava que saudação seria esta.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então o anjo: Maria, não temas, porque achaste graça diante de Deus;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em teu ventre conceberás, e darás á luz um filho, e pôr-lhe-has o nome de Jesus.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grande, e será chamado filho do Altissimo; e o Senhor Deus lhe dará o throno de David, seu pae;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reinará eternamente na casa de Jacob, e o seu reino não terá fim.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Maria ao anjo: Como se fará isto? pois não conheço varão.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o anjo, disse-lhe: Descerá sobre ti o Espirito Sancto, e a virtude do Altissimo te cobrirá com a sua sombra; pelo que tambem o Sancto, que de ti ha de nascer, será chamado Filho de Deus.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tambem Isabel, tua prima, concebeu um filho em sua velhice; e é este o sexto mez para aquella que era chamada esteril;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Deus nada será impossivel.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Maria: Eis aqui a serva do Senhor; cumpra-se em mim segundo a tua palavra. E o anjo ausentou-se d'ella.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n'aquelles dias, levantando-se Maria, foi apressada ás montanhas, a uma cidade de Juda,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em casa de Zacharias, e saudou a Isabel.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ouvir Isabel a saudação de Maria, a creancinha saltou no seu ventre; e Isabel foi cheia do Espirito Sancto,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exclamou com grande voz, e disse: Bemdita tu entre as mulheres, e bemdito o fructo do teu ventre.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d'onde me provém isto a mim, que a mãe do meu Senhor venha a mim?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 que, ao chegar aos meus ouvidos a voz da tua saudação, a creancinha saltou de alegria no meu ventre;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bemaventurada a que creu, pois hão de cumprir-se as coisas que da parte do Senhor lhe foram ditas.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Maria: A minha alma engrandece ao Senhor,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espirito se alegra em Deus meu Salvador;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attentou na baixeza de sua serva; pois eis que desde agora todas as gerações me chamarão bemaventurada: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fez grandes coisas o Poderoso; e sancto é o seu nome.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misericordia é de geração em geração sobre os que o temem.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seu braço obrou valorosamente: dissipou os soberbos no pensamento de seus corações.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Depoz dos thronos os poderosos, e elevou os humildes.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 de bens os famintos, e despediu vasios os ricos.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Auxiliou a Israel seu servo, recordando-se da sua misericordia;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fallou a nossos paes, a Abrahão e á sua posteridade, para sempre.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Maria ficou com ella quasi tres mezes, e depois voltou para sua casa.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completou-se para Isabel o tempo de dar á luz, e teve um filho.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visinhos e parentes ouviram que tinha Deus usado para com ella de grande misericordia, e alegraram-se com ella.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oitavo dia, vieram circumcidar o menino, e lhe chamavam Zacharias, do nome de seu pae.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sua mãe, disse: Não, porém será chamado João.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Ninguem ha na tua parentela que se chame por este nome.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 por acenos ao pae como queria que lhe chamassem.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pedindo elle uma taboinha de escrever, escreveu, dizendo: O seu nome é João. E todos se maravilharam.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a bocca se lhe abriu, e a lingua se lhe soltou; e fallava, louvando a Deus.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temor sobre todos os seus circumvisinhos, e em todas as montanhas da Judea foram divulgadas todas estas coisas.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as ouviam as conservavam em seus corações, dizendo: Quem será pois este menino? E a mão do Senhor estava com elle.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Zacharias, seu pae, foi cheio do Espirito Sancto, e prophetizou, dizendo: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o Senhor Deus d'Israel, porque visitou e remiu o seu povo,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levantou uma salvação poderosa na casa de David seu servo,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fallou pela bocca dos seus sanctos prophetas, desde o principio do mundo;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livraria dos nossos inimigos e da mão de todos os que nos aborrecem;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manifestar misericordia a nossos paes, e lembrar-se do seu sancto concerto,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juramento que jurou a Abrahão nosso pae,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conceder-nos que, libertados da mão de nossos inimigos, o serviriamos sem temor,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sanctidade e justiça perante elle, todos os dias da nossa vida.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menino, serás chamado propheta do Altissimo, porque has de ir adiante da face do Senhor, a preparar os seus caminhos;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dar ao seu povo conhecimento da salvação, na remissão dos seus peccados;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entranhas da misericordia do nosso Deus, com que o Oriente do alto nos visitou;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alumiar aos que estão assentados em trevas e sombra de morte; a fim de dirigir os nossos pés pelo caminho da paz.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1:80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menino crescia, e se robustecia em espirito. E esteve nos desertos até ao dia em que havia de mostrar-se a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