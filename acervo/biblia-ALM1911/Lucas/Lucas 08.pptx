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depois d'isto, que andava de cidade em cidade, e de aldeia em aldeia, prégando e annunciando o evangelho do reino de Deus: e os doze andavam com elle,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algumas mulheres que haviam sido curadas de espiritos malignos e de enfermidades: Maria, chamada Magdalena, da qual sairam sete demonios.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Joanna, mulher de Chuza, procurador d'Herodes, e Suzana, e muitas outras que o serviam com suas fazendas.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ajuntando-se uma grande multidão, e vindo ter com elle de todas as cidades, disse por parabola: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semeador saiu a semear a sua semente, e, quando semeava, caiu uma parte junto do caminho, e foi pisada, e as aves do céu a comeram;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parte caiu sobre pedra, e, nascida, seccou-se, porquanto não tinha humidade;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parte caiu entre espinhos, e, nascidos com ella os espinhos, a suffocaram;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parte caiu em boa terra, e, nascida, produziu fructo, cento por um. Dizendo elle estas coisas, clamava: Quem tem ouvidos para ouvir, ouça.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discipulos o interrogaram, dizendo: Que parabola é esta?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A vós é dado conhecer os mysterios do reino de Deus, mas aos outros por parabolas, para que, vendo, não vejam, e, ouvindo, não entendam.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pois a parabola: A semente é a palavra de Deus;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estão junto do caminho, estes são os que ouvem; depois vem o diabo, e tira-lhes do coração a palavra, para que se não salvem, crendo;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estão sobre pedra, estes são os que, ouvindo a palavra, a recebem com alegria, mas estes não teem raiz, pois crêem por algum tempo, e no tempo da tentação se desviam;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que caiu entre espinhos, estes são os que ouviram, e, indo por diante, se suffocam com os cuidados, e riquezas e deleites da vida, e não dão fructo com perfeição;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que caiu em boa terra, estes são os que, ouvindo a palavra, a conservam n'um coração honesto e bom, e dão fructo em perseverança.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ninguem, accendendo uma candeia, a cobre com algum vaso, ou a põe debaixo da cama; porém põe-n'a no velador, para que os que entram vejam a luz.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ha coisa occulta que não haja de manifestar-se, nem coisa escondida que não haja de saber-se e vir á luz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pois como ouvis; porque a qualquer que tiver lhe será dado, e a qualquer que não tiver até o que parece que tem lhe será tirado.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ter com elle sua mãe e seus irmãos, e não podiam chegar a elle, por causa da multidão.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foi-lhe annunciado por alguns, dizendo: Estão lá fóra tua mãe e teus irmãos, que querem ver-te.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respondendo elle, disse-lhes: Minha mãe e meus irmãos são aquelles que ouvem a palavra de Deus e a executam.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n'um d'aquelles dias, entrou n'um barco, e com elle os seus discipulos, e disse-lhes: Passemos para a outra banda do lago. E partiram.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navegando elles, adormeceu; e sobreveiu uma tempestade de vento no lago, e enchiam-se d'agua, e perigavam.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chegando-se a elle, o despertaram, dizendo: Mestre, Mestre, perecemos. E elle, levantando-se, reprehendeu o vento e as ondas d'agua; e cessaram, e fez-se bonança.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Onde está a vossa fé? E elles, temendo, maravilharam-se, dizendo uns aos outros: Quem é este, que até aos ventos e á agua manda, e lhe obedecem?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navegaram para a terra dos gadarenos, que está defronte da Galilea.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desceu para terra, saiu-lhe ao encontro, vindo da cidade, um homem que desde muito tempo era possesso de demonios, e não andava vestido, e não habitava em casa, mas nos sepulchros.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a Jesus, prostrou-se diante d'elle, exclamando, e dizendo com grande voz: Que tenho eu comtigo, Jesus, Filho do Deus Altissimo? Peço-te que não me atormentes.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mandava ao espirito immundo que saisse d'aquelle homem; porque já havia muito tempo que o arrebatava. E guardavam-n'o preso com grilhões e cadeias; mas, quebrando as prisões, era impellido pelo demonio para os desertos.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perguntou-lhe Jesus, dizendo: Qual é o teu nome? E elle disse: Legião; porque tinham entrado n'elle muitos demonios.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rogavam-lhe que os não mandasse ir para o abysmo.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andava ali pastando no monte uma manada de muitos porcos; e rogaram-lhe que lhes concedesse entrar n'elles; e concedeu-lh'o.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saido os demonios do homem, entraram nos porcos, e a manada arrojou-se de um despenhadeiro no lago, e afogaram-se.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aquelles que os guardavam, vendo o que acontecera, fugiram, e foram annuncial-o na cidade e nos campos.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sairam a vêr o que tinha acontecido, e vieram ter com Jesus; e acharam o homem, de quem haviam saido os demonios, vestido, e em seu juizo, assentado aos pés de Jesus: e temeram.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tinham visto contaram-lhes tambem como fôra salvo aquelle endemoninhado.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multidão da terra dos gadarenos ao redor lhe rogou que se retirasse d'elles; porque estavam possuidos de grande temor. E, entrando elle no barco, voltou.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homem, de quem haviam saido os demonios, rogou-lhe que o deixasse estar com elle; porém Jesus o despediu, dizendo: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 para tua casa, e conta quão grandes coisas te fez Deus. E elle foi apregoando por toda a cidade quão grandes coisas Jesus lhe tinha feito.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voltando Jesus, a multidão o recebeu, porque todos o estavam esperando.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chegou um varão, cujo nome era Jairo, e era principe da synagoga; e, prostrando-se aos pés de Jesus, rogava-lhe que entrasse em sua casa;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tinha uma filha unica, quasi de doze annos, e estava á morte. E, indo elle, apertava-o a multidão.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mulher, que tinha um fluxo de sangue, havia doze annos, e gastara com os medicos todos os seus haveres, e por nenhum podéra ser curada,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por detraz d'elle, tocou a orla do seu vestido, e o fluxo do seu sangue logo estancou.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Jesus; Quem é que me tocou? E, negando todos, disse Pedro e os que estavam com elle: Mestre, a multidão te aperta e opprime, e dizes: Quem é que me tocou?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Jesus: Alguem me tocou, porque bem conheci que de mim saiu virtude.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mulher, vendo que não se occultava, approximou-se tremendo, e, prostrando-se ante elle, declarou-lhe diante de todo o povo a causa por que o havia tocado, e como logo sarára.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Tem bom animo, filha, a tua fé te salvou: vae em paz.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elle ainda fallando, chegou um dos do principe da synagoga, dizendo: A tua filha já está morta, não incommodes o Mestre.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ouvindo-o, respondeu-lhe, dizendo: Não temas; crê sómente, e será salva.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em casa, a ninguem deixou entrar, senão a Pedro, e a Thiago, e a João, e ao pae e á mãe da menina.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choravam, e a pranteavam; e elle disse: Não choreis; não está morta, mas dorme.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riam-se d'elle, sabendo que estava morta.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elle, pondo-os todos fóra, e pegando-lhe na mão, clamou, dizendo: Levanta-te, menina.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espirito voltou, e ella logo se levantou; e Jesus mandou que lhe déssem de comer.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8:56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paes ficaram maravilhados; e elle lhes mandou que a ninguem dissessem o que havia succedido.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