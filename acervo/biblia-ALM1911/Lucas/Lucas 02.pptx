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n'aquelles dias que saiu um decreto da parte de Cesar Augusto, para que todo o mundo se alistasse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(Este primeiro alistamento foi feito sendo Cyrenio presidente da Syria),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iam alistar-se, cada um á sua propria cidade.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tambem José da Galilea, da cidade de Nazareth, á Judea, á cidade de David, chamada Bethlehem (porque era da casa e familia de David),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alistar-se com Maria, sua mulher, que estava gravida.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elles ali se cumpriram os dias em que havia de dar á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á luz a seu filho primogenito, e envolveu-o em pannos, e deitou-o n'uma mangedoura, porque não havia logar para elles na estalagem.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havia n'aquella mesma comarca pastores que estavam no campo, e guardavam durante as vigilias da noite o seu rebanho.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 anjo do Senhor veiu sobre elles, e a gloria do Senhor os cercou de resplendor, e tiveram grande temor.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lhes disse: Não temaes, porque eis aqui vos dou novas de grande alegria, que será para todo o povo: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hoje, na cidade de David, vos nasceu o Salvador, que é Christo,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vos será por signal: Achareis o menino envolto em pannos, e deitado n'uma mangedoura.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mesmo instante, appareceu com o anjo uma multidão dos exercitos celestiaes, louvando a Deus, e dizendo: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Gloria a Deus nas alturas, paz na terra, boa vontade para os homens.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ausentando-se d'elles os anjos para o céu, disseram os pastores uns aos outros: Vamos pois até Bethlehem, e vejamos isso que aconteceu, e que o Senhor nos notificou.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apressadamente, e acharam Maria, e José, e o menino deitado na mangedoura.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vendo-o, divulgaram a palavra que ácerca do menino lhes fôra dita;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os ouviram se maravilharam do que os pastores lhes diziam.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Maria guardava todas estas coisas, conferindo-as em seu coração.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voltaram os pastores, glorificando e louvando a Deus por tudo o que tinham ouvido e visto, como lhes havia sido dito.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os oito dias foram cumpridos, para circumcidar o menino, foi-lhe dado o nome de Jesus, que pelo anjo lhe fôra posto antes de ser concebido.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cumprindo-se os dias da purificação, segundo a lei de Moysés, o levaram a Jerusalem, para o apresentarem ao Senhor,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que está escripto na lei do Senhor: Todo o macho primogenito será consagrado ao Senhor;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darem a offerta segundo o disposto na lei do Senhor: um par de rolas ou dois pombinhos.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havia em Jerusalem um homem cujo nome era Simeão; e este homem era justo e temente a Deus, e esperava a consolação d'Israel; e o Espirito Sancto estava sobre 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fôra-lhe divinamente revelado pelo Espirito Sancto que elle não morreria antes de ter visto o Christo do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pelo Espirito foi ao templo, e, quando os paes introduziram o menino Jesus, para com elle procederem segundo o uso da lei,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então o tomou em seus braços, e louvou a Deus, e disse: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Senhor, despedes em paz o teu servo, segundo a tua palavra.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já os meus olhos viram a tua salvação,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tu preparaste perante a face de todos os povos;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Luz para alumiar as nações, e para gloria de teu povo Israel.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José, e sua mãe, se maravilharam das coisas que d'elle se diziam.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Simeão os abençoou, e disse a Maria, sua mãe: Eis que este é posto para queda e elevação de muitos em Israel, e para signal que será contradicto;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espada traspassará tambem a tua propria alma; para que se manifestem os pensamentos de muitos corações.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ali a prophetiza Anna, filha de Fanuel, da tribo de Aser. Esta era já avançada em edade, e tinha vivido com o marido sete annos, desde a sua virgindade,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viuva, de quasi oitenta e quatro annos, e não se affastava do templo, servindo a Deus em jejuns e orações, de noite e de dia.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esta, sobrevindo na mesma hora, dava graças a Deus, e fallava d'elle a todos os que esperavam a redempção em Jerusalem.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acabaram de cumprir tudo segundo a lei do Senhor, voltaram á Galilea, para a sua cidade de Nazareth.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menino crescia, e se fortalecia em espirito, cheio de sabedoria; e a graça de Deus estava sobre elle.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todos os annos iam seus paes a Jerusalem, á festa da paschoa;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elle já doze annos, subiram a Jerusalem, segundo o costume do dia da festa.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regressando elles, terminados aquelles dias, ficou o menino Jesus em Jerusalem, e não o souberam seus paes.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Pensando, porém, elles que viria de companhia pelo caminho, andaram caminho de um dia, e buscavam-n'o entre os parentes e conhecidos;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o não encontrassem, voltaram a Jerusalem em busca d'elle.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passados tres dias, o acharam no templo, assentado no meio dos doutores, ouvindo-os, e interrogando-os.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o ouviam admiravam a sua intelligencia e respostas.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vendo-o, maravilharam-se, e disse-lhe sua mãe: Filho, porque fizeste assim para comnosco? Eis que teu pae e eu anciosos te buscavamos.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Porque é que me buscaveis? Não sabeis que me convem tratar dos negocios de meu Pae?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não comprehenderam as palavras que lhes dizia.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desceu com elles, e foi para Nazareth, e era-lhes sujeito. E sua mãe guardava no seu coração todas estas coisas.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crescia Jesus em sabedoria, e em estatura, e em graça para com Deus e os homens.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