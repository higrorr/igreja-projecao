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anno quinze do imperio de Tiberio Cesar, sendo Poncio Pilatos presidente da Judea, Herodes tetrarcha da Galilea, e seu irmão Philippe tetrarcha da Iturea e da provincia de Traconites, e Lysaneas tetrarcha da Abylinia,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Annás e Caiphás summos sacerdotes, veiu no deserto a palavra de Deus a João, filho de Zacharias.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percorreu toda a terra ao redor do Jordão, prégando o baptismo de arrependimento, para o perdão dos peccados;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que está escripto no livro das palavras do propheta Isaias, que diz: Voz do que clama no deserto: Preparae o caminho do Senhor; endireitae as suas veredas.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valle se encherá, e todo o monte e outeiro se abaixará; e os caminhos tortos se endireitarão, e os caminhos escabrosos se aplanarão;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carne verá a salvação de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 pois João á multidão que sahia a ser baptizada por elle: Raça de viboras, quem vos ensinou a fugir da ira que está para vir?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pois fructos dignos de arrependimento, e não comeceis a dizer em vós mesmos: Temos Abrahão por pae; porque eu vos digo que até d'estas pedras pode Deus suscitar filhos a Abrahão.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já está posto o machado á raiz das arvores; toda a arvore, pois, que não dá bom fructo, corta-se e lança-se no fogo.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 o interrogava, dizendo: Que faremos pois?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elle, disse-lhes: Quem tiver duas tunicas, reparta com o que não tem, e quem tiver alimentos faça da mesma maneira.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chegaram tambem uns publicanos, para serem baptizados, e disseram-lhe: Mestre, que devemos fazer?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Não peçaes mais do que o que vos está ordenado.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uns soldados o interrogaram tambem, dizendo: E nós que faremos? E elle lhes disse: Não trateis mal, nem defraudeis alguem, e contentae-vos com o vosso soldo.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o povo em expectação, e pensando todos de João, em seus corações, se porventura seria o Christo,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João a todos, dizendo: Eu, na verdade, baptizo-vos com agua, mas vem um mais poderoso do que eu, a quem eu não sou digno de desatar a correia das alparcas; esse vos baptizará com o Espirito Sancto e com fogo.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pá está em sua mão; e limpará a sua eira, e ajuntará o trigo no seu celleiro, porém queimará a palha com fogo que nunca se apaga.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assim, admoestando, muitas outras coisas tambem annunciava ao povo.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Sendo, porém, o tetrarcha Herodes reprehendido por elle por causa de Herodias, mulher de seu irmão Philippe, e por todas as maldades que Herodes tinha feito,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Accrescentou a todas as outras ainda esta, de encerrar João n'um carcere.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todo o povo fosse baptizado, e sendo baptizado tambem Jesus, e orando, abriu-se o céu,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Espirito Sancto desceu sobre elle em forma corporea, como uma pomba; e ouviu-se uma voz do céu, que dizia: Tu és o meu filho amado, em ti me tenho comprazido.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mesmo Jesus começava a ser de quasi trinta annos, sendo (como se cuidava) filho de José, e José de Heli,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Heli de Matthat, e Matthat de Levi, e Levi de Melchi, e Melchi de Joanna, e Joanna de José,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de Mattathias, e Mattathias de Amós, e Amós de Naum, e Naum de Essi, e Essi de Naggai,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Naggai de Maath, e Maath de Mattathias, e Mattathias de Semei, e Semei de José, e José de Juda,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 de Johanna, e Johanna de Rhesa, e Rhesa de Zorobabel, e Zorobabel de Salathiel, e Salathiel de Neri,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Neri de Melchi, e Melchi de Addi, e Addi de Cozam, e Cozam de Elmodam, e Elmodam de Er,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 de José, e José de Eliezer, e Eliezer de Jorim, e Jorim de Matthat, e Matthat de Levi,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Levi de Simeon, e Simeon de Juda, e Juda de José, e José de Jonan, e Jonan de Eliakim,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Eliakim de Melea, e Melea de Mainan, e Mainan de Matthata, e Matthata de Nathan, e Nathan de David,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de Jesse, e Jesse de Obed, e Obed de Booz, e Booz de Salmon, e Salmon de Naasson,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Naasson de Aminadab, e Aminadab de Arão, e Arão de Esrom, e Esrom de Fares, e Fares de Juda,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 de Jacob, e Jacob de Isaac, e Isaac de Abrahão, e Abrahão de Thare, e Thare de Nachor,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Nachor de Saruch, e Saruch de Ragau, e Ragau de Faleg, e Faleg de Heber, e Heber de Sala,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Sala de Cainan, e Cainan de Arfaxad, e Arfaxad de Sem, e Sem de Noé, e Noé de Lamech,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Lamech de Mathusala, e Mathusala de Henoch, e Henoch de Jared, e Jared de Maleleel, e Maleleel de Cainan,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Cainan de Henos, e Henos de Seth, e Seth de Adão, e Adão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