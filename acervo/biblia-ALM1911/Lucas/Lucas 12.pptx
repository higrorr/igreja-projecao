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Ajuntando-se entretanto muitos milhares de pessoas, de sorte que se atropellavam uns aos outros, começou a dizer aos seus discipulos: Acautelae-vos primeiramente do fermento dos phariseos, que é a hypocrisia.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nada ha encoberto que não haja de ser descoberto; nem occulto, que não haja de ser sabido.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tudo o que em trevas dissestes á luz será ouvido; e o que fallastes ao ouvido no gabinete sobre os telhados será apregoado.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digo-vos, amigos meus; Não temaes os que matam o corpo, e depois não teem mais que fazer.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vos mostrarei a quem deveis temer; temei aquelle que, depois de matar, tem poder para lançar no inferno; sim, vos digo, a esse temei.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vendem cinco passarinhos por dois ceitis? E nenhum d'elles está esquecido diante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os cabellos da vossa cabeça estão todos contados. Não temaes pois; mais valeis vós do que muitos passarinhos.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digo-vos que todo aquelle que me confessar diante dos homens, tambem o Filho do homem o confessará diante dos anjos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quem me negar diante dos homens será negado diante dos anjos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 aquelle que disser uma palavra contra o Filho do homem ser-lhe-ha perdoada, mas ao que blasphemar contra o Espirito Sancto não lhe será perdoado.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vos conduzirem ás synagogas, aos magistrados e potestades, não estejaes solicitos de como ou do que haveis de responder nem do que haveis de fallar.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mesma hora vos ensinará o Espirito Sancto o que vos convenha fallar.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um da multidão: Mestre, dize a meu irmão que reparta comigo a herança.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lhe disse: Homem, quem me poz a mim por juiz ou repartidor entre vós?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Acautelae-vos e guardae-vos da avareza; porque a vida de qualquer não consiste na abundancia dos bens que possue.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propoz-lhes uma parabola, dizendo: A herdade d'um homem rico tinha produzido com abundancia;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arrazoava elle entre si, dizendo: Que farei? Não tenho onde recolher os meus fru*ctos.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Farei isto: Derribarei os meus celleiros, e edificarei outros maiores, e ali recolherei todas as minhas novidades e os meus bens;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 á minha alma: Alma, tens em deposito muitos bens para muitos annos: descança, come, bebe, e folga.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Deus lhe disse: Louco, esta noite te pedirão a tua alma; e o que tens preparado para quem será?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é o que para si ajunta thesouros, e não é rico para com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seus discipulos: Portanto vos digo: Não estejaes solicitos pela vossa vida, no que comereis, nem pelo corpo, no que vestireis.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é a vida do que o sustento, e o corpo mais do que o vestido.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Considerae os corvos, que nem semeiam, nem segam, nem teem dispensa nem celleiro, e Deus os alimenta: quanto mais valeis vós do que as aves?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de vós, sendo solicito, pode accrescentar um covado á sua estatura?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nem ainda podeis fazer as coisas minimas, porque estaes solicitos pelo mais?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Considerae os lirios, como elles crescem; não trabalham, nem fiam; e digo-vos que nem ainda Salomão, em toda a sua gloria, se vestiu como um d'elles.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Deus assim veste a herva que hoje está no campo, e ámanhã é lançada no forno, quanto mais a vós, homens de pouca fé?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pois não pergunteis que haveis de comer, ou que haveis de beber, e não andeis inquietos.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gentes do mundo buscam todas essas coisas; mas vosso Pae sabe que haveis mister d'ellas.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antes o reino de Deus, e todas estas coisas vos serão accrescentadas.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ó pequeno rebanho, porque a vosso Pae agradou dar-vos o reino.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Vendei o que tendes, e dae esmola. Fazei para vós bolsas que não se envelheçam; thesouro nos céus que nunca acabe, aonde não chega ladrão, e a traça não roe.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onde estiver o vosso thesouro, ali estará tambem o vosso coração.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Estejam cingidos os vossos lombos, e accesas as vossas candeias.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sêde vós similhantes aos homens que esperam a seu senhor, quando houver de voltar das bodas, para que, quando vier, e bater, logo possam abrir-lhe.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aquelles servos, os quaes, quando o Senhor vier, os achar vigiando! Em verdade vos digo que se cingirá, e os fará assentar á mesa, e, chegando-se, os servirá.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vier na segunda vigilia, e se vier na terceira vigilia, e os achar assim, bemaventurados são os taes servos.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Sabei, porém, isto, que, se o pae de familia soubesse a que hora, havia de vir o ladrão, vigiaria, e não deixaria minar a sua casa.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estae vós tambem apercebidos; porque virá o Filho do homem a hora que não imaginaes.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Pedro: Senhor, dizes essa parabola a nós, ou tambem a todos?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Qual é pois o mordomo fiel e prudente, a quem o senhor poz sobre os seus servos, para lhes dar a tempo a ração?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servo, o qual o senhor, quando vier, achar fazendo assim.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sobre todos os seus bens o porá.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aquelle servo disser em seu coração: O meu senhor tarda em vir; e começar a espancar os creados e creadas, e a comer, e a beber, e a embriagar-se,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o senhor d'aquelle servo no dia em que o não espera, e n'uma hora que elle não sabe, e separal-o-ha, e porá a sua parte com os infieis.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servo que soube a vontade do seu senhor, e não se apercebeu, nem fez conforme a sua vontade, será castigado com muitos açoites;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a não soube, e fez coisas dignas de açoites, com poucos açoites será castigado. E, a qualquer que muito fôr dado, muito se lhe pedirá, e ao que muito se lhe confiou muito mais se lhe pedirá.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Vim lançar fogo na terra; e que quero, se já está acceso?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Importa, porém, que seja baptizado com um baptismo; e como me angustio até que venha a cumprir-se!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Cuidaes vós que vim dar paz á terra? Não, vos digo, mas antes dissensão;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d'aqui em diante estarão cinco divididos n'uma casa: tres contra dois, e dois contra tres: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pae estará dividido contra o filho, e o filho contra o pae; a mãe contra a filha, e a filha contra a mãe; a sogra contra sua nora, e a nora contra sua sogra.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tambem á multidão: Quando vêdes a nuvem que vem do occidente, logo dizeis: Lá vem chuva, e assim succede.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assopra o sul, dizeis: Haverá calma; e assim succede.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Hypocritas, sabeis distinguir a face da terra e do céu, e como não distinguis este tempo?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porque não julgaes tambem por vós mesmos o que é justo?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vaes com o teu adversario ao magistrado, procura livrar-te d'elle no caminho; para que não succeda que te conduza ao juiz, e o juiz te entregue ao meirinho, e o meirinho te encerre na prisão.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12:59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Digo-te que não sairás d'ali emquanto não pagares o derradeiro ceitil.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