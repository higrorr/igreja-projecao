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Lucas 16:1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dizia tambem aos seus discipulos: Havia um certo homem rico, o qual tinha um mordomo; e este foi accusado perante elle de dissipar os seus bens.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Lucas 16:2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elle, chamando-o, disse-lhe: Que é isto que ouço de ti? Dá contas da tua mordomia, porque já não poderás mais ser mordomo.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Lucas 16:3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o mordomo disse comsigo: Que farei, pois que o meu senhor me tira a mordomia? Cavar, não posso; de mendigar, tenho vergonha.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Lucas 16:4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Eu sei o que hei-de fazer, para que, quando fôr desapossado da mordomia, me recebam em suas casas.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Lucas 16:5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E, chamando a si cada um dos devedores do seu senhor, disse ao primeiro: Quanto deves ao meu senhor?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Lucas 16:6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elle disse: Cem medidas de azeite. E disse-lhe: Toma a tua obrigação, e, assentando-te já, escreve cincoenta.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Lucas 16:7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Disse depois a outro: E tu quanto deves? E elle disse: Cem alqueires de trigo. E disse-lhe: Toma a tua obrigação, e escreve oitenta.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Lucas 16:8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louvou aquelle senhor o injusto mordomo por haver procedido prudentemente, porque os filhos d'este mundo são mais prudentes na sua geração do que os filhos da luz.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Lucas 16:9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eu vos digo: Grangeae amigos com as riquezas da injustiça; para que, quando necessitardes, vos recebam nos tabernaculos eternos.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Lucas 16:10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Quem é fiel no minimo, tambem é fiel no muito; quem é injusto no minimo, tambem é injusto no muito.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Lucas 16:11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Pois, se na riqueza injusta não fostes fieis, quem vos confiará a verdadeira?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Lucas 16:12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E, se no alheio não fostes fieis, quem vos dará o que é vosso?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Lucas 16:13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Nenhum servo pode servir dois senhores; porque, ou ha de aborrecer um e amar o outro, ou se ha de chegar a um e desprezar o outro. Não podeis servir a Deus e a Mammon.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Lucas 16:14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os phariseos, que eram avarentos, ouviam todas estas coisas, e zombavam d'elle.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Lucas 16:15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disse-lhes: Vós sois os que vos justificaes a vós mesmos diante dos homens, mas Deus conhece os vossos corações, porque, o que entre os homens é elevado, perante Deus é abominação.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Lucas 16:16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 lei e os prophetas duraram até João: desde então é annunciado o reino de Deus, e todo o homem forceja por entrar n'elle.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Lucas 16:17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é mais facil passar o céu e a terra do que cair um til da lei.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Lucas 16:18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Qualquer que deixa sua mulher, e casa com outra, adultéra; e aquelle que casa com a repudiada pelo marido tambem adultéra.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Lucas 16:19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Ora, havia um homem rico, e vestia-se de purpura e de linho finissimo, e vivia todos os dias regalada e esplendidamente.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Lucas 16:20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Havia tambem um certo mendigo, chamado Lazaro, que jazia cheio de chagas á porta d'aquelle;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Lucas 16:21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desejava saciar-se com as migalhas que cahiam da mesa do rico; e até vinham os cães, e lambiam-lhe as chagas.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Lucas 16:22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aconteceu que o mendigo morreu, e foi levado pelos anjos para o seio d'Abrahão; e morreu tambem o rico, e foi sepultado.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Lucas 16:23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no inferno, erguendo os olhos, estando em tormentos, viu ao longe Abrahão, e Lazaro no seu seio.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Lucas 16:24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elle, clamando, disse: Pae Abrahão, tem misericordia de mim, e manda a Lazaro que molhe na agua a ponta do seu dedo e me refresque a lingua, porque estou atormentado n'esta chamma.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Lucas 16:25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Disse, porém, Abrahão: Filho, lembra-te de que recebeste os teus bens em tua vida, e Lazaro sómente males; e agora este é consolado e tu atormentado;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Lucas 16:26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E, além d'isso, está posto um grande abysmo entre nós e vós, de sorte que os que quizessem passar d'aqui para vós não poderiam, nem tão pouco os de lá passar para cá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Lucas 16:27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disse elle: Rogo-te pois, ó pae, que o mandes a casa de meu pae,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Lucas 16:28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Porque tenho cinco irmãos; para que lhes dê testemunho, afim de que não venham tambem para este logar de tormento.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Lucas 16:29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Disse-lhe Abrahão: Teem Moysés e os prophetas; ouçam-n'os.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Lucas 16:30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disse elle: Não, pae Abrahão; mas, se alguem dos mortos fosse ter com elles, arrepender-se-hiam.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Lucas 16:31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Porém Abrahão lhe disse: Se não ouvem a Moysés e aos prophetas, tão pouco acreditarão, ainda que algum dos mortos resuscite.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