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tambem uma parabola ácerca de que importa orar sempre, e nunca desfallecer,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Havia n'uma cidade um certo juiz, que nem a Deus temia nem respeitava ao homem.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 tambem n'aquella mesma cidade uma certa viuva, e ia ter com elle, dizendo: Faze-me justiça contra o meu adversario.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algum tempo não quiz; mas depois disse entre si: Ainda que não temo a Deus, nem respeito ao homem,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Todavia, como esta viuva me molesta, hei de fazer-lhe justiça, para que emfim não venha, e me importune muito.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Ouvi o que diz o injusto juiz.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não fará justiça aos seus escolhidos, que clamam a elle de dia e de noite, sendo tardio para com elles?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Digo-vos que depressa lhes fará justiça. Porém, quando vier o Filho do homem, porventura achará fé na terra?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tambem esta parabola a uns que confiavam em si mesmos, que eram justos, e desprezavam aos outros: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Dois homens subiram ao templo, a orar; um phariseo, e o outro publicano.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phariseo, estando em pé, orava comsigo d'esta maneira. Ó Deus, graças te dou, porque não sou como os demais homens, roubadores, injustos e adulteros; nem ainda como este publicano.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Jejuo duas vezes na semana, e dou os dizimos de tudo quanto possuo.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publicano, porém, estando em pé, de longe, nem ainda queria levantar os olhos ao céu, mas batia em seu peito, dizendo: Ó Deus, tem misericordia de mim, peccador!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Digo-vos que este desceu justificado para sua casa, e não aquelle; porque qualquer que a si mesmo se exalta será humilhado, e qualquer que a si mesmo se humilha será exaltado.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traziam-lhe tambem meninos, para que elle os tocasse; e os discipulos, vendo isto, reprehendiam-n'os.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Jesus, chamando para si os meninos, disse: Deixae vir a mim os meninos, e não os impeçaes, porque de taes é o reino de Deus: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que, qualquer que não receber o reino de Deus como menino, não entrará n'elle.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perguntou-lhe um certo principe, dizendo: Bom Mestre, que hei de fazer para herdar a vida eterna?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lhe disse: Porque me chamas bom? Ninguem ha bom, senão um, que é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Sabes os mandamentos: Não adulterarás, não matarás, não furtarás, não darás falso testemunho, honra a teu pae e tua mãe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Todas essas coisas tenho observado desde a minha mocidade.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Jesus, ouvindo isto, disse-lhe: Ainda te falta uma coisa: vende tudo quanto tens, reparte-o entre os pobres, e terás um thesouro no céu; vem, e segue-me.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ouvindo isto, ficou muito triste, porque era muito rico.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Jesus que elle ficára muito triste, disse: Quão difficilmente entrarão no reino de Deus os que teem riquezas!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mais facil entrar um camelo pelo fundo d'uma agulha do que entrar um rico no reino de Deus.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ouviram isto disseram: Logo quem pode salvar-se?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As coisas que são impossiveis aos homens são possiveis a Deus.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Pedro: Eis que nós deixámos tudo e te seguimos.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Na verdade vos digo que ninguem ha, que tenha deixado casa, ou paes, ou irmãos, ou mulher, ou filhos, pelo reino de Deus,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haja de receber muito mais n'este tempo, e no seculo vindouro a vida eterna.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comsigo os doze, disse-lhes: Eis que subimos a Jerusalem, e se cumprirá no Filho do homem tudo o que pelos prophetas está escripto;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será entregue ás gentes, e escarnecido, injuriado e cuspido,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havendo-o açoitado, o matarão; e ao terceiro dia resuscitará.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nada d'estas coisas entendiam, e esta palavra lhes era encoberta; e não entendiam o que se lhes dizia.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chegando elle perto de Jericó, estava um cego assentado junto do caminho, mendigando: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passar a multidão, perguntou que era aquillo: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 que Jesus Nazareno passava.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clamou, dizendo: Jesus, Filho de David, tem misericordia de mim.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iam passando reprehendiam-n'o para que se calasse; porém elle clamava ainda mais: Filho de David, tem misericordia de mim.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Jesus, parando, mandou que lh'o trouxessem; e, chegando elle, perguntou-lhe,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Que queres que te faça? E elle disse: Senhor, que eu veja.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 disse: Vê: a tua fé te salvou.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viu, e seguia-o, glorificando a Deus. E todo o povo, vendo isto, dava louvores a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