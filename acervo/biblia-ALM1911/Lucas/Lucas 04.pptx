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cheio do Espirito Sancto, voltou do Jordão e foi levado pelo Espirito ao deserto;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quarenta dias foi tentado pelo diabo, e n'aquelles dias não comeu coisa alguma; e, terminados elles, teve fome.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diabo: Se tu és o Filho de Deus, dize a esta pedra que se transforme em pão.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lhe respondeu, dizendo: Escripto está que nem só de pão viverá o homem, mas de toda a palavra de Deus.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diabo, levando-o a um alto monte, mostrou-lhe n'um momento de tempo todos os reinos do mundo.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 o diabo: Dar-te-hei a ti todo este poder, e a sua gloria; porque a mim me foi entregue, e dou-o a quem quero;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se tu me adorares, tudo será teu.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Jesus, respondendo, disse-lhe: Vae-te, Satanaz; porque está escripto: Adorarás o Senhor teu Deus, e só a Elle servirás.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Levou-o tambem a Jerusalem, e pôl-o sobre o pinaculo do templo, e disse-lhe: Se tu és o Filho de Deus, lança-te d'aqui abaixo;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 escripto: Mandará aos seus anjos, ácerca de ti, que te guardem,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te sustenham nas mãos, para que nunca tropeces com o teu pé em alguma pedra.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Jesus, respondendo, disse-lhe: Dito está: Não tentarás ao Senhor teu Deus.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acabando o diabo toda a tentação, ausentou-se d'elle por algum tempo.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Então, pela virtude do Espirito, voltou Jesus para a Galilea, e a sua fama saiu por todas as terras em derredor.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ensinava nas suas synagogas, e por todos era louvado.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chegando a Nazareth, onde fôra criado, n'um dia de sabbado, segundo o seu costume, entrou na synagoga, e levantou-se para lêr.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foi-lhe dado o livro do propheta Isaias; e, quando abriu o livro, achou o logar em que estava escripto: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Espirito do Senhor está sobre mim, porquanto me ungiu para evangelizar aos pobres, enviou-me a curar os quebrantados do coração,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apregoar liberdade aos captivos, e dar vista aos cegos; a pôr em liberdade os opprimidos; a annunciar o anno acceitavel do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cerrando o livro, e tornando-o a dar ao ministro, assentou-se; e os olhos de todos na synagoga estavam fitos n'elle.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começou a dizer-lhes: Hoje se cumpriu esta Escriptura em vossos ouvidos.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lhe davam testemunho, e se maravilhavam das palavras de graça que sahiam da sua bocca: e diziam: Não é este o filho de José?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Sem duvida me direis este proverbio: Medico, cura-te a ti mesmo: faze tambem aqui na tua patria todas essas coisas que ouvimos terem sido feitas em Capernaum.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Em verdade vos digo que nenhum propheta é bem recebido na sua patria;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verdade vos digo que muitas viuvas existiam em Israel nos dias de Elias, quando o céu se cerrou por tres annos e seis mezes, de sorte que em toda a terra houve grande fome;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nenhuma d'ellas foi enviado Elias, senão a Sarepta de Sidon, a uma mulher viuva.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muitos leprosos havia em Israel no tempo do propheta Eliseu, e nenhum d'elles foi purificado, senão Naaman o syro.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todos, na synagoga, ouvindo estas coisas, se encheram de ira.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levantando-se, o expulsaram da cidade, e o levaram até ao cume do monte em que a cidade d'elles estava edificada, para d'ali o precipitarem.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Elle, porém, passando pelo meio d'elles, retirou-se.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desceu a Capernaum, cidade da Galilea, e ali os ensinava nos sabbados.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admiravam a sua doutrina, porque a sua palavra era com auctoridade.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estava na synagoga um homem que tinha um espirito de um demonio immundo, e exclamou em alta voz,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Ah! que temos nós comtigo, Jesus Nazareno? vieste a destruir-nos? Bem sei quem és: o Sancto de Deus.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Jesus o reprehendeu, dizendo: Cala-te, e sae d'elle. E o demonio, lançando-o por terra no meio do povo, saiu d'elle sem lhe fazer mal algum.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veiu espanto sobre todos, e fallavam entre si uns e outros, dizendo: Que palavra é esta, que até aos espiritos immundos manda com auctoridade e poder, e elles saem?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sua fama divulgava-se por todos os logares, em redor d'aquella comarca.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Ora, levantando-se Jesus da synagoga, entrou em casa de Simão; e a sogra de Simão estava enferma com muita febre, e rogaram-lhe por ella.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inclinando-se para ella, reprehendeu a febre, e esta a deixou. E, levantando-se logo, servia-os.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ao pôr do sol, todos os que tinham enfermos de varias doenças lh'os traziam; e, pondo as mãos sobre cada um d'elles, os curava.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de muitos sahiam demonios, clamando e dizendo: Tu és o Christo, o Filho de Deus. E elle, reprehendendo-os, não os deixava fallar, porque sabiam que elle era o Christo.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já dia, saiu, e foi para um logar deserto; e a multidão o buscava, e chegou junto d'elle; e o detinham, para que não se ausentasse d'elles.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 lhes disse: Tambem é necessario que eu annuncie a outras cidades o evangelho do reino de Deus; porque para isso sou enviado.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Lucas 4:44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prégava nas synagogas da Galiléa.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