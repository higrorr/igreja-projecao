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primeiro dia da semana, muito de madrugada, foram estas, e algumas outras com ellas, ao sepulchro, levando as especiarias que tinham preparado.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acharam já a pedra revolvida do sepulchro.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entrando, não acharam o corpo do Senhor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estando ellas perplexas por isto, eis que pararam junto d'ellas dois varões, com vestidos resplandecentes.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ellas muito atemorisadas, e abaixando o rosto para o chão, elles lhes disseram: Porque buscaes o vivente entre os mortos?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está aqui, porém já resuscitou. Lembrae-vos como vos fallou, estando ainda na Galilea,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Convem que o Filho do homem seja entregue nas mãos de homens peccadores, e seja crucificado, e ao terceiro dia resuscite.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lembraram-se das suas palavras.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voltando do sepulchro, annunciaram todas estas coisas aos onze e a todos os demais.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eram Maria Magdalena, e Joanna, e Maria, mãe de Thiago, e as outras que com ellas estavam, que diziam estas coisas aos apostolos.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suas palavras lhes pareciam como desvario, e não as creram.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Pedro, porém, levantando-se, correu ao sepulchro, e, abaixando-se, viu só os lenços ali postos; e retirou-se, admirando comsigo aquelle caso.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no mesmo dia iam dois d'elles para uma aldeia, que distava de Jerusalem sessenta estadios, cujo nome era Emmaus;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iam fallando entre si de todas aquellas coisas que haviam succedido.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indo elles fal-* *lando entre si, e perguntando-se um ao outro, o mesmo Jesus se approximou, e ia com elles;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olhos d'elles estavam retidos para que o não conhecessem.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Que palavras são essas que, caminhando, trocaes entre vós, e porque estaes tristes?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um, cujo nome era Cleophas, disse-lhe: És tu só peregrino em Jerusalem, e não sabes as coisas que n'ella teem succedido n'estes dias?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Quaes? E elles lhe disseram: As que dizem respeito a Jesus Nazareno, que foi varão propheta, poderoso em obras e palavras diante de Deus e de todo o povo: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como os principaes dos sacerdotes, e os nossos principes o entregaram á condemnação de morte, e o crucificaram: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esperavamos que fosse elle o que remisse Israel; mas agora, sobre tudo isso, é já hoje o terceiro dia desde que essas coisas aconteceram: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tambem algumas mulheres d'entre nós nos maravilharam, as quaes da madrugada foram ao sepulchro;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não achando o seu corpo, voltaram, dizendo que tambem tinham visto uma visão de anjos, que dizem que elle vive: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dos que estão comnosco foram ao sepulchro, e acharam ser assim como as mulheres haviam dito; porém a elle não o viram.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O nescios, e tardos de coração para crer tudo o que os prophetas disseram!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convinha que o Christo padecesse estas coisas e entrasse na sua gloria?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começando de Moysés, e de todos os prophetas, explicava-lhes em todas as Escripturas o que d'elle estava escripto.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chegaram á aldeia para onde iam, e elle fez como quem ia para mais longe.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o constrangeram, dizendo: Fica comnosco, porque já é tarde, e já declinou o dia. E entrou para ficar com elles.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estando com elles á mesa, tomando o pão, o abençoou, e partiu-o, e lh'o deu.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Abriram-se-lhes então os olhos, e o conheceram, e elle desappareceu-lhes.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um para o outro: Porventura não ardia em nós o nosso coração quando, pelo caminho nos fallava, e quando nos abria as Escripturas?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mesma hora, levantando-se, tornaram para Jerusalem, e acharam congregados os onze, e os que estavam com elles,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diziam: Resuscitou verdadeiramente o Senhor, e já appareceu a Simão.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lhes contaram o que lhes acontecera no caminho, e como d'elles foi conhecido no partir do pão.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fallando elles d'estas coisas, o mesmo Jesus se apresentou no meio d'elles, e disse-lhes: Paz seja comvosco.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elles, espantados e atemorisados, pensavam que viam algum espirito.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Porque estaes perturbados, e porque sobem taes pensamentos aos vossos corações?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as minhas mãos e os meus pés, que sou eu mesmo: apalpae-me e vêde; pois um espirito não tem carne nem ossos, como vêdes que eu tenho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dizendo isto, mostrou-lhes as mãos e os pés.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não o crendo elles ainda por causa da alegria, e maravilhados, disse-lhes: Tendes aqui alguma coisa que comer?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elles apresentaram-lhe parte de um peixe assado, e um favo de mel.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elle tomou, e comeu diante d'elles.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São estas as palavras que vos disse estando ainda comvosco: Que convinha que se cumprisse tudo o que de mim estava escripto na lei de Moysés, e nos prophetas, e nos psalmos.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abriu-lhes o entendimento para comprehenderem as Escripturas.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Assim está escripto, e assim convinha que o Christo padecesse, e ao terceiro dia resuscitasse dos mortos;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seu nome se prégasse o arrependimento e a remissão dos peccados, em todas as nações, começando por Jerusalem.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d'estas coisas sois vós testemunhas.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sobre vós envio a promessa de meu Pae: ficae, porém, vós na cidade de Jerusalem, até que do alto sejaes revestidos de poder.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levou-os fóra, até Bethania; e, levantando as suas mãos, os abençoou.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abençoando-os elle, se apartou d'elles e foi elevado ao céu.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adorando-o elles, tornaram com grande jubilo para Jerusalem.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24:53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estavam sempre no templo, louvando e bemdizendo a Deus.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