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convocando os seus doze discipulos, deu-lhes virtude e poder sobre todos os demonios, e para curarem enfermidades;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enviou-os a prégar o reino de Deus, e a curar os enfermos.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disse-lhes: Nada leveis comvosco para o caminho, nem bordões, nem alforge, nem pão, nem dinheiro; nem tenhaes dois vestidos.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em qualquer casa em que entrardes, ficae ali, e de lá sahi.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quaesquer vos não receberem, saindo vós d'aquella cidade, sacudi até o pó dos vossos pés, em testemunho contra elles.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saindo elles, percorreram todas as aldeias, annunciando o evangelho, e curando por toda a parte os enfermos.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tetrarcha Herodes ouvia todas as coisas que Jesus fazia, e estava em duvida, porquanto diziam alguns que João resuscitara dos mortos,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outros que Elias tinha apparecido, e outros que um propheta dos antigos havia resuscitado.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Herodes: A João mandei eu degolar: quem é pois este de quem ouço dizer taes coisas? E procurava vêl-o.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regressando os apostolos, contaram-lhe todas as coisas que tinham feito. E, tomando-os comsigo, retirou-se para um logar deserto de uma cidade chamada Bethsaida.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sabendo-o a multidão, o seguiu; e elle os recebeu, e fallava-lhes do reino de Deus, e sarava os que necessitavam de cura.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já o dia começava a declinar, e, chegando-se a elle os doze, disseram-lhe: Despede a multidão, para que, indo aos logares e aldeias em redor, se agasalhem, e achem que comer; porque aqui estamos em logar deserto.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elle lhes disse: Dae-lhes vós de comer. E elles disseram: Não temos senão cinco pães e dois peixes: salvo se nós formos comprar comida para todo este povo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estavam ali quasi cinco mil homens. Disse então aos seus discipulos: Fazei-os assentar, aos ranchos de cincoenta em cincoenta.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assim o fizeram, fazendo-os assentar a todos.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tomando os cinco pães e os dois peixes, e olhando para o céu, abençoou-os, e partiu-os, e deu-os aos seus discipulos para os porem diante da multidão.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comeram todos, e saciaram-se; e levantaram, do que lhes sobejou, doze cestos de pedaços.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estando elle só, orando, estavam com elle os discipulos; e perguntou-lhes, dizendo: Quem diz a multidão que eu sou?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respondendo elles, disseram: Uns João Baptista, outros Elias, e outros que um dos antigos prophetas resuscitou.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disse-lhes: E vós, quem dizeis que eu sou? E, respondendo Pedro, disse: O Christo de Deus.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admoestando-os, mandou-lhes que a ninguem o dissessem,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Dizendo: É necessario que o Filho do homem padeça muitas coisas, e seja rejeitado dos anciãos e dos escribas, e seja morto, e resuscite ao terceiro dia.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dizia a todos: Se alguem quer vir após mim, negue-se a si mesmo, e tome cada dia a sua cruz, e siga-me.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qualquer que quizer salvar a sua vida, perdel-a-ha; porém qualquer que, por amor de mim, perder a sua vida, a salvará.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que aproveita ao homem grangear o mundo todo, perdendo-se ou prejudicando-se a si mesmo?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qualquer que de mim e das minhas palavras se envergonhar, d'elle se envergonhará o Filho do homem, quando vier na sua gloria, e na do Pae e dos sanctos anjos.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 verdade vos digo que, dos que aqui estão, alguns ha que não gostarão a morte até que vejam o reino de Deus.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quasi oito dias depois d'estas palavras, tomou comsigo a Pedro, a João e a Thiago, e subiu ao monte a orar.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estando elle orando, transfigurou-se a apparencia do seu rosto, e o seu vestido ficou branco e mui resplandecente.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estavam fallando com elle dois varões, que eram Moysés e Elias,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quaes appareceram com gloria, e fallavam da sua morte, a qual havia de cumprir-se em Jerusalem.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Pedro e os que se achavam com elle estavam carregados de somno, e, quando despertaram, viram a sua gloria e aquelles dois varões que estavam com elle.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apartando-se elles d'elle, disse Pedro a Jesus: Mestre, bom é que nós estejamos aqui, e façamos tres tendas, uma para ti, uma para Moysés, e uma para Elias; não sabendo o que dizia.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dizendo elle isto, veiu uma nuvem que os cobriu com a sua sombra; e, entrando elles na nuvem, temeram.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da nuvem uma voz que dizia: Este é o meu amado Filho: a elle ouvi.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tendo soado aquella voz, Jesus foi achado só: e elles calaram-se, e por aquelles dias não contaram a ninguem nada do que tinham visto.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aconteceu, no dia seguinte, que, descendo elles do monte, lhes saiu ao encontro uma grande multidão;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um homem da multidão clamou, dizendo: Mestre, peço-te que olhes para o meu filho, porque é o unico que eu tenho,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um espirito o toma, e de repente clama, e o despedaça até escumar; e apenas o larga depois de o ter quebrantado.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roguei aos teus discipulos que o expulsassem, e não poderam.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respondendo, disse: Ó geração incredula e perversa! até quando estarei ainda comvosco e vos soffrerei? Traze-me cá o teu filho.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vinha chegando, o demonio o derribou e o convulsionou; porém Jesus reprehendeu o espirito immundo, e curou o menino, e o entregou a seu pae.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pasmavam da magestade de Deus. E, maravilhando-se todos de todas as coisas que Jesus fazia, disse aos seus discipulos: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Ponde vós estas palavras em vossos ouvidos, porque o Filho do homem será entregue nas mãos dos homens.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elles não entendiam esta palavra, e era-lhes encoberta, para que a não comprehendessem; e temiam interrogal-o ácerca d'esta palavra.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suscitou-se entre elles uma questão, a saber, qual d'elles seria o maior.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vendo Jesus o pensamento de seus corações, tomou um menino, pôl-o junto a si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disse-lhes: Qualquer que receber este menino em meu nome, recebe-me a mim; e qualquer que me recebe a mim, recebe o que me enviou; porque aquelle que entre vós todos fôr o menor, esse será grande.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respondendo João, disse: Mestre, vimos um que em teu nome expulsava os demonios, e lh'o prohibimos, porque não te segue comnosco.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 lhes disse: Não lh'o prohibaes, porque quem não é contra nós é por nós.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completando-se os dias para a sua assumpção, voltou o seu rosto para ir a Jerusalem.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mandou mensageiros adiante da sua face; e, indo elles, entraram n'uma aldeia de samaritanos, para lhe prepararem pousada,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não o receberam, porque o seu aspecto era como de quem ia a Jerusalem.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seus discipulos, Thiago e João, vendo isto, disseram: Senhor, queres que digamos que desça fogo do céu o os consuma, como Elias tambem fez?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Voltando-se, porém, elle, reprehendeu-os, e disse: Vós não sabeis de que espirito sois.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Filho do homem não veiu para destruir as almas dos homens, mas para salval-as. E foram para outra aldeia.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indo elles pelo caminho, lhe disse um: Senhor, seguir-te-hei para onde quer que fôres.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 Jesus: As raposas teem covis, e as aves do céu ninhos, mas o Filho do homem não tem onde reclinar a cabeça.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 outro: Segue-me. Porém elle disse: Senhor, deixa que primeiro eu vá, e enterre a meu pae.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Jesus lhe disse: Deixa aos mortos enterrar os seus mortos: porém tu vae e annuncia o reino de Deus.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tambem outro: Senhor, eu te seguirei, mas deixa-me despedir primeiro dos que estão em minha casa.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9:62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 lhe disse: Ninguem, que lança mão do arado e olha para traz, é apto para o reino de Deus.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