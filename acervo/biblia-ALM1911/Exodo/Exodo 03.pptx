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apascentava Moysés o rebanho de Jethro, seu sogro, sacerdote em Midian: e levou o rebanho atrás do deserto, e veiu ao monte de Deus, a Horeb.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appareceu-lhe o anjo do Senhor em uma chamma de fogo do meio d'uma sarça: e olhou, e eis que a sarça ardia no fogo, e a sarça não se consumia.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disse: Agora me virarei para lá, e verei esta grande visão, porque a sarça se não queima.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o Senhor que se virava para lá a vêr, bradou Deus a elle do meio da sarça, e disse: Moysés, Moysés. E elle disse: Eis-me aqui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Não te chegues para cá: tira os teus sapatos de teus pés; porque o logar em que tu estás é terra sancta.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Eu sou o Deus de teu pae, o Deus de Abrahão, o Deus de Isaac, e o Deus de Jacob. E Moysés encobriu o seu rosto, porque temeu olhar para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Tenho visto attentamente a afflicção do meu povo, que está no Egypto, e tenho ouvido o seu clamor por causa dos seus exactores, porque conheci as suas dôres.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desci para livral-o da mão dos egypcios, e para fazel-o subir d'aquella terra, a uma terra boa e larga, a uma terra que mana leite e mel: ao logar do Cananeo, e do Hetheo, e do Amorrheo, e do Pherezeo, e do Heveo, e do Jebuseo.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eis que o clamor dos filhos d'Israel é vindo a mim, e tambem tenho visto a oppressão com que os egypcios os opprimem.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agora, pois, e eu te enviarei a Pharaó, para que tires o meu povo (os filhos d'Israel), do Egypto.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disse a Deus: Quem sou eu, que vá a Pharaó e tire do Egypto os filhos d'Israel?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disse: Certamente eu serei comtigo; e isto te será por signal de que eu te enviei: Quando houveres tirado este povo do Egypto, servireis a Deus n'este monte.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 a Deus: Eis que quando vier aos filhos d'Israel, e lhes disser: O Deus de vossos paes me enviou a vós; e elles me disserem: Qual é o seu nome? que lhes direi?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 a Moysés: SEREI O QUE SEREI. Disse mais: Assim dirás aos filhos d'Israel: Serei me enviou a vós.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disse mais a Moysés: Assim dirás aos filhos d'Israel: O Senhor Deus de vossos paes, o Deus de Abrahão, o Deus de Isaac, e o Deus de Jacob, me enviou a vós: este é meu nome eternamente, e este é meu memorial de geração em geração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ajunta os anciãos d'Israel, e dize-lhes: O Senhor, o Deus de vossos paes, o Deus de Abrahão, de Isaac e de Jacob, me appareceu, dizendo: Certamente vos tenho visitado, e visto o que vos é feito no Egypto.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eu disse: Far-vos-hei subir da afflicção do Egypto á terra do cananeo, do hetheo, e do amorrheo, e do pherezeo, e do heveo, e do jebuseo, a uma terra que mana leite e mel.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ouvirão a tua voz; e virás, tu e os anciãos d'Israel, ao rei do Egypto, e dir-lhe-heis: O Senhor, o Deus dos hebreos, nos encontrou: agora pois deixa-nos ir caminho de tres dias para o deserto, para que sacrifiquemos ao Senhor nosso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sei, porém, que o rei do Egypto não vos deixará ir, nem ainda por uma mão forte.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estenderei a minha mão, e ferirei ao Egypto com todas as minhas maravilhas que farei no meio d'elle: depois vos deixará 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darei graça a este povo aos olhos dos egypcios; e acontecerá que, quando sairdes, não saireis vazios,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cada mulher pedirá á sua visinha e á sua hospeda vasos de prata, e vasos de oiro, e vestidos, os quaes poreis sobre vossos filhos e sobre vossas filhas; e despojareis ao Egypto.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