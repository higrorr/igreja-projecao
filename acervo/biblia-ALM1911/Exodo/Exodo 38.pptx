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o altar do holocausto de madeira de sittim: de cinco covados era o seu comprimento, e de cinco covados a sua largura, quadrado; e de tres covados a sua altura.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fez-lhe os seus cornos aos seus quatro cantos; do mesmo eram os seus cornos; e cobriu-o de cobre.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todos os vasos do altar: os caldeirões, e as pás, e as bacias, e os garfos, e os brazeiros: todos os seus vasos fez de cobre.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ao altar um crivo de cobre, de obra de rede, no seu cerco debaixo, até ao meio d'elle.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fundiu quatro argolas ás quatro extremidades do crivo de cobre, para os logares dos varaes.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os varaes de madeira de sittim, e os cobriu de cobre.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metteu os varaes pelas argolas aos lados do altar, para leval-o com elles: fel-o oco de taboas.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a pia de cobre com a sua base de cobre, dos espelhos das mulheres que se ajuntavam, ajuntando-se á porta da tenda da congregação.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o pateo da banda do meio dia ao sul: as cortinas do pateo eram de linho fino torcido, de cem covados.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vinte columnas e as suas vinte bases eram de cobre: os colchetes d'estas columnas e as suas molduras eram de prata;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banda do norte cortinas de cem covados; as suas vinte columnas e as suas vinte bases eram de cobre, os colchetes das columnas e as suas molduras eram de prata.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banda do occidente cortinas de cincoenta covados, as suas columnas dez, e as suas bases dez: os colchetes das columnas e as suas molduras eram de prata.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banda oriental, ao oriente, cortinas de cincoenta covados.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cortinas d'esta banda da porta eram de quinze covados: as suas columnas tres e as suas bases tres.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outra banda da porta do pateo de ambos os lados eram cortinas de quinze covados: as suas columnas tres e as suas bases tres.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cortinas do pateo ao redor eram de linho fino torcido.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bases das columnas eram de cobre: os colchetes das columnas e as suas molduras eram de prata; e a coberta das suas cabeças de prata; e todas as columnas do pateo eram cingidas de prata.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coberta da porta do pateo era de obra de bordador, de azul, e de purpura, e de carmezim, e de linho fino torcido; e o comprimento era de vinte covados, e a altura, na largura, de cinco covados, defronte das cortinas do pateo.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quatro columnas e as suas quatro bases eram de cobre, os seus colchetes de prata, e a coberta das suas cabeças, e as suas molduras, de prata.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estacas do tabernaculo e do pateo ao redor eram de cobre.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numeração das coisas contadas do tabernaculo do testemunho, que por ordem de Moysés foram contadas para o ministerio dos levitas por mão de Ithamar, filho de Aarão o sacerdote.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pois Bezaleel, o filho de Uri, filho de Hur, da tribu de Judah, tudo quanto o Senhor tinha ordenado a Moysés.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elle Aholiab, o filho de Ahisamach, da tribu de Dan, um mestre de obra, e engenhoso artifice, e bordador em azul, e em purpura e em carmezim e em linho fino.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oiro gasto na obra, em toda a obra do sanctuario, a saber, o oiro da offerta, foi vinte e nove talentos e setecentos e trinta siclos, conforme ao siclo do Sanctuario;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prata dos arrolados da congregação foi cem talentos e mil e setecentos e setenta e cinco siclos, conforme ao siclo do sanctuario;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beca por cada cabeça, isto é, meio siclo, conforme ao siclo do sanctuario: de qualquer que passava aos arrolados, da edade de vinte annos e acima, que foram seiscentos e tres mil e quinhentos e cincoenta.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cem talentos de prata para fundir as bases do sanctuario e as bases do véu: para cem bases eram cem talentos; um talento para cada base.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dos mil e setecentos e setenta siclos fez os colchetes das columnas, e cobriu as suas cabeças, e as cingiu de molduras.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cobre da offerta foi setenta talentos e dois mil e quatrocentos siclos.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d'elle fez as bases da porta da tenda da congregação e o altar de cobre, e o crivo de cobre e todos os vasos do altar,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bases do pateo ao redor, e as bases da porta do pateo, e todas as estacas do tabernaculo e todas as estacas do pateo ao redor.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