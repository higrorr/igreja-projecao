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toda a congregação dos filhos d'Israel partiu do deserto de Sin pelas suas jornadas, segundo o mandamento do Senhor, e acamparam em Rephidim; e não havia ali agua para o povo beber.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contendeu o povo com Moysés, e disseram: Dae-nos agua para beber. E Moysés lhes disse: Porque contendeis commigo? porque tentaes ao Senhor?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 pois ali o povo sêde d'agua, o povo murmurou contra Moysés, e disse: Porque nos fizeste subir do Egypto, para nos matares de sêde, a nós e aos nossos filhos, e ao nosso gado?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clamou Moysés ao Senhor, dizendo: Que farei a este povo? d'aqui a pouco me apedrejarão.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Senhor a Moysés: Passa diante do povo, e toma comtigo alguns dos anciãos de Israel: e toma na tua mão a tua vara, com que feriste o rio: vae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eu estarei ali diante de ti sobre a rocha, em Horeb, e tu ferirás a rocha, e d'ella sairão aguas e o povo beberá. E Moysés assim o fez, diante dos olhos dos anciãos de Israel.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chamou o nome d'aquelle logar Massah e Meribah, por causa da contenda dos filhos de Israel, e porquanto tentaram ao Senhor, dizendo: Está o Senhor no meio de nós, ou não?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Amalek, e pelejou contra Israel em Rephidim.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disse Moysés a Josué: Escolhe-nos homens, e sae, peleja contra Amalek: ámanhã eu estarei sobre o cume do outeiro, e a vara de Deus estará na minha mão.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Josué como Moysés lhe dissera, pelejando contra Amalek: mas Moysés, Aarão, e Hur subiram ao cume do outeiro.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acontecia que, quando Moysés levantava a sua mão, Israel prevalecia: mas quando elle abaixava a sua mão, Amalek prevalecia.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as mãos de Moysés eram pesadas, por isso tomaram uma pedra, e a pozeram debaixo d'elle, para assentar-se sobre ella: e Aarão e Hur sustentaram as suas mãos, um d'uma banda, e o outra da outra: assim ficaram as suas mãos firmes até que o sol se poz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assim Josué desfez a Amalek, e a seu povo, ao fio da espada.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Senhor a Moysés; Escreve isto para memoria n'um livro, e relata-o aos ouvidos de Josué; que eu totalmente hei de riscar a memoria d'Amalek de debaixo dos céus.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edificou um altar, e chamou o seu nome, o Senhor é minha bandeira.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17:16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Porquanto jurou o Senhor, haverá guerra do Senhor contra Amalek de geração em geração.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