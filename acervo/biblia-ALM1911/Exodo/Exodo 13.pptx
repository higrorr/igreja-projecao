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Sanctifica-me todo o primogenito, o que abrir toda a madre entre os filhos de Israel, de homens e de animaes: porque meu 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disse ao povo: Lembrae-*vos d'este mesmo dia, em que saistes do Egypto, da casa da servidão; pois com mão forte o Senhor vos tirou d'aqui: portanto não comereis pão levedado.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Hoje, no mez de Abib, vós sahis.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que, quando o Senhor te houver mettido na terra dos cananeos, e dos hetheos, e dos amorrheos, e dos heveos, e dos jebuzeos, a qual jurou a teus paes que t'a daria, terra que mana leite e mel, guardarás este culto n'este mez.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Sete dias comerãs pães asmos; e ao setimo dia haverá festa ao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Sete dias se comerão pães asmos, e o levedado não se verá comtigo, nem ainda fermento será visto em todos os teus termos.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mesmo dia farás saber a teu filho, dizendo: Isto é pelo que o Senhor me tem feito, quando eu sahi do Egypto.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será por signal sobre tua mão, e por lembrança entre teus olhos; para que a lei do Senhor esteja em tua bocca: porquanto com mão forte o Senhor te tirou do Egypto.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tu guardarás este estatuto a seu tempo, de anno em anno.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acontecerá que, quando o Senhor te houver mettido na terra dos cananeos, como jurou a ti e a teus paes, quando t'a houver dado,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passar ao Senhor tudo o que abrir a madre, e tudo o que abrir a madre do fructo dos animaes que terás: os machos serão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tudo o que abrir a madre da jumenta, resgatarás com cordeiro; e se o não resgatares cortar-lhe-has a cabeça: mas todo o primogenito do homem entre teus filhos resgatarás.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acontecer que teu filho no tempo futuro te pergunte, dizendo: Que é isto? dir-lhe-has: O Senhor nos tirou com mão forte do Egypto, da casa da servidão.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succedeu que, endurecendo-se Pharaó, para não nos deixar ir, o Senhor matou todos os primogenitos na terra do Egypto, do primogenito do homem até ao primogenito dos animaes: por isso eu sacrifico ao Senhor os machos de tudo que abre a madre; porém a todo o primogenito de meus filhos eu resgato.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por signal sobre tua mão, e por frontaes entre os teus olhos; porque o Senhor nos tirou do Egypto com mão forte.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que quando Pharaó deixou ir o povo, Deus não os levou pelo caminho da terra dos philisteos, que estava mais perto; porque Deus disse: Para que porventura o povo não se arrependa, vendo a guerra, e se tornem ao Egypto.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Deus fez rodear o povo pelo caminho no deserto do Mar Vermelho: e subiram os filhos de Israel da terra do Egypto armados.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Moysés os ossos de José comsigo, porquanto havia este estreitamente ajuramentado aos filhos de Israel, dizendo: Certamente Deus vos visitará; fazei pois subir d'aqui os meus ossos comvosco.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partiram de Succoth, e acamparam-se em Etham, á entrada do deserto.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ia adiante d'elles, de dia n'uma columna de nuvem, para os guiar pelo caminho, e de noite n'uma columna de fogo, para os allumiar, para que caminhassem de dia e de noite.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tirou de diante da face do povo a columna de nuvem, de dia, nem a columna de fogo, de noite.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