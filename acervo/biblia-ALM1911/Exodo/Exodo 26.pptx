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tabernaculo farás de dez cortinas de linho fino torcido, e azul, purpura, e carmezim: com cherubins as farás d'obra esmerada.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d'uma cortina será de vinte e oito covados, e a largura de uma cortina de quatro covados: todas estas cortinas serão d'uma medida.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Cinco cortinas se enlaçarão uma á outra: e as outras cinco cortinas se enlaçarão uma com a outra.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laçadas d'azul na ponta d'uma cortina, na extremidade, na juntura: assim tambem farás na ponta da extremidade da outra cortina, na segunda juntura.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Cincoenta laçadas farás n'uma cortina, e outras cincoenta laçadas farás na extremidade da cortina que está na segunda juntura: as laçadas estarão travadas uma com a outra.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cincoenta colchetes d'oiro, e ajuntarás com estes colchetes as cortinas, uma com a outra, e será um tabernaculo.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cortinas de pellos de cabras por tenda sobre o tabernaculo: d'onze cortinas as farás.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d'uma cortina será de trinta covados, e a largura da mesma cortina de quatro covados: estas onze cortinas serão d'uma medida.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ajuntarás cinco d'estas cortinas por si, e as outras seis cortinas tambem por si: e dobrarás a sesta cortina diante da tenda.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cincoenta laçadas na borda d'uma cortina, na extremidade, na juntura, e outras cincoenta laçadas na borda da outra cortina, na segunda juntura.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cincoenta colchetes de cobre, e metterás os colchetes nas laçadas, e assim ajuntarás a tenda, para que seja uma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que sobejar das cortinas da tenda, a metade da cortina que sobejar, penderá de sobejo ás costas do tabernaculo.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covado d'uma banda, e outro covado da outra, que sobejará no comprimento das cortinas da tenda, penderá de sobejo aos lados do tabernaculo d'uma e d'outra banda, para cobril-o.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á tenda uma coberta de pelles de carneiro, tintas de vermelho, e outra coberta de pelles de teixugo em cima.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as taboas para o tabernaculo de madeira de sittim, que estarão levantadas.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d'uma taboa será de dez covados, e a largura de cada taboa será d'um covado e meio.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couceiras terá cada taboa, travadas uma com a outra: assim farás com todas as taboas do tabernaculo.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as taboas para o tabernaculo assim: vinte taboas para a banda do meio dia ao sul.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quarenta bases de prata debaixo das vinte taboas: duas bases debaixo d'uma taboa para as suas duas couceiras, e duas bases debaixo d'outra taboa para as suas duas couceiras.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haverá vinte taboas ao outro lado do tabernaculo, para a banda do norte,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suas quarenta bases de prata: duas bases debaixo d'uma taboa, e duas bases debaixo d'outra taboa,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lado do tabernaculo para o occidente farás seis taboas.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duas taboas para os cantos do tabernaculo, d'ambos os lados;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baixo se ajuntarão, e tambem em cima d'elle se ajuntarão n'uma argola. Assim se fará com as duas taboas: ambas serão por taboas para os dois cantos.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serão as oito taboas com as suas bases de prata, dezeseis bases: duas bases debaixo d'uma taboa, e duas bases debaixo d'outra taboa.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cinco barras de madeira de sittim, para as taboas d'um lado do tabernaculo,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cinco barras para as taboas do outro lado do tabernaculo; como tambem cinco barras para as taboas do outro lado do tabernaculo, d'ambas as bandas para o occidente.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barra do meio estará no meio das taboas, passando d'uma extremidade até á outra.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cobrirás d'oiro as taboas, e farás d'oiro as suas argolas, para metter por ellas as barras: tambem as barras as cobrirás d'oiro.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levantarás o tabernaculo conforme ao modelo que te foi mostrado no monte.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farás um véu de azul, e purpura, e carmezim, e de linho fino torcido; com cherubins de obra prima se fará,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porás sobre quatro columnas de madeira de sittim, cobertas de oiro: seus colchetes serão de oiro, sobre quatro bases de prata.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Pendurarás o véu debaixo dos colchetes, e metterás a arca do testemunho ali dentro do véu: e este véu vos fará separação entre o sanctuario e o logar sanctissimo.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a coberta do propiciatorio sobre a arca do testemunho no sanctissimo,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mesa porás fóra do véu, e o castiçal defronte da mesa, ao lado do tabernaculo, para o sul; mas a mesa porás á banda do norte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para a porta da tenda uma coberta de azul, e purpura, e carmezim, e de linho fino torcido, de obra de bordador,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para esta coberta cinco columnas de madeira de sittim, e as cobrirás de oiro; seus colchetes serão de oiro, e far-lhe-has de fundição cinco bases de cobre.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