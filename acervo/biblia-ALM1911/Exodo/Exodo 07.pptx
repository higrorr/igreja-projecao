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Eis que te tenho posto por Deus sobre Pharaó, e Aarão, teu irmão, será o teu propheta.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fallarás tudo o que eu te mandar: e Aarão teu irmão fallará a Pharaó, que deixe ir os filhos de Israel da sua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endurecerei o coração de Pharaó, e multiplicarei na terra do Egypto os meus signaes e as minhas maravilhas.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Pharaó pois não vos ouvirá; e eu porei minha mão sobre o Egypto, e tirarei meus exercitos, meu povo, os filhos de Israel, da terra do Egypto, com grandes juizos.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egypcios saberão que eu sou o Senhor, quando estender a minha mão sobre o Egypto, e tirar os filhos de Israel do meio d'elles.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fez Moysés e Aarão; como o Senhor lhes ordenara, assim fizeram.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era da edade de oitenta annos, e Aarão da edade de oitenta e tres annos, quando fallaram a Pharaó.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fallou a Moysés e a Aarão,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Pharaó vos fallar, dizendo: Fazei por vós algum milagre; dirás a Aarão: Toma a tua vara, e lança-a diante de Pharaó; e se tornará em serpente.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e Aarão entraram a Pharaó, e fizeram assim como o Senhor ordenara: e lançou Aarão a sua vara diante de Pharaó, e diante dos seus servos, e tornou-se em serpente.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Pharaó tambem chamou os sabios e encantadores: e os magos do Egypto fizeram tambem o mesmo com os seus encantamentos,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cada um lançou sua vara, e tornaram-se em serpentes: mas a vara de Aarão tragou as varas d'elles.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coração de Pharaó se endureceu, e não os ouviu, como o Senhor tinha dito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O coração de Pharaó está aggravado: recusa deixar ir o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 pela manhã a Pharaó: eis que elle sairá ás aguas: põe-te em frente d'elle na praia do rio, e tomarás em tua mão a vara que se tornou em cobra.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dirás: O Senhor, o Deus dos hebreos, me tem enviado a ti, dizendo: Deixa ir o meu povo, para que me sirva no deserto; porém eis que até agora não tens ouvido.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N'isto saberás que eu sou o Senhor: Eis que eu com esta vara, que tenho em minha mão, ferirei as aguas que estão no rio, e tornar-se-hão em sangue.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peixes, que estão no rio, morrerão, e o rio federá; e os egypcios nausear-se-hão, bebendo a agua do 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a Moysés: Dize a Aarão: Toma tu a vara, e estende a tua mão sobre as aguas do Egypto, sobre as suas correntes, sobre os seus rios, e sobre os seus tanques, e sobre todo o ajuntamento das suas aguas, para que se tornem em sangue: e haja sangue em toda a terra do Egypto, assim nos vasos de madeira como nos de pedra.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 Aarão fizeram assim como o Senhor tinha mandado: e levantou a vara, e feriu as aguas que estavam no rio, diante dos olhos de Pharaó, e diante dos olhos de seus servos; e todas as aguas do rio se tornaram em sangue.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peixes, que estavam no rio, morreram, e o rio fedeu, que os egypcios não podiam beber a agua do rio: e houve sangue por toda a terra do Egypto.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magos do Egypto tambem fizeram o mesmo com os seus encantamentos; de maneira que o coração de Pharaó se endureceu, e não os ouviu, como o Senhor tinha dito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virou-se Pharaó, e foi para sua casa: nem ainda n'isto poz seu coração.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egypcios cavaram poços junto ao rio, para beberem agua; porquanto não podiam beber das aguas do rio.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cumpriram sete dias, depois que o Senhor ferira o rio.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