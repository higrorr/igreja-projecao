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fallou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tenho chamado por nome a Bezaleel, o filho de Uri, filho d'Ur, da tribu de Judah,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enchi do espirito de Deus, de sabedoria, e de entendimento, e de sciencia, em todo o artificio,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inventar invenções, e obrar em oiro, em prata, e em cobre,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lavramento de pedras para engastar, e em artificio de madeira, para obrar em todo o lavor.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eu tenho posto com elle a Aholiab, o filho de Ahisamach, da tribu de Dan, e tenho dado sabedoria ao coração de todo aquelle que é sabio de coração, para que façam tudo o que te tenho ordenado;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saber, a tenda da congregação, e a arca do testemunho, e o propiciatorio que estará sobre ella, e todos os vasos da tenda;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mesa com os seus vasos, e o castiçal puro com todos os seus vasos, e o altar do incenso;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altar do holocausto com todos os seus vasos, e a pia com a sua base;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vestidos do ministerio, e os vestidos sanctos de Aarão o sacerdote, e os vestidos de seus filhos, para administrarem o sacerdocio;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azeite da uncção, e o incenso aromatico para o sanctuario: farão conforme a tudo que te tenho mandado.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pois falla aos filhos de Israel, dizendo: Certamente guardareis meus sabbados: porquanto isso é um signal entre mim e vós nas vossas gerações; para que saibaes que eu sou o Senhor, que vos sanctifica.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guardareis o sabbado, porque sancto é para vós: aquelle que o profanar certamente morrerá; porque qualquer que n'elle fizer alguma obra, aquella alma será extirpada do meio do seu povo.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Seis dias se fará obra, porém o setimo dia é o sabbado do descanço, sancto ao Senhor; qualquer que no dia do sabbado fizer obra, certamente morrerá.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Guardarão pois o sabbado os filhos de Israel, celebrando o sabbado nas suas gerações por concerto perpetuo.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mim e os filhos de Israel será um signal para sempre: porque em seis dias fez o Senhor os céus e a terra, e ao setimo dia descançou, e restaurou-se.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a Moysés (quando acabou de fallar com elle no monte de Sinai) as duas taboas do testemunho, taboas de pedra, escriptas pelo dedo de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