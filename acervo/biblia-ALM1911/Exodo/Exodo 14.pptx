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 que tornem, e que se acampem diante de Pi-hahiroth, entre Migdol e o mar, diante de Baal-zephon: em frente d'elle assentareis o campo junto ao 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Pharaó dirá dos filhos de Israel: Estão embaraçados na terra, o deserto os encerrou.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endurecerei o coração de Pharaó, para que os persiga, e serei glorificado em Pharaó em todo o seu exercito, e saberão os egypcios que eu sou o Senhor. E elles fizeram assim.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annunciado ao rei do Egypto que o povo fugia, mudou-se o coração de Pharaó e dos seus servos contra o povo, e disseram: Porque fizemos isso, havendo deixado ir a Israel, que nos não sirva?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apromptou o seu carro, e tomou comsigo o seu povo;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seiscentos carros escolhidos, e todos os carros do Egypto, e os capitães sobre elles todos.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endureceu o coração de Pharaó, rei do Egypto, que perseguisse aos filhos de Israel: porém os filhos de Israel sairam com alta mão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egypcios perseguiram-n'os, todos os cavallos e carros de Pharaó, e os seus cavalleiros, e o seu exercito, e alcançaram-n'os acampados junto ao mar, perto de Pi-hahiroth, diante de Baal-zephon.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Pharaó, os filhos de Israel levantaram seus olhos, e eis que os egypcios vinham atraz d'elles, e temeram muito; então os filhos de Israel clamaram ao Senhor.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Moysés: Não havia sepulchros no Egypto, que nos tiraste de lá, para que morramos n'este deserto? porque nos fizeste isto, que nos tens tirado do Egypto?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esta a palavra que te temos fallado no Egypto, dizendo: Deixa-nos, que sirvamos aos egypcios? pois que melhor nos fôra servir aos egypcios, do que morrermos no deserto.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Moysés, porém, disse ao povo: Não temaes; estae quietos, e vêde o livramento do Senhor, que hoje vos fará: porque aos egypcios, que hoje vistes, nunca mais vereis para sempre: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pelejará por vós, e vos calareis.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Porque clamas a mim? dize aos filhos de Israel que marchem.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levanta a tua vara, e estende a tua mão sobre o mar, e fende-o, para que os filhos de Israel passem pelo meio do mar em secco.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eis que endurecerei o coração dos egypcios, para que entrem n'elle atraz d'elles; e eu serei glorificado em Pharaó, e em todo o seu exercito, nos seus carros e nos seus cavalleiros,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egypcios saberão que eu sou o Senhor, quando fôr glorificado em Pharaó, nos seus carros e nos seus cavalleiros.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anjo de Deus, que ia diante do exercito d'Israel, se retirou, e ia detraz d'elles: tambem a columna de nuvem se retirou de diante d'elles, e se poz atraz d'elles,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ia entre o campo dos egypcios e o campo d'Israel: e a nuvem era escuridade para aquelles, e para estes esclarecia a noite: de maneira que em toda a noite não chegou um ao outro.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estendeu a sua mão sobre o mar, e o Senhor fez retirar o mar por um forte vento oriental toda aquella noite; e o mar tornou-se em secco, e as aguas foram partidas.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d'Israel entraram pelo meio do mar em secco: e as aguas foram-lhes como muro á sua direita e á sua esquerda.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egypcios seguiram-n'os, e entraram atraz d'elles todos os cavallos de Pharaó, os seus carros e os seus cavalleiros, até ao meio do mar.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na vigilia d'aquella manhã, o Senhor, na columna do fogo e da nuvem, viu o campo dos egypcios: e alvorotou o campo dos egypcios,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tirou-lhes as rodas dos seus carros, e fel-os andar difficultosamente. Então disseram os egypcios: Fujamos da face d'Israel, porque o Senhor por elles peleja contra os egypcios.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Estende a tua mão sobre o mar, para que as aguas tornem sobre os egypcios, sobre os seus carros e sobre os seus cavalleiros.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estendeu a sua mão sobre o mar, e o mar tornou-se em sua força ao amanhecer, e os egypcios fugiram ao seu encontro: e o Senhor derribou os egypcios no meio do mar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 aguas, tornando, cobriram os carros e os cavalleiros de todo o exercito de Pharaó, que os haviam seguido no mar: nem ainda um d'elles ficou.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filhos d'Israel foram pelo meio do mar secco: e as aguas foram-lhes como muro á sua mão direita e á sua esquerda.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Senhor salvou Israel n'aquelle dia da mão dos egypcios: e Israel viu os egypcios mortos na praia do mar.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Israel a grande mão que o Senhor mostrara aos egypcios; e temeu o povo ao Senhor, e creram no Senhor e em Moysés, seu servo.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