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Farás tambem o altar de madeira de sittim: cinco covados será o comprimento, e cinco covados a largura (será quadrado o altar), e tres covados a sua altura.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farás os seus cornos aos seus quatro cantos: os seus cornos serão do mesmo, e o cobrirás de cobre.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Far-lhe-has tambem as suas caldeirinhas, para recolher a sua cinza, e as suas pás, e as suas bacias, e os seus garfos, e os seus brazeiros: todos os seus vasos farás de cobre.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Far-lhe-has tambem um crivo de cobre era fórma de rede, e farás a esta rede quatro argolas de metal aos seus quatro cantos,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porás dentro do cerco do altar para baixo, de maneira que a rede chegue até ao meio do altar.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Farás tambem varaes para o altar, varaes de madeira de sittim, e os cobrirás de cobre.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varaes se metterão nas argolas, de maneira que os varaes estejam de ambos os lados do altar, quando fôr levado.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Oco de taboas o farás; como se te mostrou no monte, assim o farão.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Farás tambem o pateo do tabernaculo, ao lado do meio-dia para o sul: o pateo terá cortinas de linho fino torcido; o comprimento de cada lado será de cem covados.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as suas vinte columnas e as suas vinte bases serão de cobre: os colchetes das columnas e as suas faixas serão de prata.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tambem ao lado do norte as cortinas na longura serão de cem covados de comprimento: e as suas vinte columnas e as suas vinte bases serão de cobre; os colchetes das columnas e as suas faixas serão de prata.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 largura do pateo ao lado do occidente haverá cortinas de cincoenta covados: as suas columnas dez, e as suas bases dez.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Similhantemente a largura do pateo ao lado oriental para o levante será de cincoenta covados.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maneira que haja quinze covados das cortinas de um lado: suas columnas tres, e as suas bases tres.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quinze covados das cortinas ao outro lado: as suas columnas tres, e as suas bases tres.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á porta do pateo haverá uma coberta de vinte covados, de azul, e purpura, e carmezim, e de linho fino torcido, de obra de bordador: as suas columnas quatro, e as suas bases quatro.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as columnas do pateo ao redor serão cingidas de faixas de prata, mas as suas bases de cobre.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comprimento do pateo será de cem covados, e a largura de cada banda de cincoenta, e a altura de cinco covados, de linho fino torcido: mas as suas bases serão de cobre.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tocante a todos os vasos do tabernaculo em todo o seu serviço, até todos os seus pregos, e todos os pregos do pateo, serão de cobre.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pois ordenarás aos filhos de Israel que te tragam azeite puro de oliveiras, batido para o candieiro; para fazer arder as lampadas continuamente.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tenda da congregação fóra do véu, que está diante do testemunho, Aarão e seus filhos as porão em ordem, desde a tarde até á manhã, perante o Senhor: um estatuto perpetuo será este pelas suas gerações, aos filhos de Israel.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