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partidos de Elim, toda a congregação dos filhos d'Israel veiu ao deserto de Sin, que está entre Elim e Sinai, aos quinze dias do mez segundo, depois que sairam da terra do Egypto.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congregação dos filhos d'Israel murmurou contra Moysés e contra Aarão no deserto.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disseram-lhes: Quem déra que nós morressemos por mão do Senhor na terra do Egypto, quando estavamos sentados ás panellas da carne, quando comiamos pão até fartar! porque nos tendes tirado a este deserto, para matardes de fome a toda esta multidão.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Eis que vos choverei pão dos céus, e o povo sairá, e colherá cada dia a porção para cada dia, para que eu o prove se anda em minha lei ou não.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acontecerá, ao sexto dia, que apparelhem o que colheram: e será dobrado do que colhem cada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Moysés, e Aarão a todos os filhos d'Israel: A tarde sabereis que o Senhor vos tirou da terra do Egypto,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ámandã vereis a gloria do Senhor, porquanto ouviu as vossas murmurações contra o Senhor: porque quem somos nós, que murmureis contra nós?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Moysés: Isso será quando o Senhor á tarde vos der carne para comer, e pela manhã pão a fartar, porquanto o Senhor ouviu as vossas murmurações, com que murmuraes contra elle: porque, quem somos nós? As vossas murmurações não são contra nós, mas sim contra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Moysés a Aarão: Dize a toda a congregação dos filhos d'Israel: Chegae-vos para diante do Senhor, porque ouviu as vossas murmurações.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quando fallou Aarão a toda a congregação dos filhos d'Israel, e elles se viraram para o deserto, eis que a gloria do Senhor appareceu na nuvem.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fallou a Moysés,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ouvido as murmurações dos filhos de Israel; falla-lhes, dizendo: Entre as duas tardes comereis carne, e pela manhã vos fartareis de pão: e sabereis que eu sou o Senhor vosso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á tarde subiram codornizes, e cobriram o arraial: e pela manhã jazia o orvalho ao redor do arraial,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alçando-se o orvalho caido, eis que sobre a face do deserto estava uma coisa miuda, redonda, miuda como a geada sobre 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vendo-a os filhos d'Israel, disseram uns aos outros: Que é isto; porque não sabiam o que era. Disse-lhes pois Moysés: Este é o pão que o Senhor vos deu para comer.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o Senhor tem mandado: Colhei d'elle cada um conforme ao que pode comer, um gomer por cada cabeça, segundo o numero das vossas almas; cada um tomará para os que se acharem na sua tenda.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fizeram assim; e colheram, uns mais e outros menos.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medindo-o com o gomer, não sobejava ao que colhera muito, nem faltava ao que colhera pouco: cada um colheu tanto quanto podia comer.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Moysés: Ninguem d'elle deixe para ámanhã.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Elles, porém, não deram ouvidos a Moysés, antes alguns d'elles deixaram d'elle para a amanhã; e aquelle criou bichos, e fedeu; por isso indignou-se Moysés contra 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pois o colhiam cada manhã, cada um conforme ao que podia comer; porque, aquentando o sol, derretia-se.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ao sexto dia colheram pão em dobro, dois gomeres para cada um: e todos os principes da congregação vieram, e contaram-n'o a Moysés.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Isto é o que o Senhor tem dito: Amanhã é repouso, do sancto sabbado do Senhor: o que quizerdes cozer no forno, cozei-o, e o que quizerdes cozer em agua, cozei-o em agua; e tudo o que sobejar, para vós ponde em guarda até ámanhã.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guardaram-n'o até ámanhã, como Moysés tinha ordenado: e não fedeu, nem n'elle houve algum bicho.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Moysés: Comei-o hoje, porquanto hoje é o sabbado do Senhor: hoje não o achareis no campo.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o colhereis, mas o setimo dia é o sabbado; n'aquelle não haverá.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setimo dia, que alguns do povo sairam para colher, mas não o acharam.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Até quando recusareis de guardar os meus mandamentos e as minhas leis?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Vêde, porquanto o Senhor vos deu o sabbado, portanto elle no sexto dia vos dá pão para dois dias; cada um fique no seu logar, que ninguem saia do seu logar no setimo dia.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repousou o povo no setimo dia.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 casa de Israel o seu nome manná; e era como semente de coentro branco, e o seu sabor como bolos de mel.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Moysés: Esta é a palavra que o Senhor tem mandado: Encherás um gomer d'elle em guarda para as vossas gerações, para que vejam o pão que vos tenho dado a comer n'este deserto, quando eu vos tirei da terra do Egypto.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Moysés a Aarão: Toma um vaso, e mette n'elle um gomer cheio de manná, e pôe-o diante do Senhor, em guarda para as vossas gerações.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Senhor tinha ordenado a Moysés, assim Aarão o poz diante do testemunho em guarda.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os filhos d'Israel manná quarenta annos, até que entraram em terra habitada: comeram manná até que chegaram aos termos da terra de Canaan.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gomer é a decima parte do epha.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