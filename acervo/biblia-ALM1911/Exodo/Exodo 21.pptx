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estatutos que lhes proporás.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comprares um servo hebreo, seis annos servirá; mas ao setimo sairá forro, de graça.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entrou só com o seu corpo, só com o seu corpo sairá: se elle era homem casado, sairá sua mulher com 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seu senhor lhe houver dado uma mulher, e ella lhe houver parido filhos ou filhas, a mulher e seus filhos serão de seu senhor, e elle sairá só com sen corpo.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aquelle servo expressamente disser: Eu amo a meu senhor, e a minha mulher, e a meus filhos; não quero sair forro: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seu senhor o levará aos juizes, e o fará chegar á porta, ou ao postigo, e seu senhor lhe furará a orelha com uma sovela; e o servirá para sempre.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algum vender sua filha por serva, não sairá como saem os servos.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desagradar aos olhos de seu senhor, e não se desposar com ella, fará que se resgate: não poderá vendel-a a um povo estranho, usando deslealmente com 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a desposar com seu filho, fará com ella conforme ao direito das filhas.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lhe tomar outra, não deminuirá o mantimento d'esta, nem o seu vestido, nem a sua obrigação marital.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lhe não fizer estas tres coisas, sairá de graça, sem dar dinheiro.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ferir alguem, que morra, elle tambem certamente morrerá;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que lhe não armou ciladas, mas Deus o fez encontrar nas suas mãos, ordenar-te-hei um logar, para onde elle fugirá.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alguem se ensoberbecer contra o seu proximo, matando-o com engano, tiral-o-has do meu altar, para que morra.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ferir a seu pae, ou a sua mãe, certamente morrerá.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furtar algum homem, e o vender, ou fôr achado na sua mão, certamente morrerá.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amaldiçoar a seu pae ou a sua mãe, certamente morrerá.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alguns homens pelejarem, ferindo-se um ao outro com pedra ou com o punho, e este não morrer, mas cair na cama;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elle tornar a levantar-se e andar fóra sobre o seu bordão, então aquelle que o feriu será absolvido: sómente lhe pagará o tempo que perdera e o fará curar totalmente.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ferir a seu servo, ou a sua serva com pau, e morrer debaixo da sua mão, certamente será castigado;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ficar vivo por um ou dois dias, não será castigado, porque é seu dinheiro.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alguns homens pelejarem, e ferirem uma mulher gravida, e forem causa que aborte, porém não houver morte, certamente será multado, conforme ao que lhe impuzer o marido da mulher, e pagará diante dos juizes.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houver morte, então darás vida por vida,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Olho por olho, dente por dente, mão por mão, pé por pé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Queimadura por queimadura, ferida por ferida, golpe por golpe.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alguem ferir o olho do seu servo, ou o olho da sua serva, e o damnificar, o deixará ir forro pelo seu olho.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tirar o dente do seu servo, ou o dente da sua serva, o deixará ir forro pelo seu dente.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algum boi escornear homem ou mulher, e morrer, o boi será apedrejado certamente, e a sua carne se não comerá; mas o dono do boi será absolvido.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o boi d'antes era escorneador, e o seu dono foi conhecedor d'isso, e não o guardou, matando homem ou mulher, o boi será apedrejado, e tambem o seu dono morrerá.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lhe fôr imposto resgate, então dará por resgate da sua vida tudo quanto lhe fôr imposto,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tenha escorneado um filho, quer tenha escorneado uma filha; conforme a este estatuto lhe será feito.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boi escornear um servo, ou uma serva, dará trinta siclos de prata ao seu senhor, e o boi será apedrejado.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abrir uma cova, ou se alguem cavar uma cova, e não a cobrir, e n'ella cair um boi ou jumento,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dono da cova o pagará, ao seu dono o dinheiro restituirá; mas o morto será seu.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boi de alguem ferir o boi do seu proximo, e morrer, então se venderá o boi vivo, e o dinheiro d'elle se repartirá egualmente, e tambem o morto se repartirá egualmente.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foi notorio que aquelle boi d'antes era escorneador, e seu dono não o guardou, certamente pagará boi por boi; porém o morto será seu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