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obraram Bezaleel e Aholiab, e todo o homem sabio de coração, a quem o Senhor déra sabedoria e intelligencia, para saber como haviam de fazer toda a obra para o serviço do sanctuario, conforme a tudo o que o Senhor tinha ordenado.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Moysés chamara a Bezaleel e a Aholiab, e a todo o homem sabio de coração, em cujo coração Deus tinha dado sabedoria: a todo aquelle a quem o seu coração movera que se chegasse á obra para fazel-a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pois de diante de Moysés toda a offerta alçada, que trouxeram os filhos de Israel para a obra do serviço do sanctuario, para fazel-a, e ainda elles lhe traziam cada manhã offerta voluntaria.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todos os sabios, que faziam toda a obra do sanctuario, cada um da obra que elles faziam,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fallaram a Moysés, dizendo: O povo traz muito mais do que basta para o serviço da obra que o Senhor ordenou se fizesse.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mandou Moysés que fizessem passar uma voz pelo arraial, dizendo: Nenhum homem nem mulher faça mais obra alguma para a offerta alçada do sanctuario. Assim o povo foi prohibido de trazer mais,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tinham materia bastante para toda a obra que havia de fazer-se, e ainda sobejava.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todo o sabio de coração, entre os que faziam a obra, fez o tabernaculo de dez cortinas, de linho fino torcido, e de azul, e de purpura, e de carmezim, com cherubins; da obra mais esmerada as fez.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comprimento de uma cortina era de vinte e oito covados, e a largura de outra cortina de quatro covados: todas as cortinas tinham uma mesma medida.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ligou cinco cortinas uma com a outra; e outras cinco cortinas ligou uma com outra.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fez laçadas de azul na borda de uma cortina, á extremidade, na juntura: assim tambem fez na borda, á extremidade da juntura da segunda cortina.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Cincoenta laçadas fez n'uma cortina, e cincoenta laçadas fez n'uma extremidade da cortina, que se ligava com a segunda: estas laçadas travavam uma com a outra.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cincoenta colchetes de oiro, e com estes colchetes uniu as cortinas uma com a outra; e foi feito assim um tabernaculo.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cortinas de pellos de cabras para a tenda sobre o tabernaculo: de onze cortinas as fez.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comprimento de uma cortina era de trinta covados, e a largura de uma cortina de quatro covados: estas onze cortinas tinham uma mesma medida.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uniu cinco cortinas á parte, e seis cortinas á parte,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cincoenta laçadas na borda da ultima cortina, na juntura: tambem fez cincoenta laçadas na borda da cortina, na outra juntura.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cincoenta colchetes de metal, para ajuntar a tenda, para que fosse uma.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para a tenda uma coberta de pelles de carneiros, tintas de vermelho; e por cima uma coberta de pelles de teixugos.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taboas levantadas para o tabernaculo, de madeira de sittim.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comprimento de uma taboa era de dez covados, e a largura de cada taboa era de um covado e meio.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taboa tinha duas coiceiras, pregadas uma com a outra: assim fez com todas as taboas do tabernaculo.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fez as taboas para o tabernaculo: vinte taboas para a banda do sul ao meio dia: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quarenta bases de prata debaixo das vinte taboas: duas bases debaixo de uma taboa ás suas duas coiceiras, e duas bases de baixo d'outra taboa ás suas duas coiceiras.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vinte taboas ao outro lado do tabernaculo da banda do norte,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suas quarenta bases de prata; duas bases debaixo de uma taboa, e duas bases debaixo de outra taboa.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lado do tabernaculo para o occidente fez seis taboas.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duas taboas para os cantos do tabernaculo aos dois lados,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quaes estavam juntas debaixo, e tambem se ajuntavam por cima com uma argola: assim fez com ellas ambas nos dois cantos.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eram oito taboas com as suas bases de prata, a saber, dezeseis bases: duas bases debaixo de cada taboa.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barras de madeira de sittim: cinco para as taboas d'um lado do tabernaculo,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cinco barras para as taboas do outro lado do tabernaculo; e outras cinco barras para as taboas do tabernaculo d'ambas as bandas do occidente.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que a barra do meio passasse pelo meio das taboas d'uma extremidade até á outra.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cobriu as taboas d'oiro, e as suas argolas (os logares das barras) fez d'oiro: as barras tambem cobriu d'oiro.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fez o véu d'azul, e de purpura, e de carmezim, e de linho fino torcido; d'obra esmerada o fez com cherubins.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fez-lhe quatro columnas de madeira de sittim, e as cobriu d'oiro: e seus colchetes fez d'oiro, e fundiu-lhe quatro bases de prata.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para a porta da tenda o véu d'azul, e de purpura, e de carmezim, e de linho fino torcido, da obra do bordador,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suas cinco columnas e os seus colchetes; e as suas cabeças e as suas molduras cobriu d'oiro: e as suas cinco bases eram de cobre.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