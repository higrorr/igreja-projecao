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tambem os vestidos do ministerio, para ministrar no sanctuario de azul, e de purpura e de carmezim: tambem fizeram os vestidos sanctos, para Aarão, como o Senhor ordenara a Moysés.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fez o ephod de oiro, de azul, e de purpura, e de carmezim e de linho fino torcido.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estenderam as laminas de oiro, e as cortaram em fios, para entretecer entre o azul, e entre a purpura, e entre o carmezim, e entre o linho fino da obra mais esmerada.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n'elle hombreiras que se ajuntassem: ás suas duas pontas se ajuntava.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cinto de artificio do ephod, que estava sobre elle, era conforme á sua obra, do mesmo, de oiro, de azul, e de purpura, e de carmezim, e de linho fino torcido, como o Senhor ordenara a Moysés.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prepararam as pedras sardonicas, engastadas em oiro, lavradas com gravuras de sêllo, com os nomes dos filhos de Israel,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poz sobre as hombreiras do ephod por pedras de memoria para os filhos de Israel, como o Senhor ordenara a Moysés.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o peitoral de obra de artifice, como a obra do ephod, de oiro, de azul, e de purpura, e de carmezim, e de linho fino torcido.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Quadrado era; dobrado fizeram o peitoral: o seu comprimento era de um palmo, e a sua largura de um palmo dobrado.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engastaram n'elle quatro ordens de pedras: uma ordem de uma sardia, de um topazio, e de um carbunculo; esta é a primeira ordem: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segunda ordem de uma esmeralda, de uma saphira e de um diamante: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terceira ordem de um jacinto, de uma agatha, e de uma amethista: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quarta ordem de uma turqueza, e de uma sardonica, e de um jaspe, engastadas nos seus engastes de oiro.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pedras pois eram segundo os nomes dos filhos de Israel, doze segundo os seus nomes; de gravura de sêllo, cada um com o seu nome, segundo as doze tribus.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fizeram para o peitoral cadeiasinhas de egual medida, obra de trança, de oiro puro.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dois engastes de oiro e duas argolas de oiro; e pozeram as duas argolas nas duas extremidades do peitoral.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as duas cadeiasinhas de trança de oiro nas duas argolas, nas duas extremidades do peitoral.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outras duas pontas das duas cadeiasinhas de trança pozeram nos dois engastes: e as pozeram sobre as hombreiras do ephod, defronte d'elle.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tambem duas argolas de oiro, que pozeram nas outras duas extremidades do peitoral, na sua borda que estava junto ao ephod por dentro.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mais duas argolas de oiro, que pozeram nas duas hombreiras do ephod, debaixo, defronte d'elle, defronte da sua juntura, sobre o cinto d'artificio do ephod.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ligaram o peitoral com as suas argolas ás argolas do ephod com um cordão de azul, para que estivesse sobre o cinto de artificio do ephod, e o peitoral não se apartasse do ephod, como o Senhor ordenara a Moysés.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manto do ephod de obra torcida, todo de azul.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collar do manto estava no meio d'elle, como collar de saia de malha: este collar tinha uma borda em volta, para que se não rompesse.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bordas do manto fizeram romãs de azul, e de purpura, e de carmezim, a fio torcido.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tambem as campainhas de oiro puro, pondo as campainhas no meio das romãs nas bordas da capa, em roda, entre as romãs: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campainha e uma romã, outra campainha e outra romã, nas bordas do manto á roda: para ministrar, como o Senhor ordenara a Moysés.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tambem as tunicas de linho fino, de obra tecida, para Aarão e para seus filhos,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mitra de linho fino, e o ornato das tiaras de linho fino, e os calções de linho fino torcido,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cinto de linho fino torcido, e de azul, e de purpura, e de carmezim, de obra de bordador, como o Senhor ordenara a Moysés.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 tambem a folha da corôa de sanctidade de oiro puro, e n'ella escreveram o escripto como de gravura de sêllo: Sanctidade ao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ataram-n'o com um cordão de azul, para a atar á mitra em cima, como o Senhor ordenara a Moysés.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acabou toda a obra do tabernaculo da tenda da congregação; e os filhos de Israel fizeram conforme a tudo o que o Senhor ordenara a Moysés; assim o fizeram.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trouxeram a Moysés o tabernaculo, a tenda e todos os seus vasos; os seus colchetes, as suas taboas, os seus varaes, e as suas columnas, e as suas bases;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coberta de pelles de carneiro tintas de vermelho, e a coberta de pelles de teixugos, e o véu da coberta;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arca do testemunho, e os seus varaes, e o propiciatorio: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mesa com todos os seus vasos, e os pães da proposição;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castiçal puro com suas lampadas, as lampadas da ordenança, e todos os seus vasos, e o azeite para a luminaria;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altar de oiro, e o azeite da uncção, e o incenso aromatico, e a coberta da porta da tenda;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altar de cobre, e o seu crivo de cobre, os seus varaes, e todos os seus vasos, a pia, e a sua base;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cortinas do pateo, as suas columnas, e as suas bases, e a coberta da porta do pateo, as suas cordas, e os seus pregos, e todos os vasos do serviço do tabernaculo, para a tenda da congregação;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vestidos do ministerio para ministrar no sanctuario; os sanctos vestidos de Aarão o sacerdote, e os vestidos dos seus filhos, para administrarem o sacerdocio.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 tudo o que o Senhor ordenara a Moysés, assim fizeram os filhos de Israel toda a obra.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39:43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Viu pois Moysés toda a obra, e eis que a tinham feito; como o Senhor ordenara, assim a fizeram: então Moysés os abençoou.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