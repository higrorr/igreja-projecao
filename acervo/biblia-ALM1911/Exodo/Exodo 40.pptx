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mez, no primeiro dia do mez, levantarás o tabernaculo da tenda da congregação,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n'elle a arca do testemunho, e cobrirás a arca com o véu.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metterás n'elle a mesa, e porás em ordem o que se deve pôr em ordem n'ella; tambem metterás n'elle o castiçal, e accenderás as suas lampadas.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o altar de oiro para o incenso diante da arca do testemunho: então pendurarás a coberta da porta do tabernaculo.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Porás tambem o altar do holocausto diante da porta do tabernaculo da tenda da congregação.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a pia entre a tenda da congregação e o altar, e n'ella porás agua.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porás o pateo ao redor, e pendurarás a coberta á porta do pateo.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tomarás o azeite da uncção, e ungirás o tabernaculo, e tudo o que ha n'elle: e o sanctificarás com todos os seus vasos, e será sancto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Ungirás tambem o altar do holocausto, e todos os seus vasos; e sanctificarás o altar; e o altar será uma coisa sanctissima.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ungirás a pia e a sua base, e a sanctificarás.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chegar a Aarão e a seus filhos á porta da tenda da congregação; e os lavarás com agua.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vestirás a Aarão os vestidos sanctos, e o ungirás, e o sanctificarás, para que me administre o sacerdocio.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chegar a seus filhos, e lhes vestirás as tunicas,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ungirás como ungiste a seu pae, para que me administrem o sacerdocio, e a sua uncção lhes será por sacerdocio perpetuo nas suas gerações.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fel-o Moysés: conforme a tudo o que o Senhor lhe ordenou, assim o fez.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no mez primeiro, no anno segundo, ao primeiro do mez, que o tabernaculo foi levantado;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Moysés levantou o tabernaculo, e poz as suas bases, e armou as suas taboas, e metteu n'elle os seus varaes, e levantou as suas columnas;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estendeu a tenda sobre o tabernaculo, e poz a coberta da tenda sobre ella, em cima, como o Senhor ordenara a Moysés.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o testemunho, e pôl-o na arca, e metteu os varaes á arca; e poz o propiciatorio sobre a arca, em cima.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 a arca no tabernaculo, e pendurou o véu da cobertura, e cobriu a arca do testemunho, como o Senhor ordenara a Moysés.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 tambem a mesa na tenda da congregação, ao lado do tabernaculo para o norte, fóra do véu,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ella poz em ordem o pão perante o Senhor, como o Senhor ordenara a Moysés.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 tambem na tenda da congregação o castiçal defronte da mesa, ao lado do tabernaculo para o sul,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accendeu as lampadas perante o Senhor, como o Senhor ordenara a Moysés.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o altar d'oiro na tenda da congregação, diante do véu,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accendeu sobre elle o incenso d'especiarias aromaticas, como o Senhor ordenara a Moysés.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Pendurou tambem a coberta da porta do tabernaculo,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o altar do holocausto á porta do tabernaculo da tenda da congregação, e offereceu sobre elle holocausto e offerta de manjares, como o Senhor ordenara a Moysés.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 tambem a pia entre a tenda da congregação e o altar, e derramou agua n'ella, para lavar.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Moysés, e Aarão e seus filhos lavaram n'ella as suas mãos e os seus pés.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entravam na tenda da congregação, e quando chegavam ao altar, lavavam-se, como o Senhor ordenara a Moysés.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 tambem o pateo ao redor do tabernaculo e do altar, e pendurou a coberta da porta do pateo. Assim Moysés acabou a obra.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nuvem cobriu a tenda da congregação, e a gloria do Senhor encheu o tabernaculo;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Moysés não podia entrar na tenda da congregação, porquanto a nuvem ficava sobre elle, e a gloria do Senhor enchia o tabernaculo.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a nuvem se levantava de sobre o tabernaculo, então os filhos de Israel caminhavam em todas as suas jornadas.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nuvem porém não se levantava, não caminhavam, até ao dia em que ella se levantava;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40:38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 nuvem do Senhor estava de dia sobre o tabernaculo, e o fogo estava de noite sobre elle, perante os olhos de toda a casa d'Israel, em todas as suas jornadas.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