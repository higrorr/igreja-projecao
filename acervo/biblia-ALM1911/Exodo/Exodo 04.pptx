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Moysés, e disse: Mas eis que me não crerão, nem ouvirão a minha voz, porque dirão: O Senhor não te appareceu.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disse-lhe: Que é isso na tua mão? E elle disse: Uma vara.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Lança-a na terra. Elle a lançou na terra, e tornou-se em cobra: e Moysés fugia d'ella.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Estende a tua mão, e pega-lhe pela cauda, E estendeu sua mão, e pegou-lhe pela cauda, e tornou-se em vara na sua mão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creiam que te appareceu o Senhor, Deus de seus paes, o Deus de Abrahão, o Deus de Isaac e o Deus de Jacob.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mais o Senhor: Mette agora a tua mão no teu seio. E, tirando-a, eis que a sua mão estava leprosa, branca como a neve.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Torna a metter a tua mão no teu seio. E tornou a metter sua mão no seu seio: depois tirou-a do seu seio, e eis que se tornara como a sua outra carne.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acontecerá que, se elles te não crerem, nem ouvirem a voz do primeiro signal, crerão a voz do derradeiro signal;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acontecer que ainda não creiam a estes dois signaes, nem ouvirem a tua voz, tomarás das aguas do rio, e as derramarás na terra secca: e as aguas, que tomarás do rio, tornar-se-hão em sangue sobre a terra secca.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Moysés ao Senhor: Ah Senhor! eu não sou homem que bem falla, nem de hontem nem de antehontem, nem ainda desde que tens fallado ao teu servo; porque sou pesado de bocca, e pesado de lingua.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o Senhor: Quem fez a bocca do homem? ou quem fez o mudo, ou o surdo, ou o que vê, ou o cego? não sou eu, o Senhor?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 pois agora, e eu serei com a tua bocca, e te ensinarei o que has de fallar.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porém disse: Ah Senhor! envia pela mão d'aquelle a quem tu has de enviar.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accendeu a ira do Senhor contra Moysés, e disse: Não é Aarão, o levita, teu irmão? eu sei que elle fallará muito bem: e eis que elle tambem sae ao teu encontro; e, vendo-te, se alegrará em seu coração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 lhe fallarás, e porás as palavras na sua bocca: e eu serei com a tua bocca, e com a sua bocca, ensinando-vos o que haveis de fazer.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fallará por ti ao povo: e aconlecerá que elle te será por bocca, e tu lhe serás por Deus.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pois esta vara na tua mão, com que farás os signaes.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foi-se Moysés, e voltou para Jethro seu sogro, e disse-lhe; Eu irei agora, e tornarei a meus irmãos, que estão no Egypto, para ver se ainda vivem. Disse pois Jethro a Moysés: Vae em paz.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tambem o Senhor a Moysés em Midian: Vae, volta para o Egypto; porque todos os que buscavam a tua alma morreram.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Tomou pois Moysés sua mulher e seus filhos, e os levou sobre um jumento, e tornou-se á terra do Egypto; e Moysés tomou a vara de Deus na sua mão.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Moysés: Quando fores tornado ao Egypto, attenta que faças diante de Pharaó todas as maravi-*lhas que tenho posto na tua mão: mas eu endurecerei o seu coração, para que não deixe ir o povo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dirás a Pharaó: Assim diz o Senhor: Israel é meu filho, meu primogenito.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te tenho dito: Deixa ir o meu filho, para que me sirva; mas tu recusaste deixal-o ir: eis que eu matarei a teu filho, o teu primogenito.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no caminho, n'uma estalagem, que o Senhor o encontrou, e o quiz matar.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Zippora tomou uma pedra aguda, e circumcidou o prepucio de seu filho, e o lançou a seus pés, e disse: Certamente me és um esposo sanguinario.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desviou-se d'elle. Então ella disse: Esposo sanguinario, por causa da circumcisão.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tambem o Senhor a Aarão: Vae ao encontro de Moysés ao deserto. E elle foi, encontrou-o no monte de Deus, e beijou-o.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denunciou Moysés a Aarão todas as palavras do Senhor, que o enviara, e todos os signaes que lhe mandara.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foram Moysés e Aarão, e ajuntaram todos os anciãos dos filhos de Israel.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Aarão fallou todas as palavras que o Senhor fallara a Moysés, e fez os signaes perante os olhos do povo,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povo creu, e ouviram que o Senhor visitava aos filhos d'Israel, e que via a sua afflicção: e inclinaram-se, e adoraram.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