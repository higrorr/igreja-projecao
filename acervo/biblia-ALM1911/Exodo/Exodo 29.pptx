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 o que lhes has de fazer, para os sanctificar, para que me administrem o sacerdocio: Toma um novilho, e dois carneiros sem macula,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pão asmo, e bolos asmos, amassados com azeite, e coscorões asmos, untados com azeite: com flor de farinha de trigo os farás,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porás n'um cesto, e os trarás no cesto, com o novilho e os dois carneiros.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farás chegar a Aarão e a seus filhos á porta da tenda da congregação, e os lavarás com agua;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tomarás os vestidos, e vestirás a Aarão da tunica e do manto do ephod, e do ephod mesmo, e do peitoral: e o cingirás com o cinto de obra de artifice do ephod.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mitra porás sobre a sua cabeça: a corôa da sanctidade porás sobre a mitra;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o azeite da uncção, e o derramarás sobre a sua cabeça: assim o ungirás.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farás chegar seus filhos, e lhes farás vestir tunicas,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cingirás com o cinto, a Aarão e a seus filhos, e lhes atarás as tiaras, para que tenham o sacerdocio por estatuto perpetuo, e sagrarás a Aarão e a seus filhos;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chegar o novilho diante da tenda da congregação, e Aarão e seus filhos porão as suas mãos sobre a cabeça do novilho;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degolarás o novilho perante o Senhor, á porta da tenda da congregação.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tomarás do sangue do novilho, e o porás com o teu dedo sobre os cornos do altar, e todo o de mais sangue derramarás á base do altar.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tomarás toda a gordura que cobre as entranhas, e o redenho de sobre o figado, e ambos os rins, e a gordura que houver n'elles, e queimal-os-has sobre o altar;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carne do novilho, e a sua pelle, e o seu esterco queimarás com fogo fóra do arraial: sacrificio por peccado 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tomarás um carneiro, e Aarão e seus filhos porão as suas mãos sobre a cabeça do carneiro,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degolarás o carneiro, e tomarás o seu sangue, e o espalharás sobre o altar ao redor;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partirás o carneiro por suas partes, e lavarás as suas entranhas e as suas pernas, e as porás sobre as suas partes e sobre a sua cabeça,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queimarás todo o carneiro sobre o altar: é um holocausto para o Senhor, cheiro suave; uma offerta queimada ao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tomarás o outro carneiro, e Aarão e seus filhos porão as suas mãos sobre a cabeça do carneiro;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degolarás o carneiro, e tomarás do seu sangue, e o porás sobre a ponta da orelha direita de Aarão, e sobre a ponta das orelhas direitas de seus filhos, como tambem sobre o dedo pollegar das suas mãos direitas, e sobre o dedo pollegar dos seus pés direitos: e o resto do sangue espalharás sobre o altar ao redor: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tomarás do sangue, que estará sobre o altar, e do azeite da uncção, e o espargirás sobre Aarão e sobre os seus vestidos, e sobre seus filhos, e sobre os vestidos de seus filhos com elle; para que elle seja sanctificado, e os seus vestidos, tambem seus filhos, e os vestidos de seus filhos com 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tomarás do carneiro a gordura, e a cauda, e a gordura que cobre as entranhas, e o redenho do figado, e ambos os rins com a gordura que houver n'elles, e o hombro direito, porque é carneiro das consagrações;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fogaça de pão, e um bolo de pão azeitado, e um coscorão do cesto dos pães asmos que estiverem diante do Senhor,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porás nas mãos de Aarão, e nas mãos de seus filhos: e com movimento o moverás perante 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tomarás das suas mãos, e o queimarás no altar sobre o holocausto por cheiro suave perante o Senhor; offerta queimada ao Senhor 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o peito do carneiro das consagrações, que é de Aarão, e com movimento o moverás perante o Senhor: e isto será a tua porção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sanctificarás o peito do movimento e o hombro da offerta alçada, que foi movido e alçado do carneiro das consagrações, que fôr d'Aarão e de seus filhos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para Aarão e para seus filhos por estatuto perpetuo dos filhos d'Israel, porque é offerta alçada: e a offerta alçada será dos filhos d'Israel dos seus sacrificios pacificos; a sua offerta alçada será para 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vestidos sanctos, que são d'Aarão, serão de seus filhos depois d'elle, para serem ungidos n'elles e para sagral-os n'elles.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os vestirá aquelle que de seus filhos fôr sacerdote em seu logar, quando entrar na tenda da congregação para ministrar no sanctuario.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o carneiro das consagrações, e cozerás a sua carne no logar sancto;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e seus filhos comerão a carne d'este carneiro, e o pão que está no cesto á porta da tenda da congregação,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comerão as coisas com que fôr feita expiação, para consagral-os, e para sanctifical-os: mas um estranho as não comerá, porque sanctas são.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sobejar alguma coisa da carne das consagrações ou do pão até á manhã, o que sobejar queimarás com fogo: não se comerá, porque sancto 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farás a Aarão e a seus filhos, conforme a tudo o que eu te tenho ordenado: por sete dias os sagrarás.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cada dia prepararás um novilho por sacrificio pelo peccado para as expiações, e expiarás o altar, fazendo expiação sobre elle; e o ungirás para sanctifical-o.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farás expiação pelo altar, e o sanctificarás: e o altar será sanctissimo; tudo o que tocar o altar será sancto.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pois é o que offerecereis sobre o altar: dois cordeiros d'um anno cada dia continuamente.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cordeiro offerecerás pela manhã, e o outro cordeiro offerecerás de tarde.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um cordeiro a decima parte de flôr de farinha, misturada com a quarta parte d'um hin d'azeite moido, e para libação a quarta parte d'um hin de vinho,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outro cordeiro offerecerás á tarde, e com elle farás como com a offerta da manhã, e conforme á sua libação, por cheiro suave; offerta queimada é ao Senhor.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o holocausto continuo por vossas gerações, á porta da tenda da congregação, perante o Senhor, onde vos encontrarei, para fallar comtigo ali.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virei aos filhos d'Israel, para que por minha gloria sejam sanctificados,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sanctificarei a tenda da congregação e o altar; tambem sanctificarei a Aarão e seus filhos, para que me administrem o sacerdocio.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habitarei no meio dos filhos d'Israel, e lhes serei por Deus,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saberão que eu sou o Senhor seu Deus, que os tenho tirado da terra do Egypto, para habitar no meio d'elles: Eu sou o Senhor seu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