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fez Moysés ajuntar toda a congregação dos filhos d'Israel, e disse-lhes: Estas são as palavras que o Senhor ordenou que se fizessem.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Seis dias se trabalhará, mas o setimo dia vos será sancto, o sabbado do repouso ao Senhor: todo aquelle que fizer obra n'elle morrerá.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accendereis fogo em nenhuma das vossas moradas no dia do sabbado.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Moysés a toda a congregação dos filhos d'Israel, dizendo: Esta é a palavra que o Senhor ordenou, dizendo: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Tomae, do que vós tendes, uma offerta para o Senhor: cada um, cujo coração é voluntariamente disposto, a trará por offerta alçada ao Senhor; oiro, e prata, e cobre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azul, e purpura, e carmezim, e linho fino, e pellos de cabras.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pelles de carneiros, tintas de vermelho, e pelles de teixugos, madeira de sittim,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azeite para a luminaria, e especiarias para o azeite da uncção, e para o incenso aromatico,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pedras sardonicas, e pedras d'engaste, para o ephod e para o peitoral.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sabios de coração entre vós virão, e farão tudo o que o Senhor tem mandado: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tabernaculo, a sua tenda, e a sua coberta, os seus colchetes, e as suas taboas, as suas barras, as suas columnas, e as suas bases,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arca e os seus varaes, o propiciatorio e o véu da coberta,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mesa, e os seus varaes, e todos os seus vasos; e os pães da proposição,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castiçal da luminaria, e os seus vasos, e as suas lampadas, e o azeite para a luminaria,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altar do incenso e os seus varaes, e o azeite da uncção, e o incenso aromatico, e a coberta da porta á entrada do tabernaculo,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altar do holocausto, e o crivo de cobre que terá seus varaes, e todos os seus vasos, a pia e a sua base,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cortinas do pateo, as suas columnas e as suas bases, e a coberta da porta do pateo,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estacas do tabernaculo, e as estacas do pateo, e as suas cordas,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vestidos do ministerio para ministrar no sanctuario, os vestidos sanctos d'Aarão o sacerdote, e os vestidos de seus filhos, para administrarem o sacerdocio.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toda a congregação dos filhos d'Israel saiu de diante de Moysés,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todo o homem, a quem o seu coração moveu, e todo aquelle cujo espirito voluntariamente o excitou, e trouxeram a offerta alçada ao Senhor para a obra da tenda da congregação, e para todo o seu serviço, e para os vestidos sanctos.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vieram homens e mulheres, todos dispostos de coração: trouxeram fivelas, e pendentes, e anneis, e braceletes, todo o vaso d'oiro; e todo o homem offerecia offerta d'oiro ao Senhor;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homem que se achou com azul, e purpura, e carmezim, e linho fino, e pellos de cabras, e pelles de carneiro tintas de vermelho, e pelles de teixugos, os trazia;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aquelle que offerecia offerta alçada de prata ou de metal, a trazia por offerta alçada ao Senhor; e todo aquelle que se achava com madeira de sittim, a trazia para toda a obra do serviço.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todas as mulheres sabias de coração fiavam com as suas mãos, e traziam o fiado, o azul e a purpura, o carmezim e o linho fino.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todas as mulheres, cujo coração as moveu em sabedoria, fiavam os pellos das cabras.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principes traziam pedras sardonicas, e pedras d'engastes para o ephod e para o peitoral,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especiarias, e azeite para a luminaria, e para o azeite da uncção, e para o incenso aromatico.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homem e mulher, cujo coração voluntariamente se moveu a trazer alguma coisa para toda a obra que o Senhor ordenara se fizesse pela mão de Moysés, aquillo trouxeram os filhos de Israel por offerta voluntaria ao Senhor.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disse Moysés aos filhos de Israel: Eis que o Senhor tem chamado por nome a Bezaleel, o filho de Uri, filho de Ur, da tribu de Judah.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espirito de Deus o encheu de sabedoria, entendimento e sciencia em todo o artificio,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inventar invenções, para trabalhar em oiro, e em prata, e em cobre,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artificio de pedras para engastar, e em artificio de madeira para obrar em toda a obra esmerada.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lhe tem dado no seu coração para ensinar a outros: a elle e a Aholiab, o filho de Ahisamach, da tribu de Dan.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35:35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Encheu-os de sabedoria do coração, para fazer toda a obra de mestre, e a mais engenhosa, e do bordador, em azul, e em purpura, em carmezim, e em linho fino, e do tecelão: fazendo toda a obra, e inventando invenções.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