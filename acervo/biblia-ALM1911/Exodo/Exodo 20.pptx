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Deus todas estas palavras,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Senhor teu Deus, que te tirei da terra do Egypto, da casa da servidão.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terás outros deuses diante de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farás para ti imagem d'esculptura, nem alguma similhança do que ha em cima nos céus, nem em baixo na terra, nem nas aguas debaixo da terra.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encurvarás a ellas nem as servirás: porque eu, o Senhor teu Deus, sou Deus zeloso, que visito a maldade dos paes nos filhos, até á terceira e quarta geração d'aquelles que me aborrecem,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faço misericordia em milhares, aos que me amam, e aos que guardam os meus mandamentos.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tomarás o nome do Senhor teu Deus em vão: porque o Senhor não terá por innocente o que tomar o seu nome em vão.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do dia do sabbado, para o sanctificar.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dias trabalharás, e farás toda a tua obra,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setimo dia é o sabbado do Senhor teu Deus: não farás nenhuma obra, nem tu, nem teu filho, nem tua filha, nem o teu servo, nem a tua serva, nem a tua besta, nem o teu estrangeiro, que está dentro das tuas portas.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seis dias fez o Senhor os céus e a terra, o mar e tudo que n'elles ha, e ao setimo dia descançou: portanto abençoou o Senhor o dia do sabbado, e o sanctificou,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a teu pae e a tua mãe, para que se prolonguem os teus dias na terra que o Senhor teu Deus te dá.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matarás.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adulterarás.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furtarás.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dirás falso testemunho contra o teu proximo.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cubiçarás a casa do teu proximo, não cubiçarás a mulher do teu proximo, nem o seu servo, nem a sua serva, nem o seu boi, nem o seu jumento, nem coisa alguma do teu proximo.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viu os trovões e os relampagos, e o sonido da buzina, e o monte fumegando: e o povo, vendo isso retirou-se e poz-se de longe.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a Moysés: Falla tu comnosco, e ouviremos: e não falle Deus comnosco, para que não morramos.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 ao povo: Não temaes, que Deus veiu para provar-*vos, e para que o seu temor esteja diante de vós, para que não pequeis.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estava em pé de longe: Moysés, porém, se chegou á escuridade, onde Deus estava.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Assim dirás aos filhos d'Israel: Vós tendes visto que eu fallei comvosco desde os céus.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fareis outros deuses commigo; deuses de prata ou deuses de oiro não fareis para vós.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altar de terra me farás, e sobre elle sacrificarás os teus holocaustos, e as tuas offertas pacificas, as tuas ovelhas, e as tuas vaccas: em todo o logar, onde eu fizer celebrar a memoria do meu nome, virei a ti, e te abençoarei.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me fizeres um altar de pedras, não o farás de pedras lavradas: se sobre elle levantares o teu buril, profanal-o-has.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subirás tambem por degraus ao meu altar, para que a tua nudez não seja descoberta diante d'elles.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