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cantou Moysés e os filhos d'Israel este cantico ao Senhor, e fallaram, dizendo: Cantarei ao Senhor, porque summamente se exaltou: lançou no mar o cavallo e o seu cavalleiro.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a minha força, e o meu cantico; elle me foi por salvação; este é o meu Deus, portanto lhe farei uma habitação; elle é o Deus de meu pae, por isso o exaltarei.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varão de guerra: o Senhor é o seu nome.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Lançou no mar os carros de Pharaó e o seu exercito; e os seus escolhidos principes afogaram-se no Mar Vermelho.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abysmos os cobriram: desceram ás profundezas como pedra.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dextra, ó Senhor, se tem glorificado em potencia: a tua dextra, ó Senhor, tem despedaçado o inimigo;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a grandeza da tua excellencia derribaste aos que se levantaram contra ti: enviaste o teu furor, que os consumiu como o rastolho.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o sopro dos teus narizes amontoaram-se as aguas, as correntes pararam-se como montão: os abysmos coalharam-se no coração do mar.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inimigo dizia: Perseguirei, alcançarei, repartirei os despojos: fartar-se-*ha a minha alma d'elles, arrancarei a minha espada, a minha mão os destruirá,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Sopraste com o teu vento, o mar os cobriu: afundaram-se como chumbo em vehementes aguas.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quem é como tu entre os deuses? quem é como tu glorificado em sanctidade, terrivel em louvores, obrando maravilhas?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Estendeste a tua mão direita: a terra os tragou.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com a tua beneficencia, guiaste a este povo, que salvaste: com a tua força o levaste á habitação da tua sanctidade.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povos o ouvirão, elles estremecerão: apoderar-se-ha uma dôr dos habitantes da Palestina.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principes de Edom se pasmarão, dos poderosos dos moabitas apoderar-se-ha um tremor, derreter-se-hão todos os habitantes de Canaan.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Espanto e pavor cairá sobre elles: pela grandeza do teu braço emmudecerão como pedra; até que o teu povo haja passado, ó Senhor, até que passe este povo que adquiriste.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os introduzirás, e os plantarás no monte da tua herança, no logar que tu, ó Senhor, apparelhaste para a tua habitação, o sanctuario, ó Senhor, que as tuas mãos estabeleceram.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reinará eterna e perpetuamente;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cavallos de Pharaó, com os seus carros e com os seus cavalleiros, entraram no mar, e o Senhor fez tornar as aguas do mar sobre elles; mas os filhos d'Israel passaram em secco pelo meio do mar.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Miriam, a prophetiza, a irmã d'Aarão, tomou o tamboril na sua mão, e todas as mulheres sairam atraz d'ella com tamboris e com danças.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Miriam lhes respondia: Cantae ao Senhor, porque summamente se exaltou, e lançou no mar o cavallo com o seu cavalleiro.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fez Moysés partir os israelitas do Mar Vermelho, e sairam ao deserto de Sur: e andaram tres dias no deserto, e não acharam aguas.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chegaram a Marah; mas não poderam beber as aguas de Marah, porque eram amargas: por isso chamou-*se o seu nome Marah.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murmurou contra Moysés, dizendo: Que havemos de beber?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clamou ao Senhor, e o Senhor mostrou-lhe um lenho que lançou nas aguas, e as aguas se tornaram doces: ali lhes deu estatutos e uma ordenação, e ali os provou.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Se ouvires attento a voz do Senhor teu Deus, e obrares o que é recto diante de seus olhos, e inclinares os teus ouvidos aos seus mandamentos, e guardares todos os seus estatutos, nenhuma das enfermidades porei sobre ti, que puz sobre o Egypto; porque eu sou o Senhor que te sara.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vieram a Elim, e havia ali doze fontes d'agua e setenta palmeiras: e ali se acamparam junto das aguas.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