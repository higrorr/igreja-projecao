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foi-se um varão da casa de Levi, e casou com uma filha de Levi.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mulher concebeu, e pariu um filho, e, vendo que elle era formoso, escondeu-o tres mezes.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podendo, porém, mais escondel-o tomou uma arca de juncos, e a betumou com betume e pêz; e, pondo n'ella o menino, a poz nos juncos á borda do rio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sua irmã parou-se de longe, para saber o que lhe havia de acontecer.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filha de Pharaó desceu a lavar-se no rio, e as suas donzellas passeavam, pela borda do rio: e ella viu a arca no meio dos juncos, e enviou a sua creada, e a tomou.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abrindo-a, viu ao menino, e eis que o menino chorava; e moveu-se de compaixão d'elle, e disse: Dos meninos dos hebreos é este.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disse sua irmã á filha de Pharaó: Irei eu a chamar uma ama das hebreas, que crie este menino por ti?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 filha de Pharaó disse-lhe: Vae. E foi-se a moça, e chamou a mãe do menino.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lhe disse a filha de Pharaó: Leva este menino, e cria-m'o: eu te darei teu salario. E a mulher tomou o menino, e creou-o.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o menino já grande, ella o trouxe á filha de Pharaó, a qual o adoptou; e chamou o seu nome Moysés, e disse: Porque das aguas o tenho tirado.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n'aquelles dias que, sendo Moysés já grande, saiu a seus irmãos, e attentou nas suas cargas: e viu que um varão egypcio feria a um hebreu, varão de seus irmãos.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olhou a uma e a outra banda, e, vendo que ninguem ali havia, feriu ao egypcio, e escondeu-o na areia.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tornou a sair no dia seguinte, e eis que dois varões hebreos contendiam; e disse ao injusto: Porque feres a teu proximo?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disse: Quem te tem posto a ti por maioral e juiz sobre nós? pensas matar-me, como mataste o egypcio? Então temeu Moysés, e disse: Certamente este negocio foi descoberto.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Ouvindo pois Pharaó este negocio, procurou matar a Moysés: mas Moysés fugiu de diante da face de Pharaó, e habitou na terra de Midian, e assentou-se junto a um poço.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sacerdote de Midian tinha sete filhas, as quaes vieram a tirar agua, e encheram as pias, para dar de beber ao rebanho de seu pae.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vieram os pastores, e lançaram-as d'ali; Moysés porém levantou-se, e defendeu-as, e abeberou-lhes o rebanho.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vindo ellas a Reuel seu pae, elle disse: Porque hoje tomastes tão depressa?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ellas disseram: Um homem egypcio nos livrou da mão dos pastores; e tambem nos tirou agua em abundancia, e abeberou o rebanho.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a suas filhas: E onde está elle? porque deixastes o homem? chamae-o para que coma pão.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Moysés consentiu em morar com aquelle homem: e elle deu a Moysés sua filha Zippora,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pariu um filho, e elle chamou o seu nome Gerson, porque disse: Peregrino fui em terra estranha.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aconteceu depois de muitos d'estes dias, morrendo o rei do Egypto, que os filhos de Israel suspiraram por causa da servidão, e clamaram: e o seu clamor subiu a Deus por causa de sua servidão.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ouviu Deus o seu gemido, e lembrou-se Deus do seu concerto com Abrahão, com Isaac, e com Jacob;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Êxodo 2:25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attentou Deus para os filhos d'Israel, e conheceu-os Deus.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