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fallou o Senhor a Moysés,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aos filhos d'Israel, que me tragam uma offerta alçada: de todo o homem cujo coração se mover voluntariamente, d'elle tomareis a minha offerta alçada.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 é a offerta alçada que tomareis d'elles: oiro, e prata, e cobre,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azul, e purpura, e carmezim, e linho fino, e pellos de cabras,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pelles de carneiros tintas de vermelho, e pelles de teixugos, e madeira de sittim,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Azeite para a luz, especiarias para o oleo da uncção, e especiarias para o incenso,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Pedras sardonicas, e pedras d'engaste para o ephod e para o peitoral.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farão um sanctuario, e habitarei no meio d'elles.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Conforme a tudo o que eu te mostrar para modelo do tabernaculo, e para modelo de todos os seus vasos, assim mesmo o fareis.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farão uma arca de madeira de sittim: o seu comprimento será de dois covados e meio, e a sua largura d'um covado e meio, e d'um covado e meio a sua altura.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cobril-a-has d'oiro puro, por dentro e por fóra a cobrirás: e farás sobre ella uma corôa de oiro ao redor;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fundirás para ella quatro argolas d'oiro, e as porás nos quatro cantos d'ella, duas argolas n'um lado d'ella, e duas argolas n'outro lado d'ella.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farás varas de madeira de sittim, e as cobrirás com oiro,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metterás as varas nas argolas, aos lados da arca, para levar-se com ellas a arca.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varas estarão nas argolas da arca, não se tirarão d'ella.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porás na arca o testemunho, que eu te darei.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farás um propiciatorio, d'oiro puro: o seu comprimento será de dois covados e meio, e a sua largura d'um covado e meio.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Farás tambem dois cherubins d'oiro: d'oiro batido os farás, nas duas extremidades do propiciatorio.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Farás um cherubim na extremidade d'uma parte, e o outro cherubim na extremidade da outra parte: de uma só peça com o propiciatorio, fareis os cherubins nas duas extremidades d'elle.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cherubins estenderão as suas azas por de cima, cobrindo com as suas azas o propiciatorio; as faces d'elles uma defronte da outra: as faces dos cherubins attentarão para o propiciatorio.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porás o propiciatorio em cima da arca, depois que houveres posto na arca o testemunho que eu te darei.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ali virei a ti, e fallarei comtigo de cima do propiciatorio, do meio dos dois cherubins (que estão sobre a arca do testemunho), tudo o que eu te ordenar para os filhos d'Israel.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farás uma mesa de madeira de sittim; o seu comprimento será de dois covados, e a sua largura d'um covado, e a sua altura de um covado e meio,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cobril-a-has com oiro puro: tambem lhe farás uma corôa d'oiro ao redor.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lhe farás uma moldura ao redor, da largura d'uma mão, e lhe farás uma corôa d'oiro ao redor da moldura.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lhe farás quatro argolas d'oiro; e porás as argolas aos quatro cantos, que estão nos seus quatro pés.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Defronte da moldura estarão as argolas, como logares para os varaes, para levar-se a mesa.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Farás pois estes varaes de madeira de sittim, e cobril-os-has com oiro; e levar-se-ha com elles a mesa.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farás os seus pratos, e as suas colheres, e as suas cobertas, e as suas tigellas com que se hão de cobrir; d'oiro puro os farás.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a mesa porás o pão da proposição perante a minha face continuamente.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farás um castiçal d'oiro puro; d'oiro batido se fará este castiçal: o seu pé, as suas canas, as suas copas, as suas maçãs, e as suas flores serão do mesmo.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seus lados sairão seis canas: tres canas do castiçal d'um lado d'elle, e tres canas do castiçal do outro lado d'elle.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N'uma cana haverá tres copos a modo d'amendoas, uma maçã e uma flor; e tres copos a modo d'amendoas na outra cana, uma maçã e uma flor: assim serão as seis canas que saem do castiçal.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no castiçal mesmo haverá quatro copos a modo d'amendoas, com suas maçãs e com suas flores;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uma maçã debaixo de duas canas que saem d'elle; e ainda uma maçã debaixo de duas outras canas que saem d'elle; e ainda mais uma maçã debaixo de duas outras canas que saem d'elle; assim se fará com as seis canas que saem do castiçal.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suas macãs as suas canas serão do mesmo: tudo será d'uma só peça, obra batida d'oiro puro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lhe farás sete lampadas, as quaes se accenderão para alumiar defronte d'elle.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seus espevitadores e os seus apagadores serão d'oiro puro.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D'um talento d'oiro puro os farás, com todos estes vasos.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25:40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Attenta pois que o faças conforme ao seu modelo, que te foi mostrado no monte.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