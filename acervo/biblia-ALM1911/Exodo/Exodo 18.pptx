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Jethro, sacerdote de Midian, sogro de Moysés, ouviu todas as coisas que Deus tinha feito a Moysés e a Israel seu povo: como o Senhor tinha tirado a Israel do Egypto.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Jethro, sogro de Moysés, tomou a Zippora, a mulher de Moysés, depois que elle lh'a enviara,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seus dois filhos, dos quaes um se chamava Gerson; porque disse: Eu fui peregrino em terra estranha;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outro se chamava Eliezer; porque disse: O Deus de meu pae foi por minha ajuda, e me livrou da espada de Pharaó.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Jethro, o sogro de Moysés, com seus filhos e com sua mulher, a Moysés no deserto, ao monte de Deus, onde se tinha acampado,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a Moysés: Eu, teu sogro Jethro, venho a ti, com tua mulher, e seus dois filhos com ella.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Moysés ao encontro de seu sogro, e inclinou-se, e beijou-o, e perguntaram um ao outro como estavam, e entraram na tenda.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contou a seu sogro todas as coisas que o Senhor tinha feito a Pharaó e aos egypcios por amor de Israel, e todo o trabalho que passaram no caminho, e como o Senhor os livrara.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alegrou-se Jethro de todo o bem que o Senhor tinha feito a Israel, livrando-o da mão dos egypcios.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Jethro disse: Bemdito seja o Senhor, que vos livrou das mãos dos egypcios e da mão de Pharaó; que livrou a este povo de debaixo da mão dos egypcios.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sei que o Senhor é maior que todos os deuses: porque na coisa, em que se ensoberbeceram, os sobrepujou.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Jethro, o sogro de Moysés, holocausto e sacrificios para Deus: e veiu Aarão, e todos os anciãos de Israel, para comerem pão com o sogro de Moysés diante de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ao outro dia, Moysés assentou-se para julgar o povo; e o povo estava em pé diante de Moysés desde a manhã até á tarde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 sogro de Moysés tudo o que elle fazia ao povo, disse: Que é isto, que tu fazes as povo? porque te assentas só, e todo o povo está em pé diante de ti, desde a manhã até á tarde?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Moysés a seu sogro: É porque este povo vem a mim, para consultar a Deus: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tem algum negocio vem a mim, para que eu julgue entre um e outro, e lhes declare os estatutos de Deus, e as suas leis.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sogro de Moysés porém lhe disse: Não é bom o que fazes.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Totalmente desfallecerás, assim tu, como este povo que está comtigo: porque este negocio é mui difficil para ti; tu só não o podes fazer.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agora minha voz, eu te aconselharei, e Deus será comtigo: Sê tu pelo povo diante de Deus, e leva tu as coisas a Deus;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declara-lhes os estatutos e as leis, e faze-lhes saber o caminho em que devem andar, e a obra que devem fazer.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d'entre todo o povo procura homens capazes, tementes a Deus, homens de verdade, que aborrecem a avareza; e põe-n'os sobre elles por maioraes de mil, maioraes de cento, maioraes de cincoenta, e maioraes de dez;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julguem este povo em tempo; e seja que todo o negocio pequeno elles o julguem: assim a ti mesmo te alliviarás da carga, e elles a levarão comtigo.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isto fizeres, e Deus t'o mandar, poderás então subsistir: assim tambem todo este povo em paz virá ao seu logar.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deu ouvidos á voz de seu sogro, e fez tudo quanto tinha dito;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escolheu Moysés homens capazes, de todo o Israel, e os poz por cabeças sobre o povo: maioraes de mil, maioraes de cento, maioraes de cincoenta, e maioraes de dez.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julgaram o povo em todo o tempo; o negocio arduo trouxeram a Moysés, e todo o negocio pequeno julgaram elles.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despediu Moysés o seu sogro, o qual se foi á sua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