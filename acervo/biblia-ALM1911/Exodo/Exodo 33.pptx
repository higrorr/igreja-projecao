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Senhor a Moysés: Vae, sobe d'aqui, tu e o povo que fizeste subir da terra do Egypto, á terra que jurei a Abrahão, a Isaac, e a Jacob, dizendo: Á tua semente a darei.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enviarei um anjo diante de ti, e lançarei fóra os cananeos, e os amorrheos, e os hetheos, e os phereseos, e os heveos, e os jebuseos,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uma terra que mana leite e mel: porque eu não subirei no meio de ti, porquanto és povo obstinado, para que te não consuma eu no caminho.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o povo esta má palavra, entristeceram-se, e nenhum d'elles poz sobre si os seus atavios.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 Senhor tinha dito a Moysés: Dize aos filhos de Israel: Povo obstinado és; se um momento subir no meio de ti, te consumirei: porém agora tira de ti os teus atavios, para que eu saiba o que te hei de fazer.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filhos d'Israel se despojaram dos seus atavios, ao pé do monte de Horeb.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Moysés a tenda, e a estendeu para si fóra do arraial, desviada longe do arraial, e chamou-a a tenda da congregação: e aconteceu que todo aquelle que buscava o Senhor saiu á tenda da congregação, que estava fóra do arraial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saindo Moysés á tenda, todo o povo se levantava, e cada um ficou em pé á porta da sua tenda: e olhavam para Moysés pelas costas, até elle entrar na tenda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entrando Moysés na tenda, descia a columna de nuvem, e punha-se á porta da tenda: e o Senhor fallava com Moysés.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todo o povo a columna de nuvem que estava á porta da tenda, todo o povo se levantou e inclinaram-*se cada um á porta da sua tenda.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fallava o Senhor a Moysés cara a cara, como qualquer falla com o seu amigo: depois tornou-se ao arraial; mas o seu servidor Josué, filho de Nun, mancebo, nunca se apartava do meio da tenda.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disse ao Senhor: Eis que tu me dizes: Faze subir a este povo, porém não me fazes saber a quem has de enviar commigo: e tu disseste: Conheço-te por teu nome, tambem achaste graça aos meus olhos.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se tenho achado graça aos teus olhos, rogo-te que agora me faças saber o teu caminho, e conhecer-te-hei, para que ache graça aos teus olhos: e attenta que esta nação é o teu povo.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pois: Irá a minha face comtigo para te fazer descançar.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disse-lhe: Se a tua face não fôr comnosco, não nos faças subir d'aqui.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pois se saberá agora que tenho achado graça aos teus olhos, eu e o teu povo? acaso não é n'isso que andas tu comnosco? assim separados seremos, eu e o teu povo, de todo o povo que ha sobre a face da terra.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Moysés: Farei tambem isto, que tens dito; porquanto achaste graça aos meus olhos; e te conheço por nome.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 disse: Rogo-te que me mostres a tua gloria.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disse: Eu farei passar toda a minha bondade por diante de ti, e apregoarei o nome do Senhor diante de ti; e terei misericordia de quem tiver misericordia, e me compadecerei de quem me compadecer.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mais: Não poderás ver a minha face, porquanto homem nenhum verá a minha face, e viverá.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Senhor: Eis aqui um logar junto a mim; ali te porás sobre a penha.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acontecerá que, quando a minha gloria passar, te porei n'uma fenda da penha, e te cobrirei com a minha mão, até que eu haja passado.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eu tirado a minha mão, me verás pelas costas: mas a minha face não se verá.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