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Bezaleel a arca de madeira de sittim: o seu comprimento era de dois covados e meio; e a sua largura d'um covado e meio; e a sua altura d'um covado e meio.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cobriu-a d'oiro puro por dentro e por fóra; e fez-lhe uma corôa d'oiro ao redor;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fundiu-lhe quatro argolas d'oiro aos seus quatro cantos, n'um lado duas, e no outro lado duas argolas;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varaes de madeira de sittim, e os cobriu d'oiro;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metteu os varaes pelas argolas aos lados da arca, para levar a arca.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d'oiro puro o propiciatorio: o seu comprimento era de dois covados e meio, e a sua largura d'um covado e meio.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dois cherubins d'oiro; d'obra batida os fez, ás duas extremidades do propiciatorio;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cherubim a uma extremidade d'esta banda, e o outro cherubim á outra extremidade da outra banda: do mesmo propiciatorio fez sair os cherubins ás duas extremidades d'elles.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cherubins estendiam as azas por cima, cobrindo com as suas azas o propiciatorio: e os seus rostos estavam defronte um do outro: os rostos dos cherubins estavam virados para o propiciatorio.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a mesa de madeira de sittim: o seu comprimento era de dois covados, e a sua largura d'um covado, e a sua altura d'um covado e meio.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cobriu-a d'oiro puro, e fez-lhe uma corôa d'oiro ao redor.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Fez-lhe tambem uma moldura da largura d'uma mão ao redor: e fez uma corôa d'oiro ao redor da sua moldura.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Fundiu-lhe tambem quatro argolas d'oiro; e poz as argolas aos quatro cantos que estavam aos seus quatro pés.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Defronte da moldura estavam as argolas para os logares dos varaes, para levar a mesa.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os varaes de madeira de sittim, e os cobriu d'oiro, para levar a mesa.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os vasos que haviam de estar sobre a mesa, os seus pratos, e as suas colheres, e as suas escudelas, e as suas cobertas, com que se haviam de cobrir, d'oiro puro.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o castiçal de oiro puro: d'obra batida fez este castiçal: o seu pé, e as suas canas, os seus copos, as suas maçãs, e as suas flôres do mesmo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Seis canas sahiam dos seus lados: tres canas do castiçal, de um lado d'elle, e tres canas do castiçal, d'outro lado.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N'uma cana estavam tres copos a modo d'amendoas, uma maçã e uma flôr: e n'outra cana tres copos a modo d'amendoas, uma maçã e uma flôr: assim para as seis canas que sahiam do castiçal.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no mesmo castiçal havia quatro copos a modo d'amendoas com as suas maçãs e com as suas flôres.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uma maçã debaixo de duas canas do mesmo; e outra maçã debaixo de duas canas do mesmo; e mais uma maçã debaixo de duas canas do mesmo: assim se fez para as seis canas, que sahiam d'elle.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suas maçãs e as suas canas eram do mesmo: tudo era uma obra batida de oiro puro.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fez-lhe sete lampadas: os seus espivitadores e os seus apagadores eram d'oiro puro.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D'um talento d'oiro puro o fez, e todos os seus vasos.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altar do incenso de madeira de sittim: d'um covado era o seu comprimento, e de um covado a sua largura, quadrado; e de dois covados a sua altura: d'elle mesmo eram feitos os seus cornos.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cobriu-o de oiro puro, a sua coberta, e as suas paredes ao redor, e os seus cornos: e fez-lhe uma corôa de oiro ao redor.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Fez-lhe tambem duas argolas de oiro debaixo da sua corôa, e os seus dois cantos, d'ambos os seus lados, para os logares dos varaes, para leval-o com elles.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varaes fez de madeira de sittim, e os cobriu de oiro.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fez o azeite sancto da uncção, e o incenso aromatico, puro, de obra do perfumista.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