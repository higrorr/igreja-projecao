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terceiro mez da saida dos filhos de Israel da terra do Egypto, no mesmo dia vieram ao deserto de Sinai,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partiram de Rephidim e vieram ao deserto de Sinai, e acamparam-se no deserto: Israel pois ali acampou-se defronte do monte.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subiu Moysés a Deus, e o Senhor o chamou do monte, dizendo: Assim fallarás á casa de Jacob, e annunciarás aos filhos de Israel: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Vós tendes visto o que fiz aos egypcios, como vos levei sobre azas d'aguias, e vos trouxe a mim;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pois, se diligentemente ouvirdes a minha voz, e guardardes o meu concerto, então sereis a minha propriedade peculiar d'entre todos os povos: porque toda a terra é minha.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vós me sereis um reino sacerdotal e o povo sancto. Estas são as palavras que fallarás aos filhos de Israel.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Moysés, e chamou os anciãos do povo, e expoz diante d'elles todas estas palavras, que o Senhor lhe tinha ordenado.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todo o povo respondeu a uma voz, e disseram: Tudo o que o Senhor tem fallado, faremos. E relatou Moysés ao Senhor as palavras do povo.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Senhor a Moysés; Eis que eu virei a ti n'uma nuvem espessa, para que o povo ouça, fallando eu comtigo, e para que tambem te creiam eternamente. Porque Moysés tinha annunciado as palavras do seu povo ao Senhor.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tambem o Senhor a Moysés: Vae ao povo, e sanctifica-os hoje e ámanhã, e lavem elles os seus vestidos,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estejam promptos para o terceiro dia: porquanto no terceiro dia o Senhor descerá ante dos olhos de todo o povo sobre o monte de Sinai.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marcarás limites ao povo em redor, dizendo: Guardae-vos que não subaes ao monte, nem toqueis o seu termo; todo aquelle, que tocar o monte, certamente morrerá.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Nenhuma mão tocará n'elle: porque certamente será apedrejado ou asseteado; quer seja animal, quer seja homem, não viverá; soando a buzina longamente, então subirão ao monte.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Moysés desceu do monte ao povo, e sanctificou o povo; e lavaram os seus vestidos.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ao povo: Estae promptos ao terceiro dia; e não chegueis a mulher.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ao terceiro dia, ao amanhecer, que houve trovões e relampagos sobre o monte, e uma espessa nuvem, e um sonido de buzina mui forte, de maneira que estremeceu todo o povo que estava no arraial.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Moysés levou o povo fóra do arraial ao encontro de Deus; e puzeram-*se ao pé do monte.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 o monte de Sinai fumegava, porque o Senhor descera sobre elle em fogo: e o seu fumo subiu como fumo d'um forno, e todo o monte tremia grandemente.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sonido da buzina ia esforçando-*se em grande maneira: Moysés fallava, e Deus lhe respondia em voz alta.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descendo o Senhor sobre o monte de Sinai, sobre o cume do monte, chamou o Senhor a Moysés ao cume do monte; e Moysés subiu.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Senhor a Moysés: Desce, protesta ao povo que não trespassem o termo, para ver o Senhor, e muitos d'elles perecerem.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19:22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tambem os sacerdotes, que se chegam ao Senhor, se hão de sanctificar, para que o Senhor não se lance sobre elles.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19:23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Moysés ao Senhor: O povo não poderá subir ao monte de Sinai, porque tu nos tens protestado, dizendo: Marca termos ao monte, e sanctifica-o.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19:24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 o Senhor: Vae, desce: depois subirás tu, e Aarão comtigo: os sacerdotes, porém, e o povo não trespassem o termo para subir ao Senhor, para que não se lance sobre elles.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19:25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Moysés desceu ao povo, e disse-lhes isto.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