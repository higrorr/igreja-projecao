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a Moysés: Sobe ao Senhor, tu e Aarão, Nadab e Abihu, e setenta dos anciãos d'Israel; e inclinae-vos de longe.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só se chegará ao Senhor; mas elles não se cheguem, nem o povo suba com 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Moysés, e contando ao povo todas as palavras do Senhor, e todos os estatutos, então o povo respondeu a uma voz, e disseram: Todas as palavras, que o Senhor tem fallado, faremos.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escreveu todas as palavras do Senhor, e levantou-se pela manhã de madrugada, e edificou um altar ao pé do monte, e doze monumentos, segundo as doze tribus d'Israel;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os mancebos dos filhos d'Israel, os quaes offereceram holocaustos, e sacrificaram ao Senhor sacrificios pacificos de bezerros.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tomou a metade do sangue, e a poz em bacias; e a outra metade do sangue espargiu sobre o altar.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 livro do concerto e o leu aos ouvidos do povo, e elles disseram: Tudo o que o Senhor tem fallado faremos, e obedeceremos.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Moysés aquelle sangue, e espargiu-o sobre o povo, e disse: Eis-*aqui o sangue do concerto que o Senhor tem feito comvosco sobre todas estas palavras.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Moysés e Aarão, Nadab e Abihu, e setenta dos anciãos d'Isrel,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 o Deus d'Israel, e debaixo de seus pés havia como uma obra de pedra de saphira, e como o parecer do céu na sua claridade.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estendeu a sua mão sobre os escolhidos dos filhos d'Israel, mas viram a Deus, e comeram e beberam.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Sobe a mim ao monte, e fica lá: e dar-te-hei taboas de pedra, e a lei, e os mandamentos que tenho escripto, para os ensinar.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Moysés com Josué seu servidor; e subiu Moysés ao monte de Deus,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anciãos: Esperae-nos aqui, até que tornemos a vós: e eis que Aarão e Hur ficam comvosco; quem tiver algum negocio, se chegará a 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subindo Moysés ao monte, a nuvem cobriu o monte.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habitava a gloria do Senhor sobre o monte de Sinai, e a nuvem o cobriu por seis dias: e ao setimo dia chamou a Moysés do meio da nuvem.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parecer da gloria do Senhor era como um fogo consumidor no cume do monte, aos olhos dos filhos d'Israel.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entrou no meio da nuvem, depois que subiu ao monte: e Moysés esteve no monte quarenta dias e quarenta noites.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