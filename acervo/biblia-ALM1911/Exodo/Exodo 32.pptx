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vendo o povo que Moysés tardava em descer do monte, ajuntou-se o povo a Aarão, e disseram-*lhe: Levanta-te, faze-nos deuses, que vão adiante de nós: porque emquanto a este Moysés, a este homem que nos tirou da terra do Egypto, não sabemos o que lhe succedeu.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lhes disse: Arrancae os pendentes de oiro, que estão nas orelhas de vossas mulheres, e de vossos filhos, e de vossas filhas, e trazeim'os.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 o povo arrancou os pendentes de oiro, que estavam nas suas orelhas, e os trouxeram a Aarão,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os tomou das suas mãos, e formou o oiro com um buril, e fez d'elle um bezerro de fundição. Então disseram: Estes são teus deuses, ó Israel, que te tiraram da terra do Egypto.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Aarão, vendo isto, edificou um altar diante d'elle: e Aarão apregoou, e disse: Ámanhã será festa ao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seguinte madrugaram, e offereceram holocaustos, e trouxeram offertas pacificas; e o povo assentou-se a comer e a beber; depois levantaram-se a folgar.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Vae, desce; porque o teu povo, que fizeste subir do Egypto, se tem corrompido,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depressa se tem desviado do caminho que eu lhes tinha ordenado: fizeram para si um bezerro de fundição, e perante elle se inclinaram, e sacrificaram-lhe, e disseram: Estes são os teus deuses, ó Israel, que te tiraram da terra do Egypto.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 a Moysés: Tenho visto a este povo, e eis que é povo obstinado.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deixa-me que o meu furor se accenda contra elles, e os consuma: e eu te farei uma grande nação.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Moysés supplicou ao Senhor seu Deus, e disse: O Senhor, porque se accende o teu furor contra o teu povo, que tu tiraste da terra do Egypto com grande força e com forte mão?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hão de fallar os egypcios, dizendo: Para mal os tirou, para matal-os nos montes, e para destruil-os da face da terra? Torna-te da ira do teu furor, e arrepende-te d'este mal contra o teu povo.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de Abrahão, de Isaac, e de Israel, os teus servos, aos quaes por ti mesmo tens jurado, e lhes disseste: Multiplicarei a vossa semente como as estrellas dos céus, e darei á vossa semente toda esta terra, de que tenho dito, para que a possuam por herança eternamente.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arrependeu-se do mal que dissera, que havia de fazer ao seu povo.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tornou-se Moysés, e desceu do monte com as duas taboas do testemunho na sua mão, taboas escriptas de ambas as bandas; de uma e de outra banda escriptas estavam,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aquellas taboas eram obra de Deus; tambem a escriptura era a mesma escriptura de Deus, esculpida nas taboas.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Josué a voz do povo que jubilava, disse a Moysés: Alarido de guerra ha no arraial.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disse: Não é alarido dos victoriosos, nem alarido dos vencidos, mas o alarido dos que cantam eu ouço.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chegando elle ao arraial, e vendo o bezerro e as danças, accendeu-se o furor de Moysés, e arremessou as taboas das suas mãos, e quebrou-as ao pé do monte;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o bezerro que tinham feito, e queimou-o no fogo, moendo-o até que se tornou em pó; e o espargiu sobre as aguas, e deu-o a beber aos filhos de Israel.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disse a Aarão: Que te tem feito este povo, que sobre elle trouxeste tamanho peccado?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Aarão: Não se accenda a ira do meu senhor: tu sabes que este povo é inclinado ao mal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me disseram: Faze-nos deuses que vão adiante de nós; porque não sabemos que succedeu a este Moysés, a este homem que nos tirou da terra do Egypto.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eu lhes disse: Quem tem oiro, arranque-o: e deram-m'o, e lancei-o no fogo, e saiu este bezerro.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vendo Moysés que o povo estava despido, porque Aarão o havia despido para vergonha entre os seus inimigos,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Poz-se em pé Moysés na porta do arraial, e disse: Quem é do Senhor, venha a mim. Então se ajuntaram a elle todos os filhos de Levi.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Assim diz o Senhor, o Deus de Israel: Cada um ponha a sua espada sobre a sua coxa: e passae e tornae pelo arraial de porta em porta, e mate cada um a seu irmão, e cada um a seu amigo, e cada um a seu proximo.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Levi fizeram conforme á palavra de Moysés: e cairam do povo aquelle dia uns tres mil homens.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Moysés tinha dito: Consagrae hoje as vossas mãos ao Senhor; porquanto cada um será contra o seu filho, e contra o seu irmão: e isto para elle vos dar hoje benção.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no dia seguinte Moysés disse ao povo: Vós peccastes grande peccado: agora porém subirei ao Senhor; porventura farei propiciação por vosso peccado.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tornou-se Moysés ao Senhor, e disse: Ora, este povo peccou peccado grande, fazendo para si deuses d'oiro.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perdoa o seu peccado, senão risca-me, peço-te, do teu Livro, que tens escripto.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Aquelle que peccar contra mim, a este riscarei eu do meu livro.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 pois agora, conduze este povo para onde te tenho dito: eis que o meu anjo irá adiante de ti; porém no dia da minha visitação visitarei n'elles o seu peccado.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feriu o Senhor o povo, porquanto fizeram o bezerro que Aarão tinha feito.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