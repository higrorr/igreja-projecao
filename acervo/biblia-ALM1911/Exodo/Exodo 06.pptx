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Agora verás o que hei de fazer a Pharaó: porque por uma mão poderosa os deixará ir, sim, por uma mão poderosa os lançará de sua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Deus a Moysés, e disse: Eu sou o Senhor,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appareci a Abrahão, a Isaac, e a Jacob, como Deus o Todo-poderoso: mas pelo meu nome, o Senhor, não lhes fui perfeitamente conhecido.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estabeleci o meu concerto com elles, para dar-lhes a terra de Canaan, a terra de suas peregrinações, na qual foram peregrinos.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tenho ouvido o gemido dos filhos d'Israel, aos quaes os egypcios fazem servir, e me lembrei do meu concerto.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dize aos filhos de Israel: Eu sou o Senhor, e vos tirarei de debaixo das cargas dos egypcios, e vos resgatarei com braço estendido e com juizos grandes.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vos tomarei por meu povo, e serei vosso Deus; e sabereis que eu sou o Senhor vosso Deus, que vos tiro de debaixo das cargas dos egypcios;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vos levarei á terra, ácerca da qual levantei minha mão, que a daria a Abrahão, a Isaac, e a Jacob, e vol-a darei por herança, eu 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D'este modo fallou Moysés aos filhos d'Israel, mas elles não ouviram a Moysés, por causa da ancia do espirito e da dura servidão.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 falla a Pharaó rei do Egypto, que deixe sair os filhos d'Israel da sua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Moysés, porém, fallou perante o Senhor, dizendo: Eis que os filhos d'Israel me não teem ouvido; como pois Pharaó me ouvirá? tambem eu sou incircumciso dos labios.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 Senhor fallou a Moysés e a Aarão, e deu-lhes mandamento para os filhos de Israel, e para Pharaó rei do Egypto, para que tirassem os filhos de Israel da terra do Egypto.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cabeças das casas de seus paes: Os filhos de Ruben, o primogenito de Israel: Hanoch e Pallu, Hezron e Carmi; estas são as familias de Ruben.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Simeão: Jemuel, e Jamin, e Ohad, e Jachin, e Zohar, e Shaul, filho de uma cananea; estas são as familias de Simeão.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são os nomes dos filhos de Levi, segundo as suas gerações: Gerson, e Koath, e Merari: e os annos da vida de Levi foram cento e trinta e sete annos.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Gerson: Libni e Simei, segundo as suas familias;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Kohath: Amram, e Izhar, e Hebron, e Uzziel: e os annos da vida de Kohath foram cento e trinta e tres annos.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Merari: Mahali e Musi: estas são as familias de Levi, segundo as suas gerações.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Amram tomou por mulher a Jochebed, sua tia, e ella pariu-lhe a Aarão e a Moysés: e os annos da vida de Amram foram cento e trinta e sete annos.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Izhar: Korah, e Nepheg, e Zichri.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Uzziel: Misael, e Elzaphan e Sithri.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Aarão tomou por mulher a Eliseba, filha de Amminadab, irmã de Nahasson; e ella pariu-lhe a Nadab, e Abihu, Eleazar e Ithamar.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Korah: Assir, e Elkana, e Abiasaph: estas são as familias dos Korithas.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Eleazar, filho de Aarão, tomou para si por mulher uma das filhas de Putiel, e ella pariu-lhe a Phineas: estas são as cabeças dos paes dos levitas, segundo as suas familias.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Aarão e Moysés, aos quaes o Senhor disse: Tirae os filhos de Israel da terra do Egypto, segundo os seus exercitos.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que fallaram a Pharaó, rei do Egypto, para que tirasse do Egypto os filhos de Israel: estes são Moysés e Aarão.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n'aquelle dia, quando o Senhor fallou a Moysés na terra do Egypto,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o Senhor a Moysés, dizendo: Eu sou o Senhor; falla a Pharaó, rei do Egypto, tudo quanto eu te digo a ti.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Moysés perante o Senhor: Eis que eu sou incircumciso dos labios; como pois Pharaó me ouvirá?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