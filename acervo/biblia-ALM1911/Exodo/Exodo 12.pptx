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e a Aarão na terra do Egypto,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mesmo mez vos será o principio dos mezes: este vos será o primeiro dos mezes do anno.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Fallae a toda a congregação d'Israel, dizendo: Aos dez d'este mez tome cada um para si um cordeiro, segundo as casas dos paes, um cordeiro para cada casa.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a casa fôr pequena para um cordeiro, então elle tome a seu visinho perto de sua casa, conforme ao numero das almas: cada um conforme ao seu comer, fareis a conta conforme ao cordeiro.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cordeiro, ou cabrito, será sem macula, um macho de um anno, o qual tomareis das ovelhas ou das cabras,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guardareis até ao decimo quarto dia d'este mez , e todo o ajuntamento da congregação de Israel o sacrificará á tarde.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tomarão do sangue, e pol-o-hão em ambas as umbreiras, e na lumieira da porta, nas casas em que o comerão.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n'aquella noite comerão a carne assada no fogo, com pães asmos; com hervas amargosas a comerão.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comereis d'elle crú, nem cozido em agua, senão assado ao fogo, a sua cabeça com os seus pés e com a sua fressura.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nada d'elle deixareis até ámanhã: mas o que d'elle ficar até ámanhã, queimareis no fogo.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o comereis: os vossos lombos cingidos, os vossos sapatos nos pés, e o vosso cajado na mão: e o comereis apressadamente: esta é a paschoa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passarei pela terra do Egypto esta noite, e ferirei todo o primogenito na terra do Egypto, desde os homens até aos animaes; e em todos os deuses do Egypto farei juizos, Eu sou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sangue vos será por signal nas casas em que estiverdes; vendo eu sangue, passarei por cima de vós, e não haverá entre vós praga de mortandade, quando eu ferir a terra do Egypto.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dia vos será por memoria, e celebral-o-heis por festa ao Senhor: nas vossas gerações o celebrareis por estatuto perpetuo.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dias comereis pães asmos; ao primeiro dia tirareis o fermento das vossas casas; porque qualquer que comer pão levedado, desde o primeiro até ao setimo dia, aquella alma será cortada d'Israel.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primeiro dia haverá sancta convocação; tambem ao setimo dia tereis sancta convocação: nenhuma obra se fará n'elles, senão o que cada alma houver de comer; isso sómente apromptareis para vós.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 pois a festa dos pães asmos, porque n'aquelle mesmo dia tirei vossos exercitos da terra do Egypto: pelo que guardareis a este dia nas vossas gerações por estatuto perpetuo.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mez, aos quatorze dias do mez, á tarde, comereis pães asmos até vinte e um do mez á tarde.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sete dias não se ache nenhum fermento nas vossas casas: porque qualquer que comer pão levedado, aquella alma será cortada da congregação de Israel, assim o estrangeiro como o natural da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Nenhuma coisa levedada comereis; em todas as vossas habitações comereis pães asmos.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 pois Moysés a todos os anciãos de Israel, e disse-lhes: Escolhei e tomae vós cordeiros para vossas familias, e sacrificae a paschoa.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tomae um mólho de hyssopo, e molhae-o no sangue que estiver na bacia, e mettei na lumieira da porta, e em ambas as umbreiras, do sangue que estiver na bacia, porém nenhum de vós saia da porta da sua casa até á manhã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passará para ferir aos egypcios, porém quando vir o sangue na lumieira da porta, e em ambas as umbreiras, o Senhor passará aquella porta, e não deixará ao destruidor entrar em vossas casas, para vos ferir.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guardae isto por estatuto para vós, e para vossos filhos para sempre.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quando entrardes na terra que o Senhor vos dará, como tem dito, guardareis este culto.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quando vossos filhos vos disserem: Que culto é este vosso?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direis: Este é o sacrificio da paschoa ao Senhor, que passou as casas dos filhos d'Israel no Egypto, quando feriu aos egypcios, e livrou as nossas casas. Então o povo inclinou-se, e adorou.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d'Israel, e fizeram isso; como o Senhor ordenara a Moysés e a Aarão, assim fizeram.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á meia noite, que o Senhor feriu a todos os primogenitos na terra do Egypto, desde o primogenito de Pharaó, que se sentava em seu throno, até ao primogenito do captivo que estava no carcere, e todos os primogenitos dos animaes.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 levantou-se de noite, elle e todos os seus servos, e todos os egypcios; e havia grande clamor no Egypto, porque não havia casa em que não houvesse um morto.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a Moysés e a Aarão de noite, e disse: Levantae-vos, sahi do meio do meu povo, tanto vós como os filhos d'Israel: e ide, servi ao Senhor, como tendes dito.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Levae tambem comvosco vossas ovelhas e vossas vaccas, como tendes dito; e ide, e abençoae-me tambem a mim.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egypcios apertavam ao povo, apressando-se para lançal-os da terra; porque diziam: Todos somos mortos.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tomou a sua massa, antes que levedasse, as suas amassadeiras atadas em seus vestidos, sobre seus hombros.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pois os filhos de Israel conforme á palavra de Moysés, e pediram aos egypcios vasos de prata, e vasos de oiro, e vestidos.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 graça ao povo em os olhos dos egypcios, e emprestavam-*lhes: e elles despojavam aos egypcios.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partiram os filhos de Israel de Rameses para Succoth, coisa de seiscentos mil de pé, sómente de varões, sem contar os meninos.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tambem com elles muita mistura de gente, e ovelhas, e vaccas, uma grande multidão de gado.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cozeram bolos asmos da massa que levaram do Egypto, porque não se tinha levedado, porquanto foram lançados do Egypto; e não se poderam deter, nem ainda se prepararam comida.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tempo que os filhos de Israel habitaram no Egypto foi de quatrocentos e trinta annos.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passados os quatrocentos e trinta annos, n'aquelle mesmo dia succedeu que todos os exercitos do Senhor sairam da terra do Egypto.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noite se guardará ao Senhor, porque n'ella os tirou da terra do Egypto: esta é a noite do Senhor, que devem guardar todos os filhos de Israel nas suas gerações.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 e a Aarão: Esta é a ordenança da paschoa; nenhum filho do estrangeiro comerá d'ella.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todo o servo de qualquer, comprado por dinheiro, depois que o houveres circumcidado, então comerá d'ella.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estrangeiro e o assalariado não comerão d'ella.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N'uma casa se comerá; não levarás d'aquella carne fóra da casa, nem d'ella quebrareis osso.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congregação de Israel o fará.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algum estrangeiro se hospedar comtigo, e quizer celebrar a paschoa ao Senhor, seja-lhe circumcidado todo o macho, e então chegará a celebral-a, e será como o natural da terra; mas nenhum incircumciso comerá d'ella.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mesma lei haja para o natural, e para o estrangeiro que peregrinar entre vós.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filhos de Israel o fizeram: como o Senhor ordenara a Moysés e a Aarão, assim fizeram.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n'aquelle mesmo dia que o Senhor tirou os filhos de Israel da terra do Egypto, segundo os seus exercitos.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