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um altar para queimar o incenso: de madeira de sittim o farás.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comprimento será d'um covado, e a sua largura d'um covado; será quadrado, e dois covados a sua altura: d'elle mesmo serão os seus cornos.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oiro puro o forrarás, o seu tecto, e as suas paredes ao redor, e os seus cornos; e lhe farás uma corôa d'oiro ao redor.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farás duas argolas d'oiro debaixo da sua corôa; aos dois lados as farás, d'ambas as bandas: e serão para logares dos varaes, com que será levado.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varaes farás de madeira de sittim, e os forrarás com oiro.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porás diante do véu que está diante da arca do testemunho, diante do propiciatorio, que está sobre o testemunho, onde me ajuntarei comtigo.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sobre elle queimará o incenso das especiarias; cada manhã, quando põe em ordem as lampadas, o queimara.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accendendo Aarão as lampadas á tarde, o queimará: este será incenso continuo perante o Senhor pelas vossas gerações.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offerecereis sobre elle incenso estranho, nem holocausto, nem offerta: nem tão pouco derramareis sobre elle libações.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vez no anno Aarão fará expiação sobre os seus cornos com o sangue do sacrificio das expiações: uma vez no anno fará expiação sobre elle pelas vossas gerações: sanctissimo é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tomares a somma dos filhos d'Israel, conforme á sua conta, cada um d'elles dará ao Senhor o resgate da sua alma, quando os contares; para que não haja entre elles praga alguma, quando os contares.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dará todo aquelle que passar ao arrolamento: a metade d'um siclo, segundo o siclo do sanctuario (este siclo é de vinte obolos): a metade d'um siclo é a offerta ao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passar o arrolamento de vinte annos e acima, dará a offerta alçada ao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rico não augmentará, e o pobre não deminuirá da metade do siclo, quando derem a offerta alçada ao Senhor, para fazer expiação por vossas almas.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o dinheiro das expiações dos filhos d'Israel, e o darás ao serviço da tenda da congregação; e será para memoria aos filhos d'Israel diante do Senhor, para fazer expiação por vossas almas.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uma pia de cobre com a sua base de cobre, para lavar: e as porás entre a tenda da congregação e o altar; e deitarás agua n'ella.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e seus filhos n'ella lavarão as suas mãos e os seus pés.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entrarem na tenda da congregação, lavar-se-hão com agua, para que não morram, ou quando se chegarem ao altar para ministrar, para accender a offerta queimada ao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Lavarão pois as suas mãos e os seus pés, para que não morram: e isto lhes será por estatuto perpetuo a elle e á sua semente nas suas gerações.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toma para ti das principaes especiarias, da mais pura myrrha quinhentos siclos, e de canella aromatica a metade, a saber, duzentos e cincoenta siclos, e de calamo aromatico duzentos e cincoenta siclos,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cassia quinhentos siclos, segundo o siclo do sanctuario, e d'azeite de oliveiras um hin.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d'isto farás o azeite da sancta uncção, o perfume composto segundo a obra do perfumista: este será o azeite da sancta uncção.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 ungirás a tenda da congregação, e a arca do testemunho,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mesa com todos os seus vasos, e o castiçal com os seus vasos, e o altar do incenso,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altar do holocausto com todos os seus vasos, e a pia com a sua base.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sanctificarás estas coisas, para que sejam sanctissimas: tudo o que tocar n'ellas será sancto.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ungirás a Aarão e seus filhos, e os sanctificarás para me administrarem o sacerdocio.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fallarás aos filhos d'Israel, dizendo: Este me será o azeite da sancta uncção nas vossas gerações.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ungirá com elle a carne do homem, nem fareis outro similhante conforme á sua composição: sancto é, e será sancto para vós.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compozer tal perfume como este, ou que d'elle pozer sobre um estranho, será extirpado dos seus povos.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Toma-te especiarias aromaticas, estoraque, e onicha, e galbano; estas especiarias aromaticas e o incenso puro de egual peso;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d'isto farás incenso, um perfume segundo a arte do perfumista, temperado, puro e sancto;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d'elle moendo o pizarás, e d'elle porás diante do testemunho, na tenda da congregação, onde eu virei a ti: coisa sanctissima vos será.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incenso que farás conforme á composição d'este, não o fareis para vós mesmos: sancto será para o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fizer tal como este para cheirar, será extirpado do seu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