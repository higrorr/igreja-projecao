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o Senhor a Moysés: Entra a Pharaó, e dize-lhe: Assim diz o Senhor: Deixa ir o meu povo, para que me sirva.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recusares deixal-o ir, eis que ferirei com rãs todos os teus termos.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rio creará rãs, que subirão e virão á tua casa, e ao teu dormitorio, e sobre a tua cama, e ás casas dos teus servos, e sobre o teu povo, e aos teus fornos, e ás tuas amassadeiras.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rãs subirão sobre ti, e sobre o teu povo, e sobre todos os teus servos.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 a Moysés: Dize a Aarão: Estende a tua mão com tua vara sobre as correntes, e sobre os rios, e sobre os tanques, e faze subir rãs sobre a terra do Egypto.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estendeu a sua mão sobre as aguas do Egypto, e subiram rãs, e cobriram a terra do Egypto.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magos fizeram o mesmo com os seus encantamentos: e fizeram subir rãs sobre a terra do Egypto.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Pharaó chamou a Moysés e a Aarão, e disse: Rogae ao Senhor que tire as rãs de mim e do meu povo; depois deixarei ir o povo, para que sacrifiquem ao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disse a Pharaó: Tu tenhas a honra sobre mim: Quando orarei por ti, e pelos teus servos, e por teu povo, para tirar as rãs de ti, e das suas casas, que sómente fiquem no 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Ámanhã. E Moysés disse: Seja conforme á tua palavra, para que saibas que ninguem ha como o Senhor nosso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rãs apartar-se-hão de ti, e das tuas casas, e dos teus servos, e do teu povo: sómente ficarão no 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Moysés e Aarão de Pharaó: e Moysés clamou ao Senhor por causa das rãs que tinha posto sobre Pharaó,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fez conforme á palavra de Moysés: e as rãs morreram nas casas, nos pateos, e nos campos,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ajuntaram-as em montões, e a terra fedeu.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Pharaó que havia descanço, aggravou o seu coração, e não os ouviu, como o Senhor tinha dito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 a Moysés: Dize a Aarão: Estende a tua vara, e fere o pó da terra, para que se torne em piolhos por toda a terra do Egypto.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fizeram assim; porque Aarão estendeu a sua mão com a sua vara, e feriu o pó da terra, e havia muitos piolhos nos homens e no gado: todo o pó da terra se tornou em piolhos em toda a terra do Egypto.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magos fizeram tambem assim com os seus encantamentos para produzir piolhos, mas não poderam: e havia piolhos nos homens e no gado.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os magos a Pharaó: Isto é o dedo de Deus. Porém o coração de Pharaó se endureceu, e não os ouvia, como o Senhor tinha dito.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 a Moysés: Levanta-te pela manhã cedo, e põe-te diante de Pharaó; eis que elle sairá ás aguas, e dize-lhe: Assim diz o Senhor: Deixa ir o meu povo, para que me sirva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não deixares ir o meu povo, eis que enviarei enxames de moscas sobre ti, e sobre os teus servos, e sobre o teu povo, e á tuas casas; e as casas dos egypcios se encherão d'estes enxames, e tambem a terra em que elles estiverem.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dia eu separarei a terra de Goshen, em que meu povo habita, que n'ella não haja enxames de moscas, para que saibas que eu sou o Senhor no meio d'esta terra.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separação entre o meu povo e o teu povo: ámanhã será este signal.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fez assim; e vieram grandes enxames de moscas á casa de Pharaó, e ás casas dos seus servos, e sobre toda a terra do Egypto: a terra foi corrompida d'estes enxames.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Pharaó a Moysés e a Aarão, e disse: Ide, e sacrificae ao vosso Deus n'esta terra.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disse: Não convem que façamos assim, porque sacrificariamos ao Senhor nosso Deus a abominação dos egypcios: eis que se sacrificassemos a abominação dos egypcios perante os seus olhos, não nos apedrejariam elles?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Deixa-nos ir caminho de tres dias ao deserto, para que sacrifiquemos ao Senhor nosso Deus, como elle nos dirá.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Pharaó: Deixar-vos-hei ir, para que sacrifiqueis ao Senhor vosso Deus no deserto; sómente que, indo, não vades longe; orae tambem por mim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disse: Eis que saio de ti, e orarei ao Senhor, que estes enxames de moscas se retirem ámanhã de Pharaó, dos seus servos, e do seu povo: sómente que Pharaó não mais me engane, não deixando ir a este povo para sacrificar ao Senhor.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Moysés de Pharaó, e orou ao Senhor,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Senhor conforme á palavra de Moysés, e os enxames de moscas se retiraram de Pharaó, dos seus servos, e do seu povo: não ficou uma só.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aggravou Pharaó ainda esta vez seu coração, e não deixou ir o povo.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