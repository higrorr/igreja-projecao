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foram Moysés e Aarão, e disseram a Pharaó: Assim diz o Senhor Deus d'Israel: Deixa ir o meu povo, para que me celebre uma festa no deserto.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Pharaó disse: Quem é o Senhor, cuja voz eu ouvirei, para deixar ir Israel? não conheço o Senhor, nem tão pouco deixarei ir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O Deus dos hebreos nos encontrou; portanto deixa-nos agora ir caminho de tres dias ao deserto, para que não venha sobre nós com pestilencia ou com espada.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disse-lhes o rei do Egypto: Moysés e Aarão, porque fazeis cessar o povo das suas obras? ide a vossas cargas.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tambem Pharaó: Eis que o povo da terra já é muito, e vós fazeis cessal-os das suas cargas.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deu ordem Pharaó n'aquelle mesmo dia aos exactores do povo, e aos seus officiaes,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D'aqui em diante não torneis a dar palha ao povo, para fazer tijolos, como fizestes hontem e antehontem: vão elles mesmos, e colham palhas para 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imporeis a conta dos tijolos que fizeram hontem, e antehontem: nada diminuireis d'ella: porque elles estão ociosos; por isso clamam, dizendo: Vamos, sacrifiquemos ao nosso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Aggrave-se o serviço sobre estes homens, para que se occupem n'elle, e não confiem em palavras de mentira.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sairam os exactores do povo, e seus officiaes, e fallaram ao povo, dizendo: Assim diz Pharaó: Eu não vos darei palha;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vós mesmos, e tomae vós palha d'onde a achardes: porque nada se diminuirá de vosso serviço.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se espalhou por toda a terra do Egypto, a colher rastolho em logar de palha.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exactores os apertavam, dizendo: Acabae vossa obra, a tarefa de cada dia, como quando havia palha.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açoitados os officiaes dos filhos d'Israel, que os exactores de Pharaó tinham posto sobre elles, dizendo estes: Porque não acabastes vossa tarefa, fazendo tijolos como antes, assim tambem hontem e hoje?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foram-se os officiaes dos filhos d'Israel, e clamaram a Pharaó, dizendo: Porque fazes assim a teus servos?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Palha não se dá a teus servos, e nos dizem: Fazei tijolos: e eis que teus servos são açoitados; porém o teu povo tem a culpa.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disse: Vós sois ociosos: vós sois ociosos: por isso dizeis: Vamos, sacrifiquemos ao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pois agora, trabalhae: palha porém não se vos dará: comtudo, dareis a conta dos tijolos.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officiaes dos filhos d'Israel viram-se em afflicção, porquanto se dizia: Nada diminuireis de vossos tijolos, da tarefa do dia no seu dia.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encontraram a Moysés e a Aarão, que estavam defronte d'elles, quando sairam de Pharaó,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disseram-lhes: O Senhor attente sobre vós, e julgue isso, porquanto fizeste feder o nosso cheiro diante de Pharaó, e diante de seus servos, dando-*lhes a espada nas mãos, para nos matar.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tornou Moysés ao Senhor, e disse: Senhor! porque fizeste mal a este povo? porque me enviaste?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desde que entrei a Pharaó, para fallar em teu nome, elle maltratou a este povo; e de nenhuma sorte livraste o teu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