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disse o Senhor a Moysés: Entra a Pharaó, porque tenho aggravado o seu coração, e o coração de seus servos, para fazer estes meus signaes no meio d'elle,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que contes aos ouvidos de teus filhos, e dos filhos de teus filhos, as coisas que obrei no Egypto, e os meus signaes, que tenho feito entre elles: para que saibaes que eu sou 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foram Moysés e Aarão a Pharaó, e disseram-lhe: Assim diz o Senhor, o Deus dos hebreos: Até quando recusas humilhar-te diante de mim? deixa ir o meu povo, para que me sirva;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 ainda recusares deixar ir o meu povo, eis que trarei ámanhã gafanhotos aos teus termos,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cobrirão a face da terra, que a terra não se poderá ver; e elles comerão o resto do que escapou, o que vos ficou da saraiva: tambem comerão toda a arvore que vos cresce no campo;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encherão as tuas casas, e as casas de todos os teus servos, e as casas de todos os egypcios, quaes nunca viram teus paes, nem os paes de teus paes, desde o dia, era que elles foram sobre a terra até ao dia de hoje. E virou-se, e saiu da presença de Pharaó.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servos de Pharaó disseram-lhe: Até quando este nos ha de ser por laço? deixa ir os homens, para que sirvam ao Senhor seu Deus: ainda não sabes que o Egypto está destruido?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Moysés e Aarão foram levados outra vez a Pharaó, e elle disse-lhes: Ide, servi ao Senhor vosso Deus. Quaes são os que hão de ir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disse: Havemos de ir com os nossos meninos, e com os nossos velhos; com os nossos filhos, e com as nossas filhas, com as nossas ovelhas, e com os nossos bois havemos de ir; porque festa do Senhor temos.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elle lhes disse: Seja o Senhor assim comvosco, como eu vos deixarei ir a vós e a vossos filhos: olhae que ha mal diante da vossa face.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será assim: andae agora vós, varões, e servi ao Senhor; pois isso é o que pedistes. E os empuxaram da face de Pharaó.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 a Moysés: Estende a tua mão sobre a terra do Egypto pelos gafanhotos, para que venham sobre a terra do Egypto, e comam toda a herva da terra, tudo o que deixou a saraiva.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estendeu Moysés sua vara sobre a terra do Egypto, e o Senhor trouxe sobre a terra um vento oriental todo aquelle dia e toda aquella noite: e aconteceu que pela manhã o vento oriental trouxe os gafanhotos.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vieram os gafanhotos sobre toda a terra do Egypto, e assentaram-se sobre todos os termos do Egypto; mui graves foram; antes d'estes nunca houve taes gafanhotos, nem depois d'elles virão outros taes.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cobriram a face de toda a terra, de modo que a terra se escureceu; e comeram toda a herva da terra, e todo o fructo das arvores, que deixara a saraiva; e não ficou alguma verdura nas arvores, nem na herva do campo, em toda a terra do Egypto.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Pharaó se apressou a chamar a Moysés e a Aarão, e disse: Pequei contra o Senhor vosso Deus, e contra vós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peço-vos que perdoeis o meu peccado sómente d'esta vez, e que oreis ao Senhor vosso Deus que tire de mim sómente esta morte.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saiu da presença de Pharaó, e orou ao Senhor.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trouxe um vento occidental fortissimo, o qual levantou os gafanhotos e os lançou no Mar Vermelho; nem ainda um gafanhoto ficou em todos os termos do Egypto.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Senhor, porém, endureceu o coração de Pharaó, e não deixou ir os filhos de Israel.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 a Moysés: Estende a tua mão para o céu, e virão trevas sobre a terra do Egypto, trevas que se apalpem.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estendeu a sua mão para o céu, e houve trevas espessas em toda a terra do Egypto por tres dias.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viu um ao outro, e ninguem se levantou do seu logar por tres dias; mas todos os filhos de Israel tinham luz em suas habitações.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Pharaó chamou a Moysés, e disse: Ide, servi ao Senhor: sómente fiquem vossas ovelhas e vossas vaccas: vão tambem comvosco as vossas creanças.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Moysés, porém, disse: Tu tambem darás em nossas mãos sacrificios e holocaustos, que offereçamos ao Senhor nosso Deus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o nosso gado ha de ir comnosco, nem uma unha ficará; porque d'aquelle havemos de tomar, para servir ao Senhor nosso Deus: porque não sabemos com que havemos de servir ao Senhor, até que cheguemos lá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Senhor, porém, endureceu o coração de Pharaó, e não os quiz deixar ir.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Pharaó: Vae-te de mim, guarda-te que não mais vejas o meu rosto: porque no dia em que vires o meu rosto, morrerás.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Moysés: Bem disseste; eu nunca mais verei o teu rosto.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