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Nao admittirás falso rumor, e não porás a tua mão com o impio, para seres testemunha falsa.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seguirás a multidão para fazeres o mal: nem n'uma demanda fallarás, tomando parte com o maior numero para torcer o direito.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ao pobre favorecerás na sua demanda.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encontrares o boi do teu inimigo, ou o seu jumento, desgarrado, sem falta lh'o reconduzirás.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vires o jumento d'aquelle que te aborrece deitado debaixo da sua carga, deixarás pois de ajudal-o? certamente o ajudarás juntamente com elle.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perverterás o direito do teu pobre na sua demanda.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palavras de falsidade te affastarás, e não matarás o innocente e o justo; porque não justificarei o impio.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presente não tomarás: porque o presente cega os que teem vista, e perverte as palavras dos justos.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não opprimirás o estrangeiro; pois vós conheceis o coração do estrangeiro, pois fostes estrangeiros na terra do Egypto.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seis annos semearás tua terra, e recolherás os seus fructos;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ao setimo a soltarás e deixarás descançar, para que possam comer os pobres do teu povo, e do sobejo comam os animaes do campo. Assim farás com a tua vinha e com o teu olival.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Seis dias farás os teus negocios, mas ao setimo dia descançarás: para que descance o teu boi, e o teu jumento; e para que tome alento o filho da tua escrava, e o estrangeiro.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em tudo o que vos tenho dito, guardae-vos: e do nome de outros deuses nem vos lembreis, nem se ouça da vossa bocca.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Tres vezes no anno me celebrareis festa.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festa dos pães asmos guardarás: sete dias comerás pães asmos, como te tenho ordenado, ao tempo apontado no mez de Abib; porque n'elle saiste do Egypto: e ninguem appareça vasio perante mim.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festa da sega dos primeiros fructos do teu trabalho, que houveres semeado no campo, e a festa da colheita á saida do anno, quando tiveres colhido do campo o teu trabalho.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Tres vezes no anno todos os teus machos apparecerão diante do Senhor.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offerecerás o sangue do meu sacrificio com pão levedado: nem ficará a gordura da minha festa de noite até á manhã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primicias dos primeiros fructos da tua terra trarás á casa do Senhor teu Deus: não cozerás o cabrito no leite de sua mãe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Eis-que eu envio um anjo diante de ti, para que te guarde n'este caminho, e te leve ao logar que te tenho apparelhado.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Guarda-te diante d'elle, e ouve a sua voz, e não o provoques á ira: porque não perdoará a vossa rebellião; porque o meu nome está n'elle.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se diligentemente ouvires a sua voz, e fizeres tudo o que eu disser, então serei inimigo dos teus inimigos, e adversario dos teus adversarios.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meu anjo irá diante de ti, e te levará aos amorrheos, e aos hetheos, e aos phereseos, e aos cananeos, heveos e jebuseos: e eu os destruirei.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 inclinarás diante dos seus deuses, nem os servirás, nem farás conforme ás suas obras: antes os destruirás totalmente, e quebrarás de todo as suas estatuas.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servireis ao Senhor vosso Deus, e elle abençoará o vosso pão e a vossa agua: e eu tirarei do meio de ti as enfermidades.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23:26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haverá alguma que mova, nem esteril na tua terra: o numero dos teus dias cumprirei.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23:27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Enviarei o meu terror diante de ti, destruindo a todo o povo aonde entrares, e farei que todos os teus inimigos te virem as costas.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23:28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enviarei vespões diante de ti, que lancem fóra os heveos, os cananeos, e os hetheos diante de ti.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23:29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N'um só anno os não lançarei fóra diante de ti, para que a terra se não torne em deserto, e as feras do campo se não multipliquem contra ti.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23:30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Pouco a pouco os lançarei diante de ti, até que sejas multiplicado, e possuas a terra por herança.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23:31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porei os teus termos desde o Mar Vermelho até ao mar dos philisteos, e desde o deserto até ao rio: porque darei nas tuas mãos os moradores da terra, para que os lances fóra diante de ti.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23:32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farás concerto algum com elles, ou com os seus deuses.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23:33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tua terra não habitarão, para que não te façam peccar contra mim: se servires aos seus deuses, certamente te será um laço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