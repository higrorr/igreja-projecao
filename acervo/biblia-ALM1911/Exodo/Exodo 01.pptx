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pois são os nomes dos filhos de Israel, que entraram no Egypto com Jacob: cada um entrou com sua casa: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Ruben, Simeão, Levi, e Judah;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Issacar, Zabulon, e Benjamin;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 e Naphtali, Gad e Aser.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almas, pois, que procederam da côxa de Jacob, foram setenta almas: José, porém, estava no Egypto.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Sendo pois José fallecido, e todos os seus irmãos, e toda aquella geração,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Israel fructificaram, e augmentaram muito, e multiplicaram-se, e foram fortalecidos grandemente; de maneira que a terra se encheu d'elles.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levantou-se um novo rei sobre o Egypto, que não conhecera a José;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disse ao seu povo: Eis que o povo dos filhos de Israel é muito, e mais poderoso do que nós.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Eia, usemos sabiamente para com elle, para que não se multiplique, e aconteça que, vindo guerra, elle tambem se ajunte com os nossos inimigos, e peleje contra nós, e suba da terra.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pozeram sobre elles maioraes de tributos, para os affligirem com suas cargas. Porque edificaram a Pharaó cidades de thesouros, Pitom e Ramesses.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quanto mais o affligiam, tanto mais se multiplicava, e tanto mais crescia: de maneira que se enfadavam por causa dos filhos de Israel.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egypcios faziam servir os filhos de Israel com dureza;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 lhes fizeram amargar a vida com dura servidão em barro, e em tijolos, e com todo o trabalho no campo; com todo o seu serviço, em que os serviam com dureza.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do Egypto fallou ás parteiras das hebreas (das quaes o nome de uma era Siphra, e o nome da outra Pua),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Quando ajudardes a parir as hebreas, e as virdes sobre os assentos, se fôr filho, matae-o; mas se fôr filha, então viva.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parteiras, porém, temeram a Deus, e não fizeram como o rei do Egypto lhes dissera, antes conservavam os meninos com vida.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do Egypto chamou as parteiras, e disse-lhes: Porque fizestes isto, que guardastes os meninos com vida?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parteiras disseram a Pharaó: Porquanto as mulheres hebreas não são como as egypcias: porque são vivas, e já teem parido antes que a parteira venha a ellas.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Deus fez bem ás parteiras. E o povo se augmentou, e se fortaleceu muito.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porquanto as parteiras temeram a Deus, estabeleceu-lhes casas.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ordenou Pharaó a todo o seu povo, dizendo: A todos os filhos que nascerem lancareis no rio, mas a todas as filhas guardareis com vida.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