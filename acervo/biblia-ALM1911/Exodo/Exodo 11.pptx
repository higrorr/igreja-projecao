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dissera a Moysés: Ainda uma praga trarei sobre Pharaó e sobre o Egypto: depois vos deixarei ir d'aqui: e, quando vos deixar ir totalmente, a toda a pressa vos lançará d'aqui.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agora aos ouvidos do povo, que cada varão peça ao seu visinho, e cada mulher á sua visinha, vasos de prata e vasos de oiro.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 graça ao povo aos olhos dos egypcios; tambem o varão Moysés era mui grande na terra do Egypto, aos olhos dos servos de Pharaó, e aos olhos do povo.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Moysés: Assim o Senhor tem dito: Á meia noite eu sairei pelo meio do Egypto;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primogenito na terra do Egypto morrerá, desde o primogenito de Pharaó, que houvera de assentar-se sobre o seu throno, até ao primogenito da serva que está detraz da mó, e todo o primogenito dos animaes.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haverá grande clamor em toda a terra do Egypto, qual nunca houve similhante e nunca haverá;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entre todos os filhos de Israel nem ainda um cão moverá a sua lingua, desde os homens até aos animaes, para que saibaes que o Senhor fez differença entre os egypcios e os israelitas.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estes teus servos descerão a mim, e se inclinarão diante de mim, dizendo: Sae tu, e todo o povo que te segue as pisadas; e depois eu sairei. E saiu de Pharaó em ardor de ira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dissera a Moysés: Pharaó vos não ouvirá, para que as minhas maravilhas se multipliquem na terra do Egypto.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 Aarão fizeram todas estas maravilhas diante de Pharaó; mas o Senhor endureceu o coração de Pharaó, que não deixou ir os filhos de Israel da sua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