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tu farás chegar a ti teu irmão Aarão, e seus filhos com elle, do meio dos filhos de Israel, para me administrarem o officio sacerdotal: a saber, Aarão, Nadab e Abihu, Eleazar e Ithamar, os filhos de Aarão.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farás vestidos sanctos a Aarão teu irmão, para gloria e ornamento.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Fallarás tambem a todos os que são sabios de coração, a quem eu tenho enchido do espirito da sabedoria, que façam vestidos a Aarão para sanctifical-o; para que me administre o officio sacerdotal.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pois são os vestidos que farão: um peitoral, e um ephod, e um manto, e uma tunica bordada, uma mitra, e um cinto: farão pois sanctos vestidos a Aarão teu irmão, e a seus filhos, para me administrarem o officio sacerdotal.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tomarão o oiro, e o azul, e a purpura, e o carmezim, e o linho fino,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farão o ephod de oiro, e de azul, e de purpura, e de carmezim, e de linho fino torcido, de obra esmerada.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 duas hombreiras, que se unam ás suas duas pontas, e assim se unirá.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cinto de obra esmerada do seu ephod, que estará sobre elle, será da sua mesma obra, do mesmo, de oiro, de azul, e de purpura, e de carmezim, e de linho fino torcido.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tomarás duas pedras sardonicas, e lavrarás n'ellas os nomes dos filhos de Israel,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Seis dos seus nomes n'uma pedra, e os outros seis nomes na outra pedra, segundo as suas gerações;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Conforme á obra do lapidario, como o lavor de sêllos lavrarás estas duas pedras, com os nomes dos filhos de Israel: engastadas ao redor em oiro as farás.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porás as duas pedras nas hombreiras do ephod, por pedras de memoria para os filhos de Israel: e Aarão levará os seus nomes sobre ambos os seus hombros, para memoria diante do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engastes de oiro,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duas cadeiasinhas de oiro puro: de egual medida, de obra de fieira as farás: e as cadeiasinhas de fieira porás nos engastes.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o peitoral do juizo de obra esmerada, conforme á obra do ephod o farás: de oiro, de azul, e de purpura, e de carmezim, e de linho fino torcido o farás.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Quadrado e dobrado, será de um palmo o seu comprimento, e de um palmo a sua largura;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encherás de pedras de engaste, com quatro ordens de pedras: a ordem de uma sardia, de um topazio, e de um carbunculo: esta será a primeira ordem: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segunda ordem será de uma esmeralda, de uma saphira, e de um diamante: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terceira ordem será de um jacinto, de uma agatha, e de uma amethista: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quarta ordem será de uma turqueza, e de uma sardonica, e de um jaspe; engastadas em oiro serão nos seus engastes.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serão aquellas pedras segundo os nomes dos filhos de Israel, doze segundo os seus nomes: serão esculpidas como sêllos, cada uma com o seu nome, para as doze tribus.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ao peitoral cadeiasinhas de egual medida da obra de trança de oiro puro.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ao peitoral dois anneis de oiro, e porás os dois anneis nas extremidades do peitoral.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metterás as duas cadeiasinhas de fieira d'oiro nos dois anneis, nas extremidades do peitoral: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duas pontas das duas cadeiasinhas de fieira metterás nos dois engastes, e as porás nas hombreiras do ephod, defronte d'elle.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dois anneis d'oiro, e os porás nas duas extremidades do peitoral, na sua borda que estiver junto ao ephod por dentro.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Farás tambem dois anneis d'oiro, que porás nas duas hombreiras do ephod, abaixo, defronte d'elle, defronte da sua juntura, sobre o cinto d'obra esmerada do ephod.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ligarão o peitoral com os seus anneis aos anneis do ephod por cima com um cordão d'azul, para que esteja sobre o cinto d'obra esmerada do ephod; e nunca se separará o peitoral do ephod.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Aarão levará os nomes dos filhos d'Israel no peitoral do juizo sobre o seu coração, quando entrar no sanctuario, para memoria diante do Senhor continuamente.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porás no peitoral do juizo Urim e Thummim, para que estejam sobre o coração de Aarão, quando entrar diante do Senhor: assim Aarão levará o juizo dos filhos de Israel sobre o seu coração diante do Senhor continuamente.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o manto do ephod, todo azul.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collar da cabeça estará no meio d'elle: este collar terá uma borda d'obra tecida ao redor: como collar de saia de malha será n'elle, para que se não rompa.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nas suas bordas farás romãs d'azul, e de purpura, e de carmezim, ao redor das suas bordas; e campainhas d'oiro no meio d'ellas ao redor.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campainha d'oiro, e uma romã, outra campainha d'oiro, e outra romã, haverá nas bordas do manto ao redor,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estará sobre Aarão quando ministrar, para que se ouça o seu sonido, quando entrar no sanctuario diante do Senhor, e quando sair, para que não morra.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uma lamina d'oiro puro, e n'ella gravarás á maneira de gravuras de sellos: Sanctidade ao Senhor.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atal-a-has com um cordão d'azul, de maneira que esteja na mitra; sobre a frente da mitra estará.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estará sobre a testa de Aarão, para que Aarão leve a iniquidade das coisas sanctas, que os filhos d'Israel sanctificarem em todas as offertas de suas coisas sanctas; e estará continuamente na sua testa, para que tenham acceitação perante o Senhor.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tunica de linho fino: tambem farás uma mitra de linho fino: mas o cinto farás d'obra de bordador.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farás tunicas aos filhos de Aarão, e far-lhes-has cintos: tambem lhes farás tiaras, para gloria e ornamento.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vestirás com elles a Aarão teu irmão, e tambem seus filhos: e os ungirás e consagrarás, e os sanctificarás, para que me administrem o sacerdocio.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Faze-lhes tambem calções de linho, para cobrirem a carne nua: serão dos lombos até ás pernas.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estarão sobre Aarão e sobre seus filhos, quando entrarem na tenda da congregação, ou quando chegarem ao altar para ministrar no sanctuario, para que não levem iniquidade, e morram; isto será estatuto perpetuo para elle e para a sua semente depois d'elle.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