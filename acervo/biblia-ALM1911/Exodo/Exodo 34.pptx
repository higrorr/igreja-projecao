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Lavra-te duas taboas de pedra, como as primeiras; e eu escreverei nas taboas as mesmas palavras que estavam nas primeiras taboas, que tu quebraste.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apparelha-te para ámanhã, para que subas pela manhã ao monte de Sinai, e ali põe-te diante de mim no cume do monte.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suba comtigo, e tambem ninguem appareça em todo o monte; nem ovelhas nem bois se apascentem defronte do monte.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lavrou duas taboas de pedra, como as primeiras; e levantou-se Moysés pela manhã de madrugada, e subiu ao monte de Sinai, como o Senhor lhe tinha ordenado: e tomou as duas taboas de pedra na sua mão.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desceu n'uma nuvem, e se poz ali junto a elle: e elle apregoou o nome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pois o Senhor perante a sua face, clamou: Jehovah o Senhor, Deus misericordioso e piedoso, tardio em iras e grande em beneficencia e verdade;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guarda a beneficencia em milhares; que perdoa a iniquidade, e a transgressão, e o peccado; que o culpado não tem por innocente; que visita a iniquidade dos paes sobre os filhos e sobre os filhos dos filhos até á terceira e quarta geração.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apressou-se, e inclinou a cabeça á terra, encurvou-se,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Senhor, se agora tenho achado graça aos teus olhos, vá agora o Senhor no meio de nós: porque este é povo obstinado; porém perdoa a nossa iniquidade e o nosso peccado, e toma-nos pela tua herança.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Eis que eu faço um concerto; farei diante de todo o teu povo maravilhas que nunca foram feitas em toda a terra, nem entre gente alguma: de maneira que todo este povo, em cujo meio tu estás, veja a obra do Senhor; porque coisa terrivel é o que faço comtigo.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que eu te ordeno hoje: eis que eu lançarei fóra diante de ti os amorrheos, e os cananeos, e os hetheos, e os pereseos, e os heveos e os jebuseos.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 que não faças concerto com os moradores da terra aonde has de entrar; para que não seja por laço no meio de 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seus altares transtornareis, e as suas estatuas quebrareis, e os seus bosques cortareis.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não inclinarás diante d'outro deus: pois o nome do Senhor é Zeloso: Deus zeloso é elle: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faças concerto com os moradores da terra, e não forniquem após os seus deuses, nem sacrifiquem aos seus deuses, e tu, convidado d'elles, comas dos seus sacrificios,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tomes mulheres das suas filhas para os teus filhos, e suas filhas, fornicando após os seus deuses, façam que tambem teus filhos forniquem após os seus deuses.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farás deuses de fundição.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festa dos pães asmos guardarás; sete dias comerás pães asmos, como te tenho ordenado, ao tempo apontado do mez de Abib: porque no mez d'Abib sais-te do Egypto.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abre a madre meu é, até todo o teu gado, que seja macho, abrindo a madre de vaccas e d'ovelhas;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burro porém, que abrir a madre, resgatarás com cordeiro: mas, se o não resgatares, cortar-lhe-has a cabeça: todo o primogenito de teus filhos resgatarás. E ninguem apparecerá vazio diante de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obrarás, mas ao setimo dia descançarás: na aradura e na sega descançarás.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guardarás a festa das semanas, que é a festa das primicias da sega do trigo, e a festa da colheita á volta do anno.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vezes no anno todo o macho entre ti apparecerá perante o Senhor, Jehovah, Deus d'Israel;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lançarei fóra as nações de diante de ti, e alargarei o teu termo: ninguem cubiçará a tua terra, quando subires para apparecer tres vezes no anno diante do Senhor teu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sacrificarás o sangue do meu sacrificio com pão levedado, nem o sacrificio da festa da paschoa ficará da noite para a manhã.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primicias dos primeiros fructos da tua terra trarás á casa do Senhor teu Deus: não cozerás o cabrito no leite de sua mãe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Escreve-te estas palavras: porque conforme ao teor d'estas palavras tenho feito concerto comtigo e com Israel.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ali com o Senhor quarenta dias e quarenta noites: não comeu pão, nem bebeu agua, e escreveu nas taboas as palavras do concerto, os dez mandamentos.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descendo Moysés do monte Sinai (e Moysés trazia as duas taboas do testemunho em sua mão, quando desceu do monte), Moysés não sabia que a pelle do seu rosto resplandecia, depois que fallara com elle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pois Aarão e todos os filhos d'Israel para Moysés, eis que a pelle do seu rosto resplandecia; pelo que temeram de chegar-se a 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os chamou, e Aarão e todos os principes da congregação tornaram-se a elle: e Moysés lhes fallou.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chegaram tambem todos os filhos d'Israel: e elle lhes ordenou tudo o que o Senhor fallára com elle no monte Sinai.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acabou Moysés de fallar com elles, e tinha posto um véu sobre o seu rosto.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entrando Moysés perante o Senhor, para fallar com elle, tirava o véu até que sahia: e, saido, fallava com os filhos de Israel o que lhe era ordenado.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viam os filhos d'Israel o rosto de Moysés, que resplandecia a pelle do rosto de Moysés: e tornou Moysés a pôr o véu sobre o seu rosto, até que entrava para fallar com 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