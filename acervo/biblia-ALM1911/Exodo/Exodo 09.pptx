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Senhor disse a Moysés: Entra a Pharaó, e dize-lhe: Assim diz o Senhor, o Deus dos hebreos: Deixa ir o meu povo, para que me sirva.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recusares de os deixar ir, e ainda por força os detiveres,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mão do Senhor será sobre teu gado, que está no campo, sobre os cavallos, sobre os jumentos, sobre os camelos, sobre os bois, e sobre as ovelhas, com pestilencia gravissima.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fará separação entre o gado dos israelitas, e o gado dos egypcios, que nada morra de tudo o que fôr dos filhos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assignalou certo tempo, dizendo: Amanhã fará o Senhor esta coisa na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fez esta coisa no dia seguinte, e todo o gado dos egypcios morreu: porém do gado dos filhos d'Israel não morreu nenhum.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Pharaó enviou a ver, e eis que do gado d'Israel não morrera nenhum: porém o coração de Pharaó se aggravou, e não deixou ir o povo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 e a Aarão: Tomae vossos punhos cheios da cinza do forno, e Moysés a espalhe para o céu diante dos olhos de Pharaó;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tornar-se-ha em pó miudo sobre toda a terra do Egypto, e se tornará em sarna, que arrebente em ulceras nos homens e no gado, por toda a terra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tomaram a cinza do forno, e pozeram-se diante de Pharaó, e Moysés a espalhou para o céu: e tornou-se em sarna, que arrebentava em ulceras nos homens e no gado;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os magos não podiam parar diante de Moysés, por causa da sarna; porque havia sarna em os magos, e em todos os egypcios.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endureceu o coração de Pharaó, e não os ouviu, como o Senhor tinha dito a Moysés.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Levanta-te pela manhã cedo, e põe-te diante de Pharaó, e dize-lhe: Assim diz o Senhor, o Deus dos hebreos: Deixa ir o meu povo, para que me sirva;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vez enviarei todas as minhas pragas sobre o teu coração, e sobre os teus servos, e sobre o teu povo, para que saibas que não ha outro como Eu em toda 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agora tenho estendido minha mão, para te ferir a ti e ao teu povo com pestilencia, e para que sejas destruido da terra;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devéras para isto te levantei, para mostrar minha potencia em ti, e para que o meu nome seja annunciado em toda 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ainda te levantas contra o meu povo, para não os deixar ir?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ámanhã por este tempo farei chover saraiva mui grave, qual nunca houve no Egypto, desde o dia em que foi fundado até agora.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envia, recolhe o teu gado, e tudo o que tens no campo; todo o homem e animal, que fôr achado no campo, e não fôr recolhido á casa, a saraiva cairá sobre elles, e morrerão.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dos servos de Pharaó temia a palavra do Senhor, fez fugir os seus servos e o seu gado para as casas;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 que não tinha applicado a palavra do Senhor ao seu coração, deixou os seus servos e o seu gado no campo.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Estende a tua mão para o céu, e haverá saraiva em toda a terra do Egypto, sobre os homens e sobre o gado, e sobre toda a herva do campo na terra de Egypto.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estendeu a sua vara para o céu, e o Senhor deu trovões e saraiva, e fogo corria pela terra; e o Senhor fez chover saraiva sobre a terra do Egypto.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saraiva, e fogo misturado entre a saraiva, mui grave, qual nunca houve em toda a terra do Egypto, desde que veiu a ser uma nação.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saraiva feriu, em toda a terra do Egypto, tudo quanto havia no campo, desde os homens até aos animaes: tambem a saraiva feriu toda a herva do campo, e quebrou todas as arvores do campo.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na terra de Goshen, onde estavam, os filhos de Israel, não havia saraiva.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Pharaó enviou para chamar a Moysés e a Aarão, e disse-lhes: Esta vez pequei; o Senhor é justo, mas eu e o meu povo impios.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Orae ao Senhor (pois que basta) para que não haja mais trovões de Deus nem saraiva; e eu vos deixarei ir, e não ficareis mais aqui.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Moysés: Em saindo da cidade estenderei minhas mãos ao Senhor: os trovões cessarão, e não haverá mais saraiva; para que saibas que a terra é do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quanto a ti e aos teus servos, eu sei que ainda não temereis diante do Senhor Deus.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linho e a cevada foram feridos, porque a cevada já estava na espiga, e o linho na cana,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trigo e o centeio não foram feridos, porque estavam cobertos.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pois Moysés de Pharaó, da cidade, e estendeu as suas mãos ao Senhor: e cessaram os trovões e a saraiva, e a chuva não caiu mais sobre a terra.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Pharaó que cessou a chuva, e a saraiva, e os trovões, continuou em peccar: e aggravou o seu coração, elle e os seus servos.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coração de Pharaó se endureceu, e não deixou ir os filhos de Israel, como o Senhor tinha dito por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