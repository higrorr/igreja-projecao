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Depois, passados quatorze annos, subi outra vez a Jerusalem com Barnabé, levando tambem comigo Tito.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 por uma revelação, e lhes expuz o evangelho, que prégo entre os gentios, e particularmente aos que estavam em estima; para que de maneira alguma não corresse ou houvesse corrido em vão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nem ainda Tito, que estava comigo, sendo grego, foi constrangido a circumcidar-se;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isto por causa dos falsos irmãos que se tinham entremettido, e secretamente entraram a espiar a nossa liberdade, que temos em Christo Jesus, para nos pôrem em servidão: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quaes nem ainda por uma hora cedemos com sujeição, para que a verdade do evangelho permanecesse entre vós,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quanto áquelles que pareciam ser alguma coisa (quaes tenham sido n'outro tempo, não se me dá; Deus não acceita a apparencia do homem) esses, digo, que pareciam ser alguma coisa, nada me communicaram;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Antes, pelo contrario, quando viram que o evangelho da incircumcisão me estava confiado, como a Pedro o da circumcisão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(Porque aquelle que operou efficazmente em Pedro para o apostolado da circumcisão esse operou tambem em mim com efficacia para com os gentios),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conhecendo Thiago, Cephas e João, que eram considerados como as columnas, a graça que se me havia dado, deram as dextras de parceria comigo, e a Barnabé, para que nós fossemos aos gentios, e elles á circumcisão;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Recommendando-nos sómente que nos lembrassemos dos pobres: o que tambem procurei fazer com diligencia.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Pedro a Antiochia, lhe resisti na cara, porque era reprehensivel.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antes que alguns tivessem chegado da parte de Thiago, comia com os gentios; mas, depois que chegaram, se retirou, e se apartou d'elles, temendo aos que eram da circumcisão.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outros judeos consentiam tambem na sua dissimulação, de maneira que até Barnabé se deixou levar pela sua dissimulação.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quando vi que não andavam bem e direitamente conforme a verdade do evangelho, disse a Pedro na presença de todos: Se tu, sendo judeo, vives como os gentios, e não como judeo, porque obrigas os gentios a viverem como judeos?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somos judeos por natureza e não peccadores d'entre os gentios.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Sabendo que o homem não é justificado pelas obras da lei, mas pela fé de Jesus Christo, havemos tambem crido em Jesus Christo, para sermos justificados pela fé de Christo, e não pelas obras da lei; porquanto pelas obras da lei nenhuma carne será justificada.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Pois, se nós que procuramos ser justificados em Christo, nós mesmos tambem somos achados peccadores, é porventura Christo ministro do peccado? De maneira nenhuma.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torno a vivificar as coisas que já destrui, constituo-me a mim mesmo transgressor.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pela lei estou morto para a lei, para viver para Deus.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estou crucificado com Christo; e vivo, não mais eu, mas Christo vive em mim; e a vida que agora vivo na carne vivo a na fé do Filho de Deus, o qual me amou, e se entregou a si mesmo por mim.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aniquilo a graça de Deus; porque, se a justiça provém da lei, segue-se que Christo morreu debalde.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