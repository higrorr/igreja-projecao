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insensatos galatas! quem vos fascinou para não obedecerdes á verdade,--vós, perante os olhos de quem Jesus Christo foi já representado, como crucificado entre vós?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quizera saber isto de vós: recebestes o Espirito pelas obras da lei ou pela prégação da fé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Sois vós tão insensatos que, tendo começado pelo Espirito, acabeis agora pela carne?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Será em vão que tenhaes padecido tanto? Se é que tambem foi em vão.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pois que vos dá o Espirito, e que obra maravilhas entre vós, fal-o pelas obras da lei, ou pela prégação da fé?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Abrahão creu em Deus, e isso lhe foi imputado como justiça.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Sabei pois que os que são da fé são filhos de Abrahão.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tendo a Escriptura previsto que Deus havia de justificar pela fé os gentios, annunciou primeiro o evangelho a Abrahão, dizendo: Todas as nações serão bemditas em 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os que são da fé são bemditos com o crente Abrahão.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aquelles pois que são das obras da lei estão debaixo da maldição; porque escripto está: Maldito todo aquelle que não permanecer em todas as coisas que estão escriptas no livro da lei, para fazel-as.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é evidente que pela lei ninguem será justificado diante de Deus, porque o justo viverá pela fé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 lei não é da fé; mas o homem que fizer estas coisas por ellas viverá.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Christo nos resgatou da maldição da lei, fazendo-se maldição por nós; porque está escripto: Maldito todo aquelle que fôr pendurado no madeiro;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benção de Abrahão chegasse aos gentios por Jesus Christo, e para que pela fé nós recebamos a promessa do Espirito.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Irmãos, como homem fallo; se o concerto de um homem fôr confirmado, ninguem o annulla nem lhe accrescenta.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as promessas foram feitas a Abrahão e á sua posteridade. Não diz: E ás posteridades, como fallando de muitas, mas como de uma só: E á tua posteridade; a qual é Christo.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digo isto: Que o concerto, anteriormente confirmado por Deus em Christo, a lei, que veiu quatrocentos e trinta annos depois, não invalida, de fórma a abolir a promessa.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 herança provém da lei, logo não provém já da promessa: porém Deus pela promessa a deu gratuitamente a Abrahão.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Logo, para que é a lei? Foi ordenada por causa das transgressões, até que viesse a posteridade a quem a promessa tinha sido feita; e foi posta pelos anjos na mão de um medianeiro.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medianeiro não é de um, mas Deus é 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Logo, a lei é contra as promessas de Deus? De nenhuma sorte; porque, se dada fosse uma lei que podesse vivificar, a justiça, na verdade, seria pela lei.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Escriptura encerrou tudo debaixo do peccado, para que a promessa pela fé em Jesus Christo fosse dada aos crentes.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antes que a fé viesse, estavamos guardados debaixo da lei, e encerrados para aquella fé que se havia de manifestar.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 lei nos serviu de aio, para nos conduzir a Christo, para que pela fé fossemos justificados.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depois que a fé veiu, já não estamos debaixo de aio.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sois filhos de Deus pela fé em Christo Jesus.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quantos fostes baptizados em Christo já vos revestistes de Christo.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 não ha judeo nem grego; não ha servo nem livre; não ha macho nem femea; porque todos vós sois um em Christo Jesus.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Gálatas 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sois de Christo, logo sois descendencia de Abrahão, e herdeiros conforme a promessa.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