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 apostolo (não da parte dos homens, nem por homem algum, mas por Jesus Christo, e por Deus Pae, que o resuscitou dos mortos)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irmãos que estão comigo, ás egrejas da Galacia: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e paz de Deus Pae e de nosso Senhor Jesus Christo,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se deu a si mesmo por nossos peccados, para nos livrar do presente seculo mau, segundo a vontade de Deus nosso Pae.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gloria para todo o sempre. Amen.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Maravilho-me de que tão depressa passasseis d'aquelle que vos chamou á graça de Christo para outro evangelho.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é outro, mas ha alguns que vos inquietam e querem transtornar o evangelho de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ainda que nós mesmos, ou um anjo do céu vos annuncie outro evangelho, além do que já vos tenho annunciado, seja anathema.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já vol-o dissemos, agora de novo tambem vol-o digo. Se algum vos annunciar outro evangelho além do que já recebestes, seja anathema.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persuado eu agora a homens ou a Deus? ou procuro comprazer a homens? se comprazera ainda aos homens, não seria servo de Christo.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faço-vos saber, irmãos, que o evangelho que por mim foi annunciado não é segundo os homens.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o recebi, nem aprendi de homem algum, mas pela revelação de Jesus Christo.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ouvistes qual foi antigamente a minha conducta no judaismo, que sobremaneira perseguia a egreja de Deus e a assolava.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na minha nação excedia em judaismo a muitos da minha edade, sendo extremamente zeloso das tradições de meus paes.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approuve a Deus, que desde o ventre de minha mãe me separou, e me chamou pela sua graça,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Revelar seu Filho em mim, para que o prégasse entre os gentios, não consultei a carne nem o sangue,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tornei a Jerusalem, a ter com os que já antes de mim eram apostolos, mas parti para a Arabia, e voltei outra vez a Damasco.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Depois, passados tres annos, fui a Jerusalem para ver a Pedro, e fiquei com elle quinze dias.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vi a nenhum outro dos apostolos, senão a Thiago, irmão do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ácerca das coisas que vos escrevo, eis que diante de Deus testifico que não minto.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fui para as partes da Syria e da Cilicia.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era conhecido de vista das egrejas da Judea, que estavam em Christo;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sómente tinham ouvido dizer: Aquelle que d'antes nos perseguia annuncia agora a fé que d'antes destruia.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glorificavam a Deus a respeito de mim.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