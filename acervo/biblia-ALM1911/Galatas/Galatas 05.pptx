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Estae pois firmes na liberdade com que Christo nos libertou, e não torneis a metter-vos debaixo do jugo da servidão.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aqui, eu, Paulo, vos digo que, se vos deixardes circumcidar, Christo de nada vos aproveitará.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novo protesto a todo o homem que se deixa circumcidar que está obrigado a guardar a lei.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Separados estaes de Christo, vós os que vos justificaes pela lei: da graça tendes caido.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pelo espirito da fé aguardamos a esperança da justiça.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circumcisão e a incircumcisão não teem virtude alguma em Christo Jesus; mas sim a fé que obra por caridade.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Corríeis bem; quem vos impediu, para que não obedeçaes á verdade?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persuasão não vem d'aquelle que vos chamou.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pouco de fermento levéda toda a massa.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Confio de vós, no Senhor, que nenhuma outra coisa sentireis; mas aquelle que vos inquieta, seja elle quem quer que fôr, soffrerá a condemnação.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porém, irmãos, se prégo ainda a circumcisão, porque serei pois perseguido? logo o escandalo da cruz está anniquilado.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que aquelles que vos andam inquietando fossem tambem cortados.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vós, irmãos, fostes chamados á liberdade. Não useis da liberdade só para dar occasião á carne, porém servi-vos uns aos outros pela caridade.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lei se cumpre n'uma só palavra, n'esta: Amarás ao teu proximo como a ti mesmo.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vós, porém, vos mordeis e devoraes uns aos outros, vêde não vos consumaes tambem uns aos outros.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Digo, porém: Andae em Espirito, e não cumprireis a concupiscencia da carne.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carne cobiça contra o Espirito, e o Espirito contra a carne; e estes oppõem-se um ao outro: para que não façaes o que quereis.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sois guiados pelo Espirito, não estaes debaixo da lei.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obras da carne são manifestas, as quaes são: Adulterio, fornicação, immundicia, dissolução,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Idolatria, feitiçarias, inimizades, porfias, emulações, iras, pelejas, dissensões, heresias,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Invejas, homicidios, bebedices, glotonerias, e coisas similhantes a estas, ácerca das quaes vos declaro, como já d'antes vos disse, que os que commettem taes coisas não herdarão o reino de Deus.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fructo do Espirito é caridade, gozo, paz, longanimidade, benignidade, bondade, fé, mansidão, temperança.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estas coisas não ha lei.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que são de Christo crucificaram a carne com as suas paixões e concupiscencias.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vivemos em Espirito, andemos tambem em Espirito.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sejamos cubiçosos de vanglorias, irritando-nos uns aos outros, invejando-nos uns aos outros.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