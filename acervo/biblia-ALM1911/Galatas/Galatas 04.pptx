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Digo, pois, que todo o tempo que o herdeiro é menino, em nada differe do servo, ainda que seja senhor de tudo;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está debaixo dos tutores e curadores até ao tempo determinado pelo pae.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nós, quando eramos meninos, estavamos reduzidos á servidão debaixo dos primeiros rudimentos do mundo.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vindo a plenitude dos tempos, Deus enviou o seu Filho, nascido de mulher, nascido sob a lei,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remir os que estavam debaixo da lei, a fim de recebermos a adopção de filhos.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porque sois filhos, Deus enviou aos vossos corações o Espirito de seu Filho, que clama: Abba, Pae.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já não és mais servo, mas filho; e, se és filho, és tambem herdeiro de Deus por 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não conhecieis Deus, servieis aos que por natureza não são deuses.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agora, conhecendo Deus, ou, antes, sendo conhecidos de Deus, como tornaes outra vez a esses rudimentos fracos e pobres, aos quaes de novo quereis servir?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Guardaes dias, e mezes, e tempos, e annos.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 por vós, que não haja trabalhado em vão para comvosco.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rogo-vos, que sejaes como eu, porque tambem eu sou como vós: nenhum mal me fizestes.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sabeis que primeiro vos annunciei o Evangelho com fraqueza da carne;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rejeitastes, nem desprezastes a tentação que tinha na minha carne, antes me recebestes como um anjo de Deus, como Jesus Christo mesmo.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era logo a vossa bemaventurança? Porque vos dou testemunho de que, se possivel fôra, arrancarieis os vossos olhos, e m'os darieis.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Fiz-me acaso vosso inimigo, dizendo a verdade?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Teem zelo por vós, não como convém; mas querem excluir-vos, para que vós tenhaes zelo por 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bom ser zeloso, mas sempre do bem, e não sómente quando estou presente comvosco.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filhinhos, por quem de novo sinto as dôres de parto, até que Christo seja formado em vós: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bem quizera agora estar presente comvosco, e mudar a minha voz; porque estou em duvida a vosso respeito.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Dizei-me, os que quereis estar debaixo da lei, não ouvis vós a lei?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 escripto que Abrahão teve dois filhos, um da escrava, e outro da livre.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era da escrava nasceu segundo a carne, porém o que era da livre por promessa.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se entende por allegoria; porque estes são os dois concertos; um, do monte Sinai, gerando para a servidão, que é Agar.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Agar é Sinai, um monte da Arabia, e corresponde á Jerusalem que agora existe, que é escrava com seus filhos.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Jerusalem que é de cima é livre; a qual é mãe de todos nós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 escripto: Alegra-te, esteril, que não pares: esforça-te e clama, tu que não estás de parto; porque os filhos da solitaria são mais do que os da que tem marido.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nós, irmãos, somos filhos da promessa como Isaac.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como então, aquelle que era gerado segundo a carne perseguia o que era gerado segundo o Espirito, assim é tambem agora.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diz a Escriptura? Lança fóra a escrava e seu filho, porque de modo algum o filho da escrava herdará com o filho da livre.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que, irmãos, somos filhos, não da escrava, mas da livre.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