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se algum homem chegar a ser surprehendido n'alguma offensa, vós, que sois espirituaes, encaminhae ao tal com espirito de mansidão; olhando por ti mesmo, para que não sejas tambem tentado.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Levae as cargas um dos outros, e assim cumprireis a lei de Christo.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alguem cuida ser alguma coisa, não sendo nada, engana-se a si mesmo.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prove cada um a sua propria obra, e terá gloria só em si mesmo, e não n'outro.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cada qual levará a sua propria carga.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é instruido na palavra reparta de todos os seus bens com aquelle que o instrue.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erreis: Deus não se deixa escarnecer; porque tudo o que o homem semear, isso tambem ceifará.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que semeia na sua carne, da carne ceifará a corrupção; mas o que semeia no Espirito, do Espirito ceifará a vida eterna.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nos cancemos de fazer bem, porque a seu tempo ceifaremos, se não houvermos desfallecido.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que, emquanto temos tempo, façamos bem a todos, mas principalmente aos domesticos da fé.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 com que grandes lettras vos escrevi por minha mão.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querem mostrar boa apparencia na carne esses vos obrigam a circumcidar-vos, sómente para não serem perseguidos por causa da cruz de Christo.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nem ainda esses mesmos que se circumcidam guardam a lei, mas querem que vos circumcideis, para se gloriarem na vossa carne.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longe esteja de mim gloriar-me, a não ser na cruz de nosso Senhor Jesus Christo, por quem o mundo está crucificado para mim e eu para o mundo.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em Christo Jesus nem a circumcisão nem a incircumcisão tem virtude alguma, mas sim o ser uma nova creatura.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todos quantos andarem conforme esta regra, paz e misericordia sobre elles e sobre o Israel de Deus.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mais, ninguem me seja molesto; porque trago no meu corpo as marcas do Senhor Jesus.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de nosso Senhor Jesus Christo seja, irmãos, com o vosso espirito.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