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ouvindo Sanballat que edificavamos o muro, ardeu em ira, e se indignou muito; e escarneceu dos judeos.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fallou na presença de seus irmãos, e do exercito de Samaria, e disse: Que fazem estes fracos judeos? permittir-se-lhes-ha isto? sacrificarão? acabal-o-hão n'um só dia? vivificarão dos montões do pó as pedras que foram queimadas?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estava com elle Tobias, o ammonita, e disse: Ainda que edifiquem, comtudo, vindo uma raposa, derrubará facilmente o seu muro de pedra.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Ouve, ó nosso Deus, que somos tão desprezados, e torna o seu opprobrio sobre a sua cabeça, e faze com que sejam um despojo, na terra do captiveiro.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cubras a sua iniquidade, e não se risque diante de ti o seu peccado, pois que te irritaram defronte dos edificadores.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edificámos o muro, e todo o muro se cerrou até sua metade: porque o coração do povo se inclinava a trabalhar.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ouvindo Sanballat e Tobias, e os arabios, e os ammonitas, e os asdoditas, que tanto ia crescendo a reparação dos muros de Jerusalem, que já as roturas se começavam a tapar, iraram-se sobremodo,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ligaram-se entre si todos, para virem guerrear a Jerusalem, e para os desviarem do seu intento.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nós orámos ao nosso Deus, e pozemos uma guarda contra elles, de dia e de noite, por causa d'elles.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Judah: Já desfalleceram as forças dos acarretadores, e o pó é muito, e nós não poderemos edificar o muro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Disseram porém os nossos inimigos: Nada saberão d'isto, nem verão, até que entremos no meio d'elles, e os matemos; assim faremos cessar a obra.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vindo os judeos que habitavam entre elles, dez vezes nol-o disseram, de todos os logares, porque tornavam a nós.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puz guardas nos logares baixos por detraz do muro e nos altos: e puz ao povo pelas suas familias com as suas espadas, com as suas lanças, e com os seus arcos.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olhei, e levantei-me, e disse aos nobres, e aos magistrados, e ao resto do povo: Não os temaes: lembrae-vos do grande e terrivel Senhor, e pelejae pelos vossos irmãos, vossos filhos, vossas mulheres e vossas casas.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ouvindo os nossos inimigos que nol-o fizeram saber, e que Deus tinha dissipado o conselho d'elles, todos voltámos ao muro, cada um á sua obra.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 desde aquelle dia metade dos meus moços trabalhava na obra, e metade d'elles tinha as lanças, os escudos, os arcos, e as couraças; e os chefes estavam por detraz de toda a casa de Judah.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que edificavam o muro, e os que traziam as cargas, e os que carregavam, cada um com uma mão fazia a obra e na outra tinha as armas.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edificadores cada um trazia a sua espada cingida aos lombos, e edificavam: e o que tocava a trombeta estava junto comigo.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eu aos nobres, e aos magistrados, e ao resto do povo: Grande e extensa é a obra, e nós estamos apartados do muro, longe uns dos outros.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logar onde ouvirdes o som da buzina ali vos ajuntareis comnosco; o nosso Deus pelejará por nós.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trabalhavamos na obra: e metade d'elles tinha as lanças desde a subida da alva até ao sair das estrellas.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n'aquelle tempo disse ao povo: Cada um com o seu moço passe a noite em Jerusalem, para que de noite nos sirvam de guarda, e de dia na obra.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4:23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nem eu, nem meus irmãos, nem meus moços, nem os homens da guarda que me seguiam largavamos os nossos vestidos: cada um tinha suas armas e agua.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