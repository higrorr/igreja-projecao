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chegado o setimo mez, e estando os filhos d'Israel nas suas cidades, todo o povo se ajuntou como um só homem, na praça, diante da porta das aguas: e disseram a Esdras, o escriba, que trouxesse o livro da lei de Moysés, que o Senhor tinha ordenado a Israel.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Esdras, o sacerdote, trouxe a lei perante a congregação, assim d'homens como de mulheres, e de todos os entendidos para ouvirem, no primeiro dia do setimo mez.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leu n'elle diante da praça, que está diante da porta das aguas, desde a alva até ao meio dia, perante homens e mulheres, e entendidos: e os ouvidos de todo o povo estavam attentos ao livro da lei.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Esdras, o escriba, estava sobre um pulpito de madeira, que fizeram para aquillo: e estava em pé junto a elle, á sua mão direita, Mattithias, e Sema, e Anaias, e Urias, e Hilkias, e Maaseias; e á sua mão esquerda, Pedaias, e Misael, e Melchias, e Hasum, e Hasbaddana, Zacharias, e Mesullam.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Esdras abriu o livro perante os olhos de todo o povo; porque estava acima de todo o povo; e, abrindo-o elle, todo o povo se poz em pé.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Esdras louvou ao Senhor, o grande Deus: e todo o povo respondeu, Amen, Amen! levantando as suas mãos; e inclinaram-se, e adoraram ao Senhor, com os rostos em terra.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Jesua, e Bani, e Serebias, Jamin, Akkub, Sabbethai, Hodias, Maaseias, Kelita, Azarias, Jozabad, Hanan, Pelaias, e os levitas ensinavam o povo na lei: e o povo estava no seu posto.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leram no livro, na lei de Deus; e declarando, e explicando o sentido, faziam que, lendo, se entendesse.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Nehemias (que era o tirsatha), e o sacerdote Esdras, o escriba, e os levitas que ensinavam ao povo, disseram a todo o povo: Este dia é consagrado ao Senhor vosso Deus, pelo que não vos lamenteis, nem choreis. Porque todo o povo chorava, ouvindo as palavras da lei.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Disse-lhes mais: Ide, comei as gorduras, e bebei as doçuras, e enviae porções aos que não teem nada preparado para si; porque este dia é consagrado ao nosso Senhor: portanto não vos entristeçaes: porque a alegria do Senhor é a vossa força.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levitas fizeram calar a todo o povo, dizendo: Calae-vos; porque este dia é santo: por isso não vos entristeçaes.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todo o povo se foi a comer, e a beber, e a enviar porções, e a fazer grandes alegrias: porque entenderam as palavras que lhes fizeram saber.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dia seguinte ajuntaram-se os cabeças dos paes de todo o povo, os sacerdotes, e os levitas, a Esdras, o escriba: e isto para attentarem nas palavras da lei.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acharam escripto na lei que o Senhor ordenara, pelo ministerio de Moysés, que os filhos d'Israel habitassem em cabanas, na solemnidade da festa, no setimo mez.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o publicaram, e fizeram passar pregão por todas as suas cidades, e em Jerusalem, dizendo: Sahi ao monte, e trazei ramos d'oliveiras, e ramos d'arvores olearias, e ramos de murtas, e ramos de palmeiras, e ramos d'arvores espessas, para fazer cabanas, como está escripto.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Saiu pois o povo, e os trouxeram, e fizeram para si cabanas, cada um no seu terrado, e nos seus pateos, e nos atrios da casa de Deus, e na praça da porta das aguas, e na praça da porta d'Ephraim.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 a congregação dos que voltaram do captiveiro fizeram cabanas e habitaram nas cabanas, porque nunca fizeram assim os filhos d'Israel, desde os dias de Josué, filho de Nun, até áquelle dia: e houve mui grande alegria.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dia em dia se leu no livro da lei de Deus, desde o primeiro dia até ao derradeiro; e celebraram a solemnidade da festa sete dias, e no oitavo dia, o dia da prohibição, segundo o rito.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