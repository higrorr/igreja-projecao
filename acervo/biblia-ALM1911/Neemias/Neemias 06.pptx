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mais que, ouvindo Sanballat, Tobias, Gesem, o arabio, e o resto dos nossos inimigos que eu tinha edificado o muro, e que n'elle já não havia brecha alguma; ainda que até este tempo não tinha posto as portas nos portaes;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Sanballat e Gesem enviaram a dizer: Vem, e congreguemo-nos juntamente nas aldeias, no valle d'Ono. Porém intentavam fazer-me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enviei-lhes mensageiros a dizer: Faço uma grande obra, de modo que não poderei descer: porque cessaria esta obra, emquanto eu a deixasse, e fosse ter comvosco?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mesma maneira enviaram a mim quatro vezes; e da mesma maneira lhes respondi.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Sanballat da mesma maneira a quinta vez me enviou seu moço com uma carta aberta na sua mão;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qual estava escripto: Entre as gentes se ouviu, e Gusmu diz: Tu e os judeos intentaes rebellar-vos, pelo que edificas o muro; e tu te farás rei d'elles segundo estas palavras;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pozeste prophetas, para prégarem de ti em Jerusalem, dizendo: Este é rei em Judah: de modo que o rei o ouvirá, segundo estas palavras: vem pois agora e consultemos juntamente.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enviei a dizer-lhe: De tudo o que dizes coisa nenhuma succedeu; mas tu do teu coração o inventas.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elles nos procuravam atemorizar, dizendo: As suas mãos largarão a obra, e não se effeituará. Agora pois, ó Deus, esforça as minhas 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eu em casa de Semaias, filho de Delaias, o filho de Mehetabel (que estava encerrado), disse elle: Vamos juntamente á casa de Deus, ao meio do templo, e fechemos as portas do templo; porque virão matar-te: sim, de noite virão matar-te.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disse: Um homem como eu fugiria? e quem ha, como eu, que entre no templo e viva? de maneira nenhuma entrarei.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conheci que eis-que não era Deus quem o enviara; mas esta prophecia fallou contra mim, porquanto Tobias e Sanballat o alugaram.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isto o alugaram, para me atemorisar, e para que assim fizesse, e peccasse, para que tivessem alguma causa para me infamarem, e assim me vituperarem.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meu Deus, de Tobias e de Sanballat, conforme a estas suas obras: e tambem da prophetiza Noadia, e dos mais prophetas que procuraram atemorisar-me.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Acabou-se pois o muro aos vinte e cinco d'elul: em cincoenta e dois dias.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ouvindo-o todos os nossos inimigos, temeram, todos os gentios que havia em roda de nós, e abateram-se muito em seus proprios olhos; porque reconheceram que o nosso Deus fizera esta obra.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n'aquelles dias alguns nobres de Judah escreveram muitas cartas, que iam para Tobias: e as cartas de Tobias vinham para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em Judah se lhe ajuramentaram, porque era genro de Sechanias, filho d'Arah; e seu filho Johanan tomara a filha de Mesullam, filho de Berechias.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suas bondades contavam perante mim, e as minhas palavras lhe levavam a elle: portanto Tobias escrevia cartas para me atemorizar.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