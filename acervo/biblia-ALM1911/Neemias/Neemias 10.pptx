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sellaram foram Nehemias, o tirsatha, filho de Hacalias, e Zedekias,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Seraias, Azarias, Jeremias,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Pashur, Amarias, Malchias,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Hattus, Sebanias, Malluch,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Harim, Meremoth, Obadias,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Daniel, Ginnethon, Baruch,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Mesullum, Abias, Miamin,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Maasias, Bilgai, Semaias: estes foram os sacerdotes.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levitas: Jesué, filho de Azanias, Binnui, dos filhos de Henadad, Kadmiel,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irmãos: Sebanias, Hodias, Kelita, Pelaias, Hanan,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Micha, Rehob, Hasabias,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Zacchur, Serebias, Sebanias,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Hodias, Bani, Beninu.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chefes do povo: Pareos, Pahat-*moab, Elam, Zatthu, Bani,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Bunni, Asgad, Bebai,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Adonias, Bigvai, Adin,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Ater, Hiskias, Azur,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Hodias, Hasum, Besai,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Hariph, Anathoth, Nebai,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Magpias, Mesullum, Hezir,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Mezezabeel, Zadok, Jaddua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Pelatias, Hanan, Anaias,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Hoseas, Hananias, Hassub,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Hollohes, Pilha, Sobek,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Rehum, Hasabna, Maaseias;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Ahias, Hanan, Anan,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Malluch, Harim, Baana.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resto do povo, os sacerdotes, os levitas, os porteiros, os cantores, os nethineos, todos os que se tinham separado dos povos das terras para a lei de Deus, suas mulheres, seus filhos, e suas filhas; todos os sabios e entendidos;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Firmemente adheriam a seus irmãos os mais nobres de entre elles, e convieram n'um anathema e n'um juramento, de que andariam na lei de Deus, que foi dada pelo ministerio de Moysés, servo de Deus; e de que guardariam e fariam todos os mandamentos do Senhor, nosso Senhor, e os seus juizos e os seus estatutos;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não dariamos as nossas filhas aos povos da terra, nem tomariamos as filhas d'elles para os nossos filhos.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que, trazendo os povos da terra no dia de sabbado algumas fazendas, e qualquer grão para venderem, não a tomariamos d'elles no sabbado, nem no dia sanctificado: e livre deixariamos o anno setimo, e toda e qualquer cobrança.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nos pozemos preceitos, impondo-nos cada anno a terça parte d'um siclo, para o ministerio da casa do nosso Deus;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pães da proposição, e para a continua offerta de manjares, e para o continuo holocausto dos sabbados, das luas novas, para as festas solemnes, e para as coisas sagradas, e para os sacrificios pelo peccado, para reconciliar a Israel, e para toda a obra da casa do nosso Deus.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lançámos as sortes entre os sacerdotes, levitas, e o povo, ácerca da offerta da lenha que se havia de trazer á casa do nosso Deus, segundo as casas de nossos paes, a tempos determinados, de anno em anno, para se queimar sobre o altar do Senhor nosso Deus, como está escripto na lei.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tambem trariamos as primeiras novidades da nossa terra, e todos os primeiros fructos de todas as arvores, de anno em anno, á casa do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primogenitos dos nossos filhos, e os das nossas bestas, como está escripto na lei: e que os primogenitos das nossas vaccas e das nossas ovelhas trariamos á casa do nosso Deus, aos sacerdotes, que ministram na casa do nosso Deus.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as primicias da nossa massa, e as nossas offertas alçadas, e o fructo de toda a arvore, o mosto e o azeite, trariamos aos sacerdotes, ás camaras da casa do nosso Deus; e os dizimos da nossa terra aos levitas: e que os levitas pagariam os dizimos em todas as cidades da nossa lavoura.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 sacerdote, filho de Aarão, estaria com os levitas quando os levitas recebessem os dizimos, e que os levitas trariam os dizimos dos dizimos á casa do nosso Deus, ás camaras da casa do thesouro.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áquellas camaras os filhos de Israel e os filhos de Levi devem trazer offertas alçadas do grão, do mosto e do azeite: porquanto ali estão os vasos do sanctuario, como tambem os sacerdotes que ministram, e os porteiros, e os cantores: e que assim não desamparariamos a casa do nosso Deus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