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Nehemias, filho d'Hacalias. E succedeu no mez de chisleu, no anno vigesimo, estando eu em Susan, a fortaleza,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veiu Hanani, um de meus irmãos, elle e alguns de Judah; e perguntei-lhes pelos judeos que escaparam, e que restaram do captiveiro, e ácerca de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disseram-me: Os restantes, que restaram do captiveiro, lá na provincia estão em grande miseria e desprezo: e o muro de Jerusalem fendido, e as suas portas queimadas a fogo.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eu estas palavras, assentei-me e chorei, e lamentei por alguns dias: e estive jejuando e orando perante o Deus dos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Ah Senhor, Deus dos céus, Deus grande e terrivel! que guarda o concerto e a benignidade para com aquelles que o amam e guardam os seus mandamentos;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Estejam pois attentos os teus ouvidos, e os teus olhos abertos, para ouvires a oração do teu servo, que eu hoje oro perante ti, de dia e de noite, pelos filhos d'Israel, teus servos: e faço confissão pelos peccados dos filhos d'Israel, que peccámos contra ti; tambem eu e a casa de meu pae peccámos.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nos corrompemos contra ti, e não guardámos os mandamentos, nem os estatutos, nem os juizos, que ordenaste a Moysés teu servo.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pois da palavra que ordenaste a Moysés, teu servo, dizendo: Vós transgredireis, e eu vos espalharei entre os povos.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vos convertereis a mim, e guardareis os meus mandamentos, e os fareis: então, ainda que os vossos rejeitados estiverem no cabo do céu, de lá os ajuntarei e os trarei ao logar que tenho escolhido para ali fazer habitar o meu nome.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são teus servos e o teu povo que resgataste com a tua grande força e com a tua forte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Ah, Senhor, estejam pois attentos os teus ouvidos á oração do teu servo, e á oração dos teus servos que desejam temer o teu nome; e faze prosperar hoje o teu servo, e dá-lhe graça perante este homem. Então era eu copeiro do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