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do povo habitaram em Jerusalem, porém o resto do povo lançou sortes, para tirar um de dez, que habitasse na sancta cidade de Jerusalem, e as nove partes nas outras cidades.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bemdisse a todos os homens que voluntariamente se offereciam para habitarem em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chefes da provincia, que habitaram em Jerusalem (porém nas cidades de Judah habitou cada um na sua possessão, nas suas cidades, Israel, os sacerdotes, e os levitas, e os nethineos, e os filhos dos servos de Salomão):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Habitaram pois em Jerusalem alguns dos filhos de Judah e dos filhos de Benjamin: dos filhos de Judah, Athaias, filho d'Uzias, filho de Zacharias, filho de Amarias, filho de Sephatias, filho de Mahalaleel, dos filhos de Peres;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Maaseias, filho de Baruch, filho de Col-hose, filho d'Hazaias, filho d'Adaias, filho de Joiarib, filho de Zacharias, filho de Siloni.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filhos de Peres, que habitaram em Jerusalem, foram quatrocentos e sessenta e oito homens valentes.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Benjamin: Sallu, filho de Messullam, filho de Joed, filho de Pedaias, filho de Kolaias, filho de Maaseias, filho d'Ithiel, filho de Jesaias.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Gabbai, Sallai: novecentos e vinte e oito.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Joel, filho de Zichri, superintendente sobre elles: e Judah, filho de Senua, segundo sobre a 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sacerdotes: Jedaias, filho de Joiarib, Jachin,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Seraias, filho d'Hilkias, filho de Mesullam, filho de Zadok, filho de Meraioth, filho d'Ahitub, maioral da casa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que faziam a obra na casa, oitocentos e vinte e dois: e Adaias, filho de Jeroham, filho de Pelalias, filho de Amsi, filho de Zacharias, filho de Pashur, filho de Malchias.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cabeças dos paes, duzentos e quarenta e dois; e Amasai, filho d'Azareel, filho d'Ahazai, filho de Mesillemoth, filho d'Immer.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irmãos d'elles, varões valentes, cento e vinte e oito, e superintendente sobre elles Zabdiel, filho de Gedolim.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levitas: Semaias, filho d'Hassub, filho d'Azrikam, filho d'Hasabias, filho de Buni;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Sabbethai, e Jozabad, dos cabeças dos levitas, presidiam sobre a obra de fóra da casa de Deus;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Matthanias, filho de Micha, filho de Zabdi, filho d'Asaph, o cabeça, que começava a dar graças na oração, e Bakbukias, o segundo de seus irmãos: depois Abda, filho de Sammua, filho de Galal, filho de Jeduthun.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levitas na sancta cidade, foram duzentos e oitenta e quatro.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porteiros, Akkub, Talmon, com seus irmãos, os guardas das portas, cento e setenta e dois.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d'Israel, dos sacerdotes e levitas, esteve em todas as cidades de Judah, cada um na sua herdade.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nethineos habitaram em Ophel; e Ziha e Gispa presidiam sobre os nethineos.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superintendente dos levitas em Jerusalem foi Uzzi, filho de Bani, filho d'Hasabias, filho de Matthanias, filho de Micha: dos filhos d'Asaph os cantores, no serviço da casa de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havia um mandado do rei ácerca d'elles: a saber, uma certa porção para os cantores, cada qual no seu dia.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Petahias, filho de Mesezabeel, dos filhos de Zerah, filho de Judah, estava á mão do rei, em todos os negocios do povo.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aldeias, nas suas terras, alguns dos filhos de Judah habitaram em Kiriath-arba, e nos logares da sua jurisdicção; e em Dibon, e nos logares da sua jurisdicção; e em Jekabseel, e nas suas aldeias,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Jesua, e em Molada, e em Beth-pelet,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Hasar-sual, e em Berseba, e nos logares da sua jurisdicção,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Siclag, e em Mechona, e nos logares da sua jurisdicção,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En-rimmon, e em Zora, e em Jarmuth;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Zanoah, Adullam, e nas suas aldeias; em Lachis, e nas suas terras; em Azaka, e nos logares da sua jurisdicção: acamparam-se desde Berseba até ao valle de Hinnom.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Benjamin, de Geba, habitaram em Michmas, e Aia, e Beth-*el, e nos logares da sua jurisdicção,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Anathoth, em Nob, em Anania,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Hasor, em Rama, em Gitthaim,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Hadid, em Zeboim, em Neballat,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Lod, e em Ono, no valle dos artifices.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levitas nos repartimentos de Judah e de Benjamin.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