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leu-se no livro de Moysés, aos ouvidos do povo: e achou-se escripto n'elle que os ammonitas e os moabitas não entrassem jámais na congregação de Deus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não sairam ao encontro dos filhos d'Israel com pão e agua; antes alugaram contra elles a Balaão para os amaldiçoar; ainda que o nosso Deus converteu a maldição em benção.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ouvindo elles esta lei, apartaram d'Israel toda a mistura.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d'antes Eliasib, sacerdote, que presidia sobre a camara da casa do nosso Deus, se tinha aparentado com Tobias;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fizera-lhe uma camara grande, onde d'antes se mettiam as offertas de manjares, o incenso, e os vasos, e os dizimos do grão, do mosto, e do azeite, que se ordenaram para os levitas, e cantores, e porteiros, como tambem a offerta alçada para os sacerdotes.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em tudo isto não estava eu em Jerusalem; porque no anno trinta e dois de Artaxerxes, rei de Babylonia, vim eu ter com o rei; mas ao cabo de alguns dias tornei a alcançar licença do rei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vim a Jerusalem, e entendi o mal que Eliasib fizera para Tobias, fazendo-lhe uma camara nos pateos da casa de Deus.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muito me desagradou: de sorte que lancei todos os moveis da casa de Tobias fóra da camara.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ordenando-o eu, purificaram as camaras: e tornei a trazer ali os vasos da casa de Deus, com as offertas de manjares, e o incenso.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entendi que o quinhão dos levitas se lhes não dava: de maneira que os levitas e os cantores, que faziam a obra, tinham fugido cada um para a sua terra.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contendi com os magistrados, e disse: Porque se desamparou a casa de Deus? Porém eu os ajuntei, e os restaurei no seu posto.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todo o Judah trouxe os dizimos do grão, e do mosto, e do azeite aos celleiros.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thesoureiros puz sobre os celleiros a Selemias o sacerdote, e a Zadok o escrivão, e a Pedaias, d'entre os levitas; e á mão d'elles Hanan, filho de Zacchur, o filho de Matthanias: porque se tinham achado fieis: e se lhes encarregou a elles a distribuição para seus irmãos.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(Por isto, Deus meu, lembra-te de mim: e não risques as minhas beneficencias que eu fiz á casa de meu Deus e ás suas guardas.)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N'aquelles dias vi em Judah os que pisavam lagares ao sabbado e traziam feixes que carregavam sobre os jumentos; como tambem vinho, uvas e figos, e toda a casta de cargas, que traziam a Jerusalem no dia de sabbado; e protestei contra elles no dia em que vendiam mantimentos.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tyrios habitavam dentro, que traziam peixe, e toda a mercadoria, que no sabbado vendiam aos filhos de Judah, e em Jerusalem.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contendi com os nobres de Judah, e lhes disse: Que mal é este que fazeis, e profanaes o dia de sabbado?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fizeram vossos paes assim, e nosso Deus não trouxe todo este mal sobre nós e sobre esta cidade? e vós ainda mais accrescentaes o ardor de sua ira sobre Israel, profanando o sabbado.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dando as portas de Jerusalem já sombra antes do sabbado, ordenando-o eu, as portas se fecharam; e mandei que as não abrissem até passado o sabbado; e puz ás portas alguns de meus moços, para que carga nenhuma entrasse no dia de sabbado.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negociantes e os vendedores de toda a mercadoria passaram a noite fóra de Jerusalem, uma ou duas vezes.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Protestei pois contra elles, e lhes disse: Porque passaes a noite defronte do muro? se outra vez o fizerdes, hei de lançar mão de vós: d'aquelle tempo em diante não vieram no sabbado.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disse aos levitas que se purificassem, e viessem guardar as portas, para sanctificar o sabbado. (N'isto tambem, Deus meu, lembra-te de mim; e perdoa-me segundo a abundancia da tua benignidade.)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 tambem n'aquelles dias judeos que tinham casado com mulheres asdoditas, ammonitas, e moabitas.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seus filhos fallavam meio asdotita, e não podiam fallar judaico, senão segundo a lingua de cada povo.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contendi com elles, e os amaldiçoei e espanquei alguns d'elles, e lhes arranquei os cabellos, e os fiz jurar por Deus, dizendo: Não dareis mais vossas filhas a seus filhos, e não tomareis mais suas filhas, nem para vossos filhos nem para vós mesmos.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peccou n'isto Salomão, rei d'Israel, não havendo entre muitas gentes rei similhante a elle, e sendo amado de seu Deus, e pondo-o Deus rei sobre todo o Israel? e comtudo as mulheres estranhas o fizeram peccar.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dar-vos-hiamos nós ouvidos, para fazermos todo este grande mal, prevaricando contra o nosso Deus, casando com mulheres estranhas?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um dos filhos de Joiada, filho d'Eliasib, o summo sacerdote, era genro de Sanballat, o horonita, pelo que o afugentei de mim.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 d'elles, Deus meu, pois contaminaram o sacerdocio, como tambem o concerto do sacerdocio e dos levitas.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os alimpei de todo o estranho, e ordenei as guardas dos sacerdotes e dos levitas, cada um na sua obra.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para com as offertas da lenha em tempos determinados, e para com as primicias: lembra-te de mim, Deus meu, para bem.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