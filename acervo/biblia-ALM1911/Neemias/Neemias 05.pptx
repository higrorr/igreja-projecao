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porém grande o clamor do povo e de suas mulheres, contra os judeos, seus irmãos.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havia quem dizia: Com nossos filhos, e nossas filhas, nós somos muitos; pelo que tomámos trigo, para que comamos e vivamos.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havia quem dizia: As nossas terras, as nossas vinhas, e as nossas casas empenhámos, para tomarmos trigo n'esta fome.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havia quem dizia: Tomámos emprestado dinheiro até para o tributo do rei, sobre as nossas terras e as nossas vinhas.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a nossa carne é como a carne de nossos irmãos, e nossos filhos como seus filhos; e eis que sujeitámos nossos filhos e nossas filhas para serem servos: e até algumas de nossas filhas são tão sujeitas, que já não estão no poder de nossas mãos; e outros teem as nossas terras e as nossas vinhas.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eu pois o seu clamor, e estas palavras, muito me enfadei.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considerei comigo mesmo no meu coração; depois pelejei com os nobres e com os magistrados, e disse-lhes: Usura tomaes cada um de seu irmão. E ajuntei contra elles um grande ajuntamento.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Nós resgatámos os judeos, nossos irmãos, que foram vendidos ás gentes segundo nossas posses; e vós outra vez venderieis a vossos irmãos, ou vender-se-hão a nós? Então se callaram, e não acharam que responder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Não é bom o que fazeis: Porventura não andarieis no temor do nosso Deus, por causa do opprobrio dos gentios, os nossos inimigos?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eu, meus irmãos e meus moços, ao ganho lhes temos dado dinheiro e trigo. Deixemos este ganho.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Restitui-lhes hoje, vos peço, as suas terras, as suas vinhas, os seus olivaes, e as suas casas; como tambem a centena do dinheiro, do trigo, do mosto, e do azeite, que vós exigis d'elles.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disseram: Restituir-lh'o-hemos, e nada procuraremos d'elles; faremos assim como dizes. Então chamei os sacerdotes, e os fiz jurar que fariam conforme a esta palavra.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meu regaço sacudi, e disse: Assim sacuda Deus todo o homem da sua casa e do seu trabalho que não confirmar esta palavra, e assim seja sacudido e vazio. E toda a congregação disse: Amen! E louvaram ao Senhor; e o povo fez conforme a esta palavra.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desde o dia em que me mandou que eu fosse seu governador na terra de Judah, desde o anno vinte, até ao anno trinta e dois do rei Artaxerxes, doze annos, nem eu nem meus irmãos comemos o pão do governador.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primeiros governadores, que foram antes de mim, opprimiram o povo, e tomaram-lhe pão e vinho, e além d'isso, quarenta siclos de prata, como tambem os seus moços dominavam sobre o povo: porém eu assim não fiz, por causa do temor de Deus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na obra d'este muro fiz reparação, e terra nenhuma comprámos: e todos os meus moços se ajuntaram ali á obra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dos judeos e dos magistrados, cento e cincoenta homens, e os que vinham a nós, d'entre as gentes, que estão á roda de nós, se punham á minha mesa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se preparava para cada dia era um boi e seis ovelhas escolhidas; tambem aves se me preparavam, e de dez em dez dias de todo o vinho muitissimo: e nem por isso exigi o pão do governador, porquanto a servidão d'este povo era grande.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de mim para bem, ó meu Deus, e de tudo quanto fiz a este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