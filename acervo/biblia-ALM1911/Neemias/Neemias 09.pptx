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vinte e quatro d'este mez se ajuntaram os filhos d'Israel com jejum e com saccos, e traziam terra sobre si.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geração d'Israel se apartou de todos os estranhos, e pozeram-se em pé, e fizeram confissão pelos seus peccados e pelas iniquidades de seus paes.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levantando-se no seu posto leram no livro da lei do Senhor seu Deus uma quarta parte do dia; e na outra quarta parte fizeram confissão, e adoraram ao Senhor seu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Jesué, Bani, Kadmiel, Sebanias, Bunni, Serebias, Bani e Chenani se pozeram em pé no logar alto dos levitas, e clamaram em alta voz ao Senhor seu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levitas, Jesué, e Kadmiel, Bani, Hasabneias, Serebias, Hodias, Sebanias, Pethachias, disseram: Levantae-vos, bemdizei ao Senhor vosso Deus d'eternidade em eternidade: ora bemdigam o nome da tua gloria, que está levantado sobre toda a benção e louvor.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só és Senhor, tu fizeste o céu, o céu dos céus, e todo o seu exercito; a terra e tudo quanto n'ella ha; os mares e tudo quanto n'elles ha, e tu os guardas em vida a todos; e o exercito dos céus te adora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Senhor, o Deus, que elegeste a Abrão, e o tiraste d'Ur dos chaldeos, e lhe pozeste por nome Abrahão.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achaste o seu coração fiel perante ti, e fizeste com elle o concerto, que lhe darias a terra dos cananeos, dos hetheos, dos amorrheos, e dos pherezeos, e dos jebuseos, e dos girgaseos, para a dares á sua semente: e confirmaste as tuas palavras, porquanto és justo.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viste a afflicção de nossos paes no Egypto: e ouviste o seu clamor junto ao Mar Vermelho.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déste signaes e prodigios a Pharaó, e a todos os seus servos, e a todo o povo da sua terra; porque soubeste que soberbamente os trataram; e assim te adquiriste nome, como hoje se vê.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mar fendeste perante elles, e passaram pelo meio do mar, em secco: e lançaste os seus perseguidores nas profundezas, como uma pedra nas aguas violentas.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guiaste de dia por uma columna de nuvem, e de noite por uma columna de fogo, para os alumiares no caminho por onde haviam de 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 monte de Sinai desceste, e fallaste com elles desde os céus: e déste-lhes juizos rectos, e leis verdadeiras, estatutos e mandamentos bons.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teu sancto sabbado lhes fizeste saber: e preceitos, e estatutos, e lei lhes mandaste pelo ministerio de Moysés, teu servo.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pão dos céus lhes déste na sua fome, e agua da penha lhes produziste na sua sêde: e lhes disseste que entrassem para possuirem a terra pela qual alçaste a tua mão, que lh'a havias de dar.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elles e nossos paes se houveram soberbamente: e endureceram a sua cerviz, e não deram ouvidos aos teus mandamentos.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recusaram ouvir-te, e não se lembraram das tuas maravilhas, que lhes fizeste, e endureceram a sua cerviz, e na sua rebellião levantaram um chefe, afim de voltarem para a sua servidão: porém tu, ó Deus perdoador, clemente e misericordioso, tardio em irar-te, e grande em beneficencia, comtudo os não desamparaste.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mesmo quando elles fizeram para si um bezerro de fundição, e disseram: Este é o teu Deus, que te tirou do Egypto; e commetteram grandes blasphemias: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tu, pela multidão das tuas misericordias, os não deixaste no deserto: a columna de nuvem nunca d'elles se apartou de dia, para os guiar pelo caminho, nem a columna de fogo de noite, para os alumiar: e isto pelo caminho por onde haviam de 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déste o teu bom espirito, para os ensinar: e o teu manná não retiraste da sua bocca; e agua lhes déste na sua sêde.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tal modo os sustentaste quarenta annos no deserto: falta nenhuma tiveram: os seus vestidos se não envelheceram, e os seus pés se não incharam.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lhes déste reinos e povos, e os repartiste em porções: e elles possuiram a terra de Sihon, a saber, a terra do rei d'Hesbon, e a terra d'Og, rei de Basan.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multiplicaste os seus filhos como as estrellas do céu, e trouxeste-os á terra de que tinhas dito a seus paes que entrariam n'ella para a possuirem.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entraram n'ella os filhos, e tomaram aquella terra: e abateste perante elles os moradores da terra, os cananeos, e lh'os entregaste na mão, como tambem os reis, e os povos da terra, para fazerem d'elles conforme á sua vontade.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tomaram cidades fortes e terra grossa, e possuiram casas cheias de toda a fartura, cisternas cavadas, vinhas e olivaes, e arvores de mantimento, em abundancia: e comeram e se fartaram e engordaram, e viveram em delicias, pela tua grande bondade.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obstinaram, e se rebellaram contra ti, e lançaram a tua lei para traz das suas costas, e mataram os teus prophetas, que protestavam contra elles, para que voltassem para ti: assim fizeram grandes abominações.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os entregaste na mão dos seus angustiadores, que os angustiaram: mas no tempo de sua angustia, clamando a ti, desde os céus tu ouviste; e segundo a tua grande misericordia lhes déste libertadores que os libertaram da mão de seus angustiadores.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em tendo repouso, tornavam a fazer o mal diante de ti: e tu os deixavas na mão dos seus inimigos, para que dominassem sobre elles; e convertendo-se elles, e clamando a ti, tu os ouviste desde os céus, e segundo a tua misericordia os livraste muitas vezes.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protestaste contra elles, para que voltassem para a tua lei; porém elles se houveram soberbamente, e não deram ouvidos aos teus mandamentos, mas peccaram contra os teus juizos pelos quaes o homem que os fizer viverá; e te deram o hombro rebelde, e endureceram a sua cerviz, e não ouviram.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estendeste a tua benignidade sobre elles por muitos annos, e protestaste contra elles pelo teu Espirito, pelo ministerio dos teus prophetas; porém elles não deram ouvidos: pelo que os entregaste na mão dos povos das terras.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pela tua grande misericordia os não destruiste nem desamparaste: porque és um Deus clemente e misericordioso.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ó Deus nosso, ó Deus grande, poderoso e terrivel, que guardas o concerto e beneficencia, não tenhas em pouca conta todo o trabalho que nos alcançou a nós, aos nossos reis, aos nossos principes, e aos nossos sacerdotes, e aos nossos prophetas, e aos nossos paes, e a todo o teu povo, desde os dias dos reis da Assyria até ao dia de hoje.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 és justo em tudo quanto tem vindo sobre nós; porque tu tens obrado fielmente, e nós temos obrado impiamente.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nossos reis, os nossos principes, os nossos sacerdotes, e os nossos paes não guardaram a tua lei, e não deram ouvidos aos teus mandamentos e aos teus testemunhos, que protestaste contra elles.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elles nem no seu reino, nem na muita abundancia de bens que lhes déste nem na terra espaçosa e gorda que déste diante d'elles, te serviram, nem se converteram de suas más obras.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Eis-que hoje somos servos: e até na terra que déste a nossos paes, para comerem o seu fructo e o seu bem, eis que somos servos n'ella.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multiplica os seus productos para os reis, que pozeste sobre nós, por causa dos nossos peccados: e conforme a sua vontade dominam sobre os nossos corpos e sobre as nossas bestas; e estamos n'uma grande angustia.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tudo isto fizemos um firme concerto, e o escrevemos: e sellaram-n'o os nossos principes, os nossos levitas e os nossos sacerdotes.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