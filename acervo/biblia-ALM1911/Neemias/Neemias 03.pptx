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Eliasib, o summo sacerdote, com os seus irmãos, os sacerdotes, e edificaram a porta do gado, a qual consagraram; e levantaram as suas portas: e até a torre de Meah consagraram, e até a torre d'Hananel.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junto a elle edificaram os homens de Jericó: tambem ao seu lado edificou Zaccur, filho d'Imri.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porta do peixe edificaram os filhos de Senaa; a qual emmadeiraram, e levantaram as suas portas com as suas fechaduras e os seus ferrolhos.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reparou Meremoth, filho d'Urias, o filho de Kós; e ao seu lado reparou Mesullam, filho de Berechias, o filho de Mesezabel; e ao seu lado reparou Zadok, filho de Baana.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repararam os tekoitas: porém os seus illustres não metteram o seu pescoço ao serviço de seu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porta velha repararam-n'a Joiada, filho de Paseah, e Mesullam, filho de Besodias: estes a emmadeiraram, e levantaram as suas portas com as suas fechaduras e os seus ferrolhos.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repararam Melatias, o gibeonita, e Jadon, meronothita, homens de Gibeon e Mispah, até ao assento do governador d'áquem do 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lado reparou Uziel, filho d'Harhaias, um dos ourives; e ao seu lado reparou Hananias, filho d'um dos boticarios; e deixaram a Jerusalem até ao muro largo.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reparou Rephaias, filho d'Hur, maioral d'ametade de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reparou Jedaias, filho d'Harumaph, e defronte de sua casa; e ao seu lado reparou Hattus, filho d'Hasabneias.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outra porção reparou Malchias, filho d'Harim, e Hasub, filho de Pahathmoab: como tambem a torre dos fornos.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seu lado reparou Sallum, filho de Lohes, maioral da outra meia parte de Jerusalem, elle e suas filhas.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do valle reparou-a Hanun e os moradores de Zanoah: estes a edificaram, e lhe levantaram as portas com as suas fechaduras e os seus ferrolhos, como tambem mil covados no muro, até á porta do monturo.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porta do monturo reparou-a Malchias, filho de Rechab, maioral do districto de Beth-cherem: este a edificou, e lhe levantou as portas com as suas fechaduras e os seus ferrolhos.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porta da fonte reparou-a Sallum, filho de Col-hose, maioral do districto de Mispah: este a edificou, e a cobriu, e lhe levantou as portas com as suas fechaduras e os seus ferrolhos, como tambem o muro do viveiro de Selah, ao pé do jardim do rei, e até aos degraus que descem da cidade de David.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edificou Nehemias, filho d'Azbuk, maioral da metade de Beth-zur, até defronte dos sepulchros de David, e até ao viveiro artificial, e até á casa dos varões.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repararam os levitas, Rehum, filho de Bani: ao seu lado reparou Hasabias, maioral da metade de Keila, no seu districto.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repararam seus irmãos, Bavai, filho d'Henadad, maioral da outra meia parte de Keila.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seu lado reparou Ezer, filho de Josué, maioral de Mispah, outra porção, defronte da subida á casa das armas, á esquina.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reparou com grande ardor Baruch, filho de Zabbai, outra medida, desde a esquina até á porta da casa d'Eliasib, o summo sacerdote.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reparou Meremoth, filho d'Urias, o filho de Kos, outra porção, desde a porta da casa d'Eliasib, até á extremidade da casa d'Eliasib.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repararam os sacerdotes que habitavam na campina.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reparou Benjamin e Hasub, defronte da sua casa: depois d'elle reparou Azarias, filho de Maaseias, o filho d'Ananias, junto á sua casa.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reparou Binnui, filho d'Henadad, outra porção, desde a casa d'Azarias até á esquina, e até ao canto.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Palal, filho d'Uzai, defronte da esquina, e a torre que sae da casa real superior, que está junto ao pateo da prisão: depois d'elle Pedaias, filho de Parós.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nethineos que habitavam em Ophel, até defronte da porta das aguas, para o oriente, e até á torre alta.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repararam os tekoitas outra porção, defronte da torre grande e alta, e até ao muro d'Ophel.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acima da porta dos cavallos repararam os sacerdotes, cada um defronte da sua casa.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d'elles reparou Zadok, filho d'Immer, defronte de sua casa: e depois d'elle reparou Semaias, filho de Sechanias, guarda da porta oriental.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reparou Hananias, filho de Selemias, e Hanun, filho de Zalaph, o sexto, outra porção: depois d'elle reparou Mesullam, filho de Berechias, defronte da sua camara.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d'elle reparou Malchias, filho d'um ourives, até á casa dos nethineos e mercadores, defronte da porta de Miphkad, e até á camara do canto.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a camara do canto e a porta do gado, repararam os ourives e os mercadores.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