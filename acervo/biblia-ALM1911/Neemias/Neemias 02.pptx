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no mez de nisan, no anno vigesimo do rei Artaxerxes, que estava posto vinho diante d'elle, e eu tomei o vinho, e o dei ao rei porém nunca estivera triste diante d'elle.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me disse: Porque está triste o teu rosto, pois não estás doente? Não é isto senão tristeza de coração: então temi muito em grande maneira.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rei: Viva o rei para sempre! Como não estaria triste o meu rosto, estando a cidade, o logar dos sepulchros de meus paes, assolada, e tendo sido consumidas as suas portas a fogo?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me disse: Que me pedes agora? Então orei ao Deus dos céus,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rei: Se é do agrado do rei, e se o teu servo é acceito em tua presença, peço-te que me envies a Judah, á cidade dos sepulchros de meus paes, para que eu a edifique.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me disse, estando a rainha assentada junto a elle: Quanto durará a tua viagem, e quando voltarás? E aprouve ao rei enviar-me, apontando-lhe eu um certo tempo.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ao rei: Se ao rei parece bem, dêem-se-me cartas para os governadores d'além do rio, para que me dêem passagem até que chegue a Judah.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uma carta para Asaph, guarda do jardim do rei, que me dê madeira para cobrir as portas do paço da casa, e para o muro da cidade, e para a casa em que eu houver de entrar. E o rei m'as deu, segundo a boa mão de Deus sobre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vim aos governadores d'além do rio, e dei-lhes as cartas do rei: e o rei tinha enviado comigo chefes do exercito e cavalleiros.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ouvindo Sanballat, o horonita, e Tobias, o servo ammonita, lhes desagradou com grande desagrado que alguem viesse a procurar o bem dos filhos d'Israel.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cheguei a Jerusalem, e estive ali tres dias.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noite me levantei, eu e poucos homens comigo, e não declarei a ninguem o que o meu Deus me poz no coração para fazer em Jerusalem: e não havia comigo animal algum, senão aquelle em que estava montado.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noite sahi pela porta do valle, e para a banda da fonte do dragão, e para a porta do monturo, e contemplei os muros de Jerusalem, que estavam fendidos, e as suas portas, que tinham sido consumidas pelo fogo.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passei á porta da fonte, e ao viveiro do rei; e não havia logar por onde podesse passar a cavalgadura debaixo de mim.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 noite subi pelo ribeiro, e contemplei o muro: e voltei, e entrei pela porta do valle, e assim voltei.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souberam os magistrados aonde eu fui nem o que eu fazia: porque ainda nem aos judeos, nem aos nobres, nem aos magistrados, nem aos mais que faziam a obra, até então tinha declarado coisa alguma.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disse: Bem vêdes vós a miseria em que estamos, que Jerusalem está assolada, e que as suas portas teem sido queimadas a fogo: vinde pois e reedifiquemos o muro de Jerusalem, e não sejamos mais em opprobrio.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declarei como a mão do meu Deus me fôra favoravel, como tambem as palavras do rei, que elle me tinha dito: então disseram: Levantemo-nos, e edifiquemos. E esforçaram as suas mãos para o bem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ouvindo Sanballat, o horonita, e Tobias, o servo ammonita, e Gesem, o arabio, zombaram de nós, e desprezaram-n'os, e disseram: Que é isto que fazeis? quereis rebellar-vos contra o rei?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respondi, e disse: O Deus dos céus é o que nos fará prosperar; e nós, seus servos, nos levantaremos e edificaremos: que vós não tendes parte, nem justiça, nem memoria em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