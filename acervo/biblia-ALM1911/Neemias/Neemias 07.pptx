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Succedeu mais que, depois que o muro fôra edificado, eu levantei as portas; e foram estabelecidos os porteiros, e os cantores, e os levitas.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nomeei a Hanani, meu irmão, e a Hananias, maioral da fortaleza em Jerusalem: porque era como homem fiel e temente a Deus, mais do que muitos.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disse-lhes: Não se abram as portas de Jerusalem até que o sol aqueça, e emquanto os que assistirem ali fechem as portas, e vós trancae-as: e ponham-se guardas dos moradores de Jerusalem, cada um na sua guarda, e cada um diante da sua casa.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a cidade larga d'espaço, e grande, porém pouco povo havia dentro d'ella: e ainda as casas não estavam edificadas.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meu Deus me poz no coração que ajuntasse os nobres, e os magistrados, e o povo, para registrar as genealogias: e achei o livro da genealogia dos que subiram primeiro e assim achei escripto n'elle: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são os filhos da provincia, que subiram do captiveiro dos transportados, que transportara Nabucodonosor, rei de Babylonia; e voltaram para Jerusalem e para Judah, cada um para a sua cidade.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vieram com Zorobabel, Jesué, Nehemias, Azarias, Raamias, Nahamani, Mardiques, Bilsan, Mispereth, Bigvai, Nehum, e Baana: este é o numero dos homens do povo d'Israel.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Foram os filhos de Paros, dois mil, cento e setenta e dois.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Sephatias, trezentos e setenta e dois.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d'Arah, seiscentos e cincoenta e dois.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Pahath-moab, dos filhos de Jesué e de Joab, dois mil, oitocentos e dezoito.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d'Elam, mil, duzentos e cincoenta e quatro.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Zatthu, oitocentos e quarenta e cinco.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Zaccai, setecentos e sessenta.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Binnui, seiscentos e quarenta e oito.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Babai, seiscentos e vinte e oito.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d'Azgad, dois mil, trezentos e vinte e dois.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d'Adonikam, seiscentos e sessenta e sete.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Bigvai, dois mil e sessenta e sete.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d'Adin, seiscentos e cincoenta e cinco.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d'Ater, d'Hizkia, noventa e oito.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d'Hassum, trezentos e vinte e oito.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Besai, trezentos e vinte e quatro.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d'Hariph, cento e doze.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Gibeon, noventa e cinco.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homens de Bethlehem e de Netopha, cento e oitenta e oito.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homens d'Anathoth, cento e vinte e oito.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homens de Beth-azmaveth, quarenta e dois.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homens de Kiriath-jearim, Cephira, e Beeroth, setecentos e quarenta e tres.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homens de Rama e Gaba, seiscentos e vinte e um.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homens de Michmas, cento e vinte e dois.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homens de Beth-el e Ai, cento e vinte e tres.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homens d'outra Nebo, cincoenta e dois.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d'outro Elam, mil, duzentos e cincoenta e quatro.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d'Harim, trezentos e vinte.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Jericó, trezentos e quarenta e cinco.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Lod, Hadid e Ono, setecentos e vinte e um.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Senaa, tres mil, novecentos e trinta.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sacerdotes: Os filhos de Jedaias, da casa de Jesué, novecentos e setenta e tres.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d'Immer, mil e cincoenta e dois.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Pashur, mil, duzentos e quarenta e sete.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d'Harim, mil e dezesete.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levitas: Os filhos de Jesué, de Kadmiel, dos filhos d'Hodeva, setenta e quatro.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cantores: os filhos d'Asaph, cento e quarenta e oito.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porteiros: os filhos de Sallum, os filhos d'Ater, os filhos de Talmon, os filhos d'Hacub, os filhos d'Hattita, os filhos de Sobai, cento e trinta e oito.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nethineos: os filhos de Ziha, os filhos d'Hasupha, os filhos de Tabbaoth,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Keros, os filhos de Sia, os filhos de Padon,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7:48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Lebana, os filhos d'Hagaba, os filhos de Salmai,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7:49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d'Hanan, os filhos de Giddel, os filhos de Gahar,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7:50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Reaias, os filhos de Resin, os filhos de Nekoda,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7:51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Gazam, os filhos d'Uza, os filhos de Paseah,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7:52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Besai, os filhos de Meunim, os filhos de Nephussim,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7:53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Bakbuk, os filhos d'Hakupha, os filhos d'Harhur,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7:54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Baslith, os filhos de Mehida, os filhos d'Harsa,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7:55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Barkos, os filhos de Sisera, os filhos de Tamah,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Nesiag, os filhos d'Hatipha.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7:57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dos servos de Salomão: os filhos de Sotai, os filhos de Sophereth, os filhos de Perida,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7:58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Jaela, os filhos de Darkon, os filhos de Giddel,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Sephatias, os filhos d'Hattil, os filhos de Pochereth-zebaim, os filhos de Amon.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7:60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os nethineos e os filhos dos servos de Salomão, trezentos e noventa e dois.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7:61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estes subiram de Thel-*melah, e Thel-harsa, Cherub, Addon, Immer: porém não poderam mostrar a casa de seus paes e a sua linhagem, se eram d'Israel.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filhos de Dalaias, os filhos de Tobias, os filhos de Nekoda, seiscentos e quarenta e dois.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7:63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dos sacerdotes: os filhos d'Habaias, os filhos de Kos, os filhos de Barzillai, que tomara uma mulher das filhas de Barzillai, o gileadita, e se chamou do nome d'ellas.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7:64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buscaram o seu registro, querendo contar a sua geração, porém não se achou: pelo que, como immundos, foram excluidos do sacerdocio.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7:65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tirsatha lhes disse, que não comessem das coisas sagradas, até que se apresentasse o sacerdote com Urim e Thummim.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7:66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 esta congregação junta foi de quarenta e dois mil, trezentos e sessenta,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7:67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Afóra os seus servos e as suas servas, que foram sete mil, trezentos e trinta e sete: e tinham duzentos e quarenta e cinco cantores e cantoras.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7:68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cavallos, setecentos e trinta e seis: os seus mulos, duzentos e quarenta e cinco.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7:69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Camelos, quatrocentos e trinta e cinco: jumentos, seis mil, setecentos e vinte.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7:70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uma parte dos cabeças dos paes deram para a obra: o tirsatha deu para o thesouro, em oiro, mil drachmas, cincoenta bacias, e quinhentas e trinta vestes sacerdotaes.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7:71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alguns mais dos cabeças dos paes deram para o thesouro da obra, em oiro, vinte mil drachmas: e em prata, duas mil e duzentas libras.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7:72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deu o resto do povo, foi, em oiro, vinte mil drachmas: e em prata duas mil libras: e sessenta e sete vestes sacerdotaes.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Neemias 7:73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habitaram os sacerdotes, e os levitas, e os porteiros, e os cantores, e alguns do povo, e os nethineos, e todo o Israel nas suas cidades.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