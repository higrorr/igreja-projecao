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sacerdotes e levitas que subiram com Zorobabel, filho de Sealthiel, e com Jesué: Seraias, Jeremias, Esdras,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Amarias, Malluch, Hattus,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Sechanias, Rehun, Meremoth,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Iddo, Ginnethoi, Abias,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Miamin, Maadias, Bilga,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Semaias, e Joiarib, Jedaias,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Sallu, Amok, Hilkias, Jedaias: estes foram os chefes dos sacerdotes e de seus irmãos, nos dias de Jesué.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levitas: Jesué, Binnui, Kadmiel, Serebias, Judah, Matthanias: este e seus irmãos presidiam sobre os louvores.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Bakbukias e Uni, seus irmãos, defronte d'elle, nas guardas.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Jesué gerou a Joaquim, e Joaquim gerou a Eliasib, e Eliasib gerou a Joiada,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Joiada gerou a Jonathan, e Jonathan gerou a Jaddua.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dias de Joaquim foram sacerdotes, cabeças dos paes: de Seraias, Meraias; de Jeremias, Hananias;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D'Esdras, Messullam; de Amarias, Johanan;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Melichu, Jonathan; de Sebanias, José;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D'Harim, Adna; de Meraioth, Helkai;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D'Iddo, Zacharias; de Ginnethon, Messullam;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D'Abias, Zichri; de Miamin e de Moadias, Piltai;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Bilga, Sammua; de Semaias, Jonathan;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Joiarib, Matthenai; de Jedaias, Ezzi;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Sallai, Kallai; de Amok, Eber;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D'Hilkias, Hasabias; de Jedaias, Nethanael.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levitas foram nos dias d'Eliasib escriptos como cabeças de paes, Joiada, e Johnan, e Jaddua; como tambem os sacerdotes, até ao reinado de Dario o persa.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Levi escriptos como cabeças de paes no livro das chronicas, até aos dias de Johanan, filho d'Eliasib.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pois os cabeças dos levitas; Hasabias, Serabias, e Jesué, filho de Kadmiel, e seus irmãos defronte d'elles, para louvarem e darem graças, segundo o mandado de David, homem de Deus: guarda contra guarda.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Matthanias, e Bakbukias, Obadias, Mesullam, Talmon, e Akkub, eram porteiros, que faziam a guarda ás thesourarias das portas.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foram nos dias de Joaquim, filho de Jesué, o filho de Josadak; como tambem nos dias de Nehemias, o governador, e do sacerdote Esdras, o escriba.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dedicação dos muros de Jerusalem buscaram os levitas de todos os seus logares, para os trazerem, afim de fazerem a dedicação com alegrias, e com louvores, e com canto, psalterios, alaudes, e com harpas.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ajuntaram os filhos dos cantores, tanto da campina dos arredores de Jerusalem, como das aldeias de Netophati;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da casa de Gilgal, e dos campos de Gibeah, e Azmaveth: porque os cantores se edificaram aldeias nos arredores de Jerusalem.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purificaram-se os sacerdotes e os levitas; e logo purificaram o povo, e as portas, e o muro.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fiz subir os principes de Judah sobre o muro, e ordenei dois grandes coros e procissões, um á mão direita sobre o muro da banda da porta do monturo.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após elles ia Hosaias, e a metade dos principes de Judah,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Azarias, Esdras, e Mesullam,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Judah, e Benjamin, e Semaias, e Jeremias.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dos sacerdotes, com trombetas: Zacharias, filho de Jonathan, o filho de Semaias, filho de Matthanias, filho de Michaias, filho de Zacchur, filho d'Asaph,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irmãos, Semaias, e Azareel, Milalai, Gilalai, Maai, Nethanael, e Judah, e Hanani, com os instrumentos musicos de David, homem de Deus; e Esdras o escriba ia adiante d'elles.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Indo assim para a porta da fonte, e defronte d'elles, subiram as escadas da cidade de David pela subida do muro, desde cima da casa de David, até á porta das aguas, da banda do oriente.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coro segundo ia defronte, e eu após elle; e a metade do povo ia sobre o muro, desde a torre dos fornos, até á muralha larga;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desde a porta d'Ephraim, e para a porta velha, e para a porta do peixe, e a torre d'Hananeel, e a torre de Mea, até á porta do gado; e pararam á porta da prisão.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ambos os coros pararam na casa de Deus; como tambem eu, e a metade dos magistrados comigo.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sacerdotes Eliakim, Maaseias, Miniamin, Michaias, Elioenai, Zacharias, e Hananias, com trombetas,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tambem, Maaseias, e Semaias, e Eleazar, e Uzzi, e Johanan, e Malchias, e Elam, e Ezer; e faziam-se ouvir os cantores, juntamente com Jezrahias, o superintendente.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sacrificaram no mesmo dia grandes sacrificios, e se alegraram; porque Deus os alegrara com grande alegria; e até as mulheres e os meninos se alegraram, que a alegria de Jerusalem se ouviu até de longe.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no mesmo dia se nomearam homens sobre as camaras, para os thesouros, para as offertas alçadas, para as primicias, e para os dizimos, para ajuntarem n'ellas, das terras das cidades, as partes da lei para os sacerdotes e para os levitas; porque Judah estava alegre por causa dos sacerdotes e dos levitas que assistiam ali.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faziam a guarda do seu Deus, e a guarda da purificação; como tambem os cantores e porteiros, conforme ao mandado de David e de seu filho Salomão.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nos dias de David e Asaph, desde a antiguidade, havia cabeças dos cantores, e dos canticos de louvores, e d'acção de graças a Deus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todo o Israel, já nos dias de Zorobabel, nos dias de Nehemias, dava as partes dos cantores e dos porteiros a cada um no seu dia; e sanctificavam as porções aos levitas, e os levitas sanctificavam aos filhos d'Aarão.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