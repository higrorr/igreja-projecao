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Ezequias enviou por todo o Israel e Judah, e escreveu tambem cartas a Ephraim e a Manasseh que viessem á casa do Senhor a Jerusalem, para celebrarem a paschoa ao Senhor Deus de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 tivera conselho com os seus maioraes, e com toda a congregação em Jerusalem, para celebrarem a paschoa no segundo mez.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no mesmo tempo não a poderam celebrar, porque se não tinham sanctificado bastantes sacerdotes, e o povo se não tinha ajuntado em Jerusalem.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isto recto aos olhos do rei, e aos olhos de toda a congregação.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ordenaram que se fizesse passar pregão por todo o Israel, desde Berseba até Dan, para que viessem a celebrar a paschoa ao Senhor, Deus de Israel, a Jerusalem; porque muitos a não tinham celebrado como estava escripto.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pois os correios com as cartas, da mão do rei e dos seus principes, por todo o Israel e Judah, e segundo o mandado do rei, dizendo: Filhos d'Israel, convertei-vos ao Senhor, Deus d'Abrahão, d'Isaac e de Israel; para que elle se torne para aquelles de vós que escaparam, e ficaram da mão dos reis d'Assyria.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sejaes como vossos paes e como vossos irmãos, que transgrediram contra o Senhor, Deus de seus paes, pelo que os deu em assolação como o vêdes.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endureçaes agora a vossa cerviz, como vossos paes; dae a mão ao Senhor, e vinde ao seu sanctuario que elle sanctificou para sempre, e servi ao Senhor vosso Deus, para que o ardor da sua ira se desvie de vós.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em vos convertendo ao Senhor, vossos irmãos e vossos filhos acharão misericordia perante os que os levaram captivos, e tornarão a esta terra; porque o Senhor vosso Deus é piedoso e misericordioso, e não desviará de vós o seu rosto, se vos converterdes a elle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correios foram passando de cidade em cidade, pela terra d'Ephraim e Manasseh até Zebulon; porém riram-se e zombaram d'elles.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alguns d'Aser, e de Manasseh, e de Zebulon, se humilharam, e vieram a Jerusalem.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Judah esteve a mão de Deus, dando-lhes um só coração, para fazerem o mandado do rei e dos principes, conforme á palavra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ajuntou-se em Jerusalem muito povo, para celebrar a festa dos pães asmos, no segundo mez; uma mui grande congregação.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levantaram-se, e tiraram os altares que havia em Jerusalem: tambem tiraram todos os vasos de incenso, e os lançaram no ribeiro de Cedron.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sacrificaram a paschoa no dia decimo quarto do segundo mez; e os sacerdotes e levitas se envergonharam e se sanctificaram e trouxeram holocaustos á casa do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pozeram-se no seu posto, segundo o seu costume, conforme a lei de Moysés o homem de Deus: e os sacerdotes espargiam o sangue, tomando-o da mão dos levitas.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havia muitos na congregação que se não tinham sanctificado; pelo que os levitas tinham cargo de matarem os cordeiros da paschoa por todo aquelle que não estava limpo, para o sanctificarem ao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uma multidão do povo, muitos d'Ephraim e Manasseh, Issacar e Zebulon, se não tinham purificado, e comtudo comeram a paschoa, não como está escripto; porém Ezequias orou por elles, dizendo: O Senhor, que é bom, faça reconciliação com aquelle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tem preparado o seu coração para buscar ao Senhor, Deus, o Deus de seus paes, ainda que não esteja purificado segundo a purificação do sanctuario.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ouviu o Senhor a Ezequias, e sarou o povo.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Israel, que se acharam em Jerusalem, celebraram a festa dos pães asmos sete dias com grande alegria: e os levitas e os sacerdotes louvaram ao Senhor de dia em dia com instrumentos fortemente retinintes ao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Ezequias fallou benignamente a todos os levitas, que tinham entendimento no bom conhecimento do Senhor: e comeram as offertas da solemnidade por sete dias, offerecendo offertas pacificas, e louvando ao Senhor, Deus de seus paes.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toda a congregação conselho para celebrarem outros sete dias, celebraram ainda sete dias com alegria.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Ezequias, rei de Judah, apresentou á congregação mil novilhos e sete mil ovelhas; e os principes apresentaram á congregação mil novilhos e dez mil ovelhas: e os sacerdotes se sanctificaram em grande numero.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alegraram-se, toda a congregação de Judah, e os sacerdotes, e os levitas, toda a congregação de todos os que vieram de Israel; como tambem os estrangeiros que vieram da terra de Israel e os que habitavam em Judah.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houve grande alegria em Jerusalem; porque desde os dias de Salomão, filho de David, rei de Israel, tal não houve em Jerusalem.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sacerdotes, os levitas, se levantaram e abençoaram o povo; e a sua voz foi ouvida: porque a sua oração chegou até á sua sancta habitação, aos céus.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