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Josaphat seu filho reinou em seu logar: e fortificou-se contra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gente de guerra em todas as cidades fortes de Judah e poz guarnições na terra de Judah, como tambem nas cidades d'Ephraim, que Asa seu pae tinha tomado.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foi com Josaphat; porque andou nos primeiros caminhos de David seu pae, e não buscou a Baalim.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buscou ao Deus de seu pae, e andou nos seus mandamentos, e não segundo as obras d'Israel.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confirmou o reino na sua mão, e todo o Judah deu presentes a Josaphat: e teve riquezas e gloria em abundancia.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exaltou-se o seu coração nos caminhos do Senhor e ainda de mais tirou os altos e os bosques de Judah.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terceiro anno do seu reinado enviou elle os seus principes, a Benchail, e a Obadias, e a Zacharias, e a Nathanael, e a Michaia, para ensinarem nas cidades de Judah.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elles os levitas, Semaias e Nethanias, e Zebadias, e Asael, e Semiramoth, e Jonathan, e Adonias, e Tobias, e Tobadonias, levitas: e com elles os sacerdotes, Elisama e Jorão.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ensinaram em Judah e tinham comsigo o livro da lei do Senhor: e rodearam todas as cidades de Judah, e ensinaram entre o povo.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o temor do Senhor sobre todos os reinos das terras, que estavam em roda de Judah e não guerrearam contra Josaphat.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d'entre os philisteos traziam presentes a Josaphat, com o dinheiro do tributo: tambem os arabios lhe trouxeram gado miudo; sete mil e setecentos carneiros, e sete mil e setecentos bodes.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Cresceu pois Josaphat e se engrandeceu extremamente: e edificou fortalezas e cidades de munições em Judah.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muitas obras nas cidades de Judah e gente de guerra, varões valentes em Jerusalem.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é o numero d'elles segundo as casas de seu paes: em Judah eram chefes dos milhares: o chefe Adna, e com elle trezentos mil varões valentes;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após elle o chefe Johanan, e com elle duzentos e oitenta mil;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após elle Amasias, filho de Zichri, que voluntariamente se entregou ao Senhor, e com elle duzentos mil varões valentes: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Benjamin Eliada, varão valente, e com elle duzentos mil, armados d'arco e d'escudo: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após elle Jozabad: e com elle cento e oitenta mil armados para a guerra.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estavam no serviço do rei; afóra os que o rei tinha posto nas cidades fortes por todo o Judah.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