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acabando Salomão de orar, desceu o fogo do céu, e consumiu o holocausto e os sacrificios: e a gloria do Senhor encheu a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sacerdotes não podiam entrar na casa do Senhor; porque a gloria do Senhor tinha enchido a casa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filhos d'Israel vendo descer o fogo, e a gloria do Senhor sobre a casa, encurvaram-se com o rosto em terra sobre o pavimento, e adoraram e louvaram ao Senhor: porque é bom, porque a sua benignidade dura para sempre.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e todo o povo offereciam sacrificios perante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Salomão offereceu sacrificios de bois, vinte e dois mil, e d'ovelhas cento e vinte mil: e o rei e todo o povo consagraram a casa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sacerdotes segundo as suas turmas estavam em pé; como tambem os levitas com os instrumentos musicos do Senhor, que o rei David tinha feito, para louvarem ao Senhor, porque a sua benignidade dura para sempre, quando David o louvava pelo ministerio d'elles: e os sacerdotes tocavam as trombetas defronte d'elles, e todo o Israel estava em pé.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sanctificou o meio do pateo, que estava diante da casa do Senhor; porquanto ali tinha elle offerecido os holocaustos e a gordura dos sacrificios pacificos; porque no altar de metal, que Salomão tinha feito, não podia caber o holocausto, e a offerta de manjares, e a gordura.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mesmo tempo celebrou Salomão a festa sete dias e todo o Israel com elle, uma mui grande congregação, desde a entrada d'Hamath, até ao rio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dia oitavo celebraram o dia de prohibição; porque sete dias celebraram a consagração do altar, e sete dias a festa.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vigesimo terceiro do setimo mez, deixou ir o povo para as suas tendas, alegres e de bom animo, pelo bem que o Senhor tinha feito a David, e a Salomão, e a seu povo 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Salomão acabou a casa do Senhor, e a casa do rei: e tudo quanto Salomão intentou fazer na casa do Senhor e na sua casa prosperamente o effeituou.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appareceu de noite a Salomão, e disse-lhe: Ouvi a tua oração, e escolhi para mim este logar para casa de sacrificio.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cerrar os céus, e não houver chuva; ou se ordenar aos gafanhotos que consumam a terra; ou se enviar a peste entre o meu povo: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o meu povo, que se chama pelo meu nome, se humilhar, e orar, e buscar a minha face e se converter dos seus maus caminhos, então eu ouvirei dos céus, e perdoarei os seus peccados, e sararei a sua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estarão abertos os meus olhos e attentos os meus ouvidos á oração d'este logar.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agora escolhi e sanctifiquei esta casa, para que o meu nome esteja n'ella perpetuamente: e n'ellas estarão fixos os meus olhos e o meu coração todos os dias.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 ti, se andares diante de mim, como andou David teu pae, e fizeres conforme a tudo o que te ordenei, e guardares os meus estatutos e os meus juizos,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confirmarei o throno do teu reino, conforme o concerto que fiz com David, teu pae, dizendo: Não te faltará varão que domine em Israel.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vós vos desviardes, e deixardes os meus estatutos, e os meus mandamentos, que vos tenho proposto, e fordes, e servirdes a outros deuses, e vos prostrardes a elles,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arrancarei da minha terra que lhes dei, e lançarei da minha presença esta casa que consagrei ao meu nome, e farei com que seja por proverbio e mote entre todas as gentes.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d'esta casa, que fôra tão exaltada, qualquer que passar por ella se espantará e dirá: Porque fez o Senhor assim com esta terra e com esta casa?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dirão: Porquanto deixaram ao Senhor Deus de seus paes, que os tirou da terra do Egypto, e se deram a outros deuses, e se prostraram a elles, e os serviram: por isso elle trouxe sobre elles todo este mal.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