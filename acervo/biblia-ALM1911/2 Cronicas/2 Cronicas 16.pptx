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anno trigesimo sexto do reinado d'Asa, Baása, rei d'Israel, subiu contra Judah e edificou a Rama, para ninguem deixar sair nem entrar a Asa, rei de Judah.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tirou a Asa a prata e o oiro dos thesouros da casa de Deus, e da casa do rei; e enviou a Benhadad, rei da Syria, que habitava em Damasco, dizendo: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Alliança ha entre mim e ti, como houve entre meu pae e teu: eis que te envio prata e oiro; vae, pois, e anniquila a tua alliança com Baása, rei d'Israel, para que se retire de sobre mim.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Benhadad deu ouvidos ao rei Asa, e enviou o capitão dos exercitos que tinha, contra as cidades d'Israel, e feriram a Ijon, e a Dan, e a Abelmaim; e a todas as cidades das munições de Naphtali.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ouvindo-o Baása, deixou d'edificar a Rama; e descontinuou a sua obra.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Asa tomou a todo o Judah e levaram as pedras de Rama, e a sua madeira, com que Baása edificara; e edificou com isto a Geba e a Mispah.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mesmo tempo veiu Hanani, o vidente, a Asa rei de Judah, e disse-lhe: Porquanto confiaste no rei da Syria, e não confiaste no Senhor teu Deus, portanto o exercito do rei da Syria escapou da tua mão.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foram os ethiopes e os lybios um grande exercito, com muitissimos carros e cavalleiros? confiando tu porém no Senhor, elle os entregou nas tuas mãos.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quanto ao Senhor, seus olhos passam por toda a terra, para mostrar-se forte para com aquelles cujo coração é perfeito para com elle; n'isto pois fizeste loucamente porque desde agora haverá guerras contra ti.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Asa se indignou contra o vidente, e lançou-o na casa do tronco; porque d'isto grandemente se alterou contra elle: tambem Asa no mesmo tempo opprimiu a alguns do povo.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os successos d'Asa, tanto os primeiros, como os ultimos, estão escriptos no livro dos reis de Judah e Israel.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caiu Asa doente de seus pés no anno trinta e nove do seu reinado: grande por extremo era a sua enfermidade, e comtudo na sua enfermidade não buscou ao Senhor, mas antes aos medicos.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Asa dormiu com seus paes; e morreu no anno quarenta e um do seu reinado.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sepultaram no seu sepulchro, que tinha cavado para si na cidade de David, havendo-o deitado na cama, que se enchera de cheiros e especiarias preparadas segundo a arte dos perfumistas: e fizeram-lhe queima mui grande.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