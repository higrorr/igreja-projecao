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Josias celebrou a paschoa ao Senhor em Jerusalem: e mataram o cordeiro da paschoa no decimo quarto dia do mez primeiro.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estabeleceu os sacerdotes nas suas guardas, e os animou ao ministerio da casa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levitas que ensinavam a todo o Israel e estavam consagrados ao Senhor: Ponde a arca sagrada na casa que edificou Salomão, filho de David, rei d'Israel; não tereis mais este cargo aos hombros: agora servi ao Senhor vosso Deus, e ao seu povo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preparae-vos segundo as casas de vossos paes, segundo as vossas turmas, conforme á prescripção de David rei d'Israel, e conforme á prescripção de Salomão, seu filho.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estae no sanctuario segundo as divisões das casas paternas de vossos irmãos, os filhos do povo; e haja para cada um uma porção das casas paternas dos levitas.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sacrificae a paschoa: e sanctificae-vos, e preparae-a para vossos irmãos, fazendo conforme á palavra do Senhor, dada pela mão de Moysés.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apresentou Josias, aos filhos do povo, cordeiros e cabritos do rebanho, todos para os sacrificios da paschoa, por todo o que ali se achou, em numero de trinta mil, e de bois tres mil: isto era da fazenda do 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apresentaram os seus principes offertas voluntarias ao povo, aos sacerdotes e aos levitas: Hilkias, e Zacharias, e Jehiel, maioral da casa de Deus, deram aos sacerdotes para os sacrificios da paschoa duas mil e seiscentas rezes de gado miudo, e trezentos bois.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Conanias, e Semaias, e Nathanael, seus irmãos, como tambem Hasabias, e Jeiel, e Jozabad, maioraes dos levitas, apresentaram aos levitas, para os sacrificios da paschoa, cinco mil rezes de gado miudo, e quinhentos bois.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preparou o serviço: e pozeram-se os sacerdotes nos seus postos, e os levitas nas suas turmas, conforme ao mandado do rei.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sacrificaram a paschoa: e os sacerdotes espargiam o sangue recebido das suas mãos, e os levitas esfollavam as rezes.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de parte os holocaustos para os darem aos filhos do povo, segundo as divisões das casas paternas, para o offerecerem ao Senhor, como está escripto no livro de Moysés: e assim fizeram com os bois.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assaram a paschoa no fogo, segundo o rito: e as offertas sagradas cozeram em panellas, e em caldeiras e em sertãs; e promptamente as repartiram entre todo o povo.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prepararam para si e para os sacerdotes; porque os sacerdotes, filhos d'Aarão, se occuparam até á noite com o sacrificio dos holocaustos e da gordura; pelo que os levitas prepararam para si e para os sacerdotes, filhos d'Aarão.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cantores, filhos d'Asaph, estavam no seu posto, segundo o mandado de David, e d'Asaph, e d'Heman, e de Jeduthun, vidente do rei, como tambem os porteiros a cada porta; não necessitaram de se desviarem do seu ministerio; porquanto seus irmãos, os levitas, preparavam para elles.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estabeleceu todo o serviço do Senhor n'aquelle dia, para celebrar a paschoa, e sacrificar holocaustos sobre o altar do Senhor, segundo o mandado do rei Josias.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que ali se acharam celebraram a paschoa n'aquelle tempo, e a festa dos pães asmos, sete dias.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pois se celebrou tal paschoa em Israel, desde os dias do propheta Samuel: nem nenhuns reis d'Israel celebraram tal paschoa como a que celebrou Josias com os sacerdotes, e levitas, e todo o Judah e Israel, que ali se acharam, e os habitantes de Jerusalem.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decimo oitavo do reinado de Josias se celebrou esta paschoa.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 tudo isto, havendo Josias já preparado a casa, subiu Necho, rei do Egypto, para guerrear contra Carchemis, junto ao Euphrates: e Josias lhe saiu ao encontro.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lhe mandou mensageiros, dizendo: Que tenho eu que fazer comtigo, rei de Judah? quanto a ti, contra ti não venho hoje, senão contra a casa que me faz guerra; e disse Deus que me apressasse: guarda-te de te oppores a Deus, que é comigo, para que não te destrua.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Josias não virou d'elle o seu rosto, antes se disfarçou, para pelejar com elle; e não deu ouvidos ás palavras de Necho, que sairam da bocca de Deus; antes veiu pelejar no valle de Megiddo.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frecheiros atiraram ao rei Josias: então o rei disse a seus servos: Tirae-me d'aqui, porque estou gravemente ferido.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servos o tiraram do carro, e o levaram no carro segundo que tinha, e o trouxeram a Jerusalem; e morreu, e o sepultaram nos sepulchros de seus paes: e todo o Judah e Jerusalem tomaram luto por Josias.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Jeremias fez uma lamentação sobre Josias; e todos os cantores e cantoras fallaram de Josias nas suas lamentações, até ao dia d'hoje; porque as deram por estatuto em Israel; e eis que estão escriptas nas lamentações.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Josias, e as suas beneficencias, conforme está escripto na lei do Senhor,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successos, tanto os primeiros como os ultimos, eis que estão escriptos no livro dos reis d'Israel e de Judah.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