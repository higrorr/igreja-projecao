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Roboão a Sichem, porque todo o Israel tinha vindo a Sichem para o fazerem rei.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pois que, ouvindo-o Jeroboão, filho de Nebat (o qual estava então no Egypto para onde fugira da presença do rei Salomão), voltou Jeroboão do Egypto.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enviaram a elle, e o chamaram: e veiu pois Jeroboão com todo o Israel: e fallaram a Roboão dizendo: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pae fez duro o nosso jugo, allivia tu pois agora a dura servidão de teu pae, e o pesado jugo d'elle, que nos tinha imposto, e servir-te-hemos.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lhes disse: D'aqui a tres dias tornae a mim. Então o povo se foi.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teve Roboão conselho com os anciãos, que estiveram perante Salomão seu pae, emquanto viveu, dizendo: Como aconselhaes vós que se responda a este povo?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lhe fallaram, dizendo: Se te fizeres benigno e affavel com este povo, e lhes fallares boas palavras, todos os dias serão teus servos.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elle deixou o conselho, que os anciãos lhe deram: e teve conselho com os mancebos, que haviam crescido com elle, e estavam perante elle.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disse-lhes: Que aconselhaes vós, que respondamos a este povo? que me fallou, dizendo: Allivia-nos o jugo que teu pae nos impoz?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mancebos, que com elle haviam crescido, lhe fallaram, dizendo: Assim dirás a este povo, que te fallou, dizendo: Teu pae aggravou o nosso jugo, tu porém allivia-nos: assim pois lhes fallarás: O meu dedo minimo é mais grosso do que os lombos de meu pae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que se meu pae vos fez carregar d'um jugo pesado, eu ainda accrescentarei sobre o vosso jugo: meu pae vos castigou com açoites, porém eu vos castigarei com escorpiões.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Veiu pois Jeroboão, e todo o povo a Roboão, no terceiro dia, como o rei tinha ordenado, dizendo: Tornae a mim ao terceiro dia.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lhe respondeu asperamente: porque o rei Roboão deixou o conselho dos anciãos.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fallou-lhes conforme ao conselho dos mancebos, dizendo: Meu pae aggravou o vosso jugo, porém eu lhe accrescentarei mais: meu pae vos castigou com açoites, porém eu vos castigarei com escorpiões.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o rei não deu ouvidos ao povo, porque esta mudança vinha de Deus, para que o Senhor confirmasse a sua palavra, a qual fallara pelo ministerio d'Ahias, o silonita, a Jeroboão, filho de Nebat.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pois todo o Israel, que o rei lhes não dava ouvidos, então o povo respondeu ao rei, dizendo: Que parte temos nós com David? já não temos herança no filho d'Isai; Israel, cada um ás suas tendas! Olha agora pela tua casa, ó David. Assim todo o Israel se foi para as suas tendas.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quanto aos filhos de Israel, que habitavam nas cidades de Judah, sobre elles reinou Roboão.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rei Roboão enviou a Hadoram, que tinha cargo dos tributos; porém os filhos d'Israel o apedrejaram com pedras, de que morreu: então o rei Roboão se esforçou a subir para o seu carro, e fugiu para Jerusalem.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se rebellaram os israelitas contra a casa de David, até ao dia d'hoje.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