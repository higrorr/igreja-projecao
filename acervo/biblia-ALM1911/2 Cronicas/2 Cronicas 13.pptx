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decimo oitavo do rei Jeroboão reinou Abias sobre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annos reinou em Jerusalem; e era o nome de sua mãe Michaia, filha d'Uriel de Gibea: e houve guerra entre Abias e Jeroboão.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Abias ordenou a peleja com um exercito de varões bellicosos, de quatrocentos mil homens escolhidos: e Jeroboão dispoz contra elle a batalha de oitocentos mil homens escolhidos, todos varões valentes.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Abias em pé em cima do monte de Zemaraim, que está na montanha d'Ephraim, e disse: Ouvi-me, Jeroboão e todo o Israel: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vos convem saber que o Senhor Deus d'Israel deu para sempre a David a soberania sobre Israel, a elle e a seus filhos, por um concerto de sal?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levantou-se Jeroboão, filho de Nebat, servo de Salomão, filho de David, e se rebellou contra seu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a elle homens vadios, filhos de Belial; e fortificaram-se contra Roboão, filho de Salomão, sendo Roboão ainda mancebo, e terno de coração, e não se podia esforçar contra 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cuidaes d'esforçar-vos contra o reino do Senhor, que está na mão dos filhos de David: bem sois vós uma grande multidão, e tendes comvosco os bezerros d'oiro que Jeroboão vos fez para deuses.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lançastes vós fora os sacerdotes do Senhor, os filhos d'Aarão, e os levitas, e não fizestes para vós sacerdotes, como as gentes das outras terras? qualquer que vem a consagrar-se com um novilho e sete carneiros logo se faz sacerdote d'aquelles que não são deuses.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quanto a nós, o Senhor é nosso Deus, e nunca o deixámos: e os sacerdotes, que ministram ao Senhor são filhos d'Aarão, e os levitas se occupam na sua obra.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queimam ao Senhor cada manhã e cada tarde holocaustos, incenso aromatico, com os pães da proposição sobre a mesa pura, e o castiçal d'oiro, e as suas alampadas para se accenderem cada tarde, porque nós temos cuidado do serviço do Senhor nosso Deus; porém vós o deixastes.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eis-que Deus está comnosco na dianteira, como tambem os seus sacerdotes, tocando com as trombetas, para dar alarme contra vós, ó filhos d'Israel; não pelejeis contra o Senhor Deus de vossos paes; porque não prosperareis.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Jeroboão fez uma emboscada em volta, para darem sobre elles por detraz; de maneira que estavam defronte de Judah e a emboscada por detraz d'elles.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Judah olhou, e eis-que tinham a pelejar por diante e por detraz: então clamaram ao Senhor; e os sacerdotes tocaram as trombetas.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de Judah gritaram: e succedeu que, gritando os homens de Judah, Deus feriu a Jeroboão e a todo o Israel diante d'Abias e de Judah.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fugiram de diante de Judah; e Deus os entregou na sua mão.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Abias e o seu povo fez grande estrago entre elles; porque cairam feridos d'Israel quinhentos mil homens escolhidos.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abatidos os filhos d'Israel n'aquelle tempo; e os filhos de Judah prevaleceram porque confiaram no Senhor Deus de seus paes.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Abias seguiu após Jeroboão; e tomou a Bethel com os logares da sua jurisdicção, e a Jesana com os logares da sua jurisdicção, e a Ephron com os logares da sua jurisdicção.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Jeroboão não reteve mais nenhuma força nos dias d'Abias: porém o Senhor o feriu, e morreu.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Abias pois se fortificou, e tomou para si quatorze mulheres, e gerou vinte e dois filhos e dezeseis filhas.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mais successos pois d'Abias, tanto os seus caminhos como as suas palavras, estão escriptos na historia do propheta Iddo.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