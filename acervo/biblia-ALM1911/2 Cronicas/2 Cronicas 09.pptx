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ouvindo a rainha de Saba a fama de Salomão, veiu a Jerusalem, provar a Salomão com enigmas, com um mui grande exercito, e camelos carregados d'especiarias, e oiro em abundancia e pedras preciosas; e veiu a Salomão, e fallou com elle de tudo o que tinha no seu coração.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lhe declarou todas as suas palavras: e nenhuma coisa se occultou a Salomão, que lhe não declarasse.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 rainha de Saba a sabedoria de Salomão, e a casa que edificara;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iguarias da sua mesa, e o assentar dos seus servos, e o estar dos seus creados, e os vestidos d'elles; e os seus copeiros, e os vestidos d'elles; e a sua subida pela qual elle subia á casa do Senhor, ella ficou como fóra de 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rei: Foi verdade a palavra que ouvi na minha terra ácerca dos teus feitos e da tua sabedoria.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cria as suas palavras, até que vim, e meus olhos o viram, e eis-que me não disseram a metade da grandeza da tua sabedoria: sobrepujaste á fama que ouvi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teus homens, e bemaventurados estes teus servos, que estão sempre diante de ti, e ouvem a tua sabedoria!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teu Deus, que se agradou em ti para te pôr como rei sobre o seu throno, pelo Senhor teu Deus: porquanto teu Deus ama a Israel, para estabelecel-o perpetuamente; e poz-te por rei sobre elles, para fazeres juizo e justiça.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ao rei cento e vinte talentos d'oiro, e especiarias em grande abundancia, e pedras preciosas: e nunca houve taes especiarias, quaes a rainha de Saba deu ao rei Salomão.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servos d'Hurão, e os servos de Salomão, que de Ophir tinham trazido oiro, trouxeram madeira d'algum, e pedras preciosas.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rei corredores de madeira d'algum, para a casa do Senhor, e para a casa do rei, como tambem harpas e alaudes para os cantores, quaes nunca d'antes se viram na terra de Judah.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 deu á rainha de Saba tudo quanto lhe agradou, e o que lhe pediu, alem do que ella mesma trouxera ao rei: assim virou-se e foi para a sua terra, ella e os seus servos.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peso do oiro, que vinha em um anno a Salomão, seiscentos e sessenta e seis talentos d'oiro,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Afóra do que os negociantes e mercadores traziam: tambem todos os reis da Arabia, e os principes da mesma terra traziam a Salomão oiro e prata.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Salomão duzentos pavezes d'oiro batido: para cada pavez mandou pesar seiscentos siclos d'oiro batido.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trezentos escudos d'oiro batido; para cada escudo mandou pezar trezentos siclos d'oiro: e Salomão os poz na casa do bosque do Libano.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mais o rei um grande throno de marfim; e o cobriu d'oiro puro.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throno tinha seis degráus, e um estrado d'oiro, pegado ao throno, e encostos d'ambas as bandas no logar do assento: e dois leões estavam junto aos encostos.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doze leões estavam ali d'ambas as bandas, sobre os seis degraus: outro tal se não fez em nenhum reino.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todos os vasos de beber do rei Salomão eram d'oiro, e todos os vasos da casa do bosque do Libano, d'oiro puro: a prata reputava-se por nada nos dias de Salomão.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indo os navios do rei com os servos d'Hurão, a Tharsis, tornavam os navios de Tharsis, uma vez em tres annos, e traziam oiro e prata, marfim, e bugios, e pavões.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excedeu o rei Salomão todos os reis da terra, em riqueza e sabedoria.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reis da terra procuravam ver o rosto de Salomão, para ouvirem a sua sabedoria, que Deus lhe dera no seu coração.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traziam cada um o seu presente, vasos d'oiro, e vestidos, armaduras, e especiarias, cavallos e mulos: cada coisa d'anno em anno.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Teve tambem Salomão quatro mil estrebarias de cavallos e carros, e doze mil cavalleiros: e pôl-os nas cidades dos carros, e com o rei em Jerusalem.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dominava sobre todos os reis, desde o rio até á terra dos philisteos, e até ao termo do Egypto.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 fez que houvesse prata em Jerusalem como pedras, e cedros em tanta abundancia como as figueiras bravas que ha pelas campinas.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Egypto e de todas aquellas terras traziam cavallos a Salomão.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mais successos pois de Salomão, tanto os primeiros como os ultimos, porventura não estão escriptos no livro das fallas de Nathan, o propheta, e na prophecia d'Ahias , o silonita, e nas visões de Iddo, o vidente, ácerca de Jeroboão, filho de Nebat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reinou Salomão em Jerusalem quarenta annos sobre todo o 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Salomão com seus paes, e o sepultaram na cidade de David seu pae: e Roboão,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