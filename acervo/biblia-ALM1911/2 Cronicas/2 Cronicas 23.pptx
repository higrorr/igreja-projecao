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 setimo anno Joiada se esforçou, e tomou comsigo em alliança os chefes das centenas, a Azarias, filho de Joroão, e a Ishmael, filho de Jahanan, e a Azarias, filho d'Obed, e a Maaseias, filho d'Adaias, e a Elisaphat, filho de Sicri.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rodeiaram a Judah e ajuntaram os levitas de todas as cidades de Judah e os cabeças dos paes d'Israel, e vieram para Jerusalem.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aquella congregação fez alliança com o rei na casa de Deus: e Joiada lhes disse: Eis que o filho do rei reinará, como o Senhor fallou a respeito dos filhos de David.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coisa que haveis de fazer: uma terça parte de vós, os sacerdotes e os levitas que entram de sabbado, serão porteiros das portas;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terça parte estará na casa do rei; e a outra terça parte á porta do fundamento: e todo o povo estará nos pateos da casa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ninguem entre na casa do Senhor, senão os sacerdotes e os levitas que ministram; estes entrarão, porque sanctos são; mas todo o povo vigiará a guarda do Senhor,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levitas rodeiarão ao rei em volta, cada um com as suas armas na mão; e qualquer que entrar na casa morrerá; porém vós estareis com o rei, quando entrar e quando sair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fizeram os levitas e todo o Judah conforme a tudo o que ordenara o sacerdote Joiada; e tomou cada um os seus homens, os que entravam no sabbado com os que sahiam do sabbado; porque o sacerdote Joiada não tinha despedido as turmas.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sacerdote Joiada deu aos chefes das centenas as lanças, e os escudos, e as rodelas que foram do rei David os quaes estavam na casa de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dispoz todo o povo, e a cada um com as suas armas na sua mão, desde a banda direita da casa até á banda esquerda da casa, da banda do altar e da casa, á roda do rei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tiraram para fóra ao filho do rei, e lhe pozeram a corôa; deram-lhe o testemunho, e o fizeram rei: e Joiada e seus filhos o ungiram, e disseram: Viva o rei!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Athalia a voz do povo que concorria e louvava o rei, veiu ao povo, á casa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olhou: e eis-que o rei estava perto da sua columna, á entrada, e os chefes, e as trombetas junto ao rei; e todo o povo da terra estava alegre, e tocava as trombetas; e tambem os cantores tocavam instrumentos musicos, e davam a entender que se deviam cantar louvores: então Athalia rasgou os seus vestidos, e clamou: Traição, traição!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sacerdote Joiada tirou para fóra os centuriões que estavam postos sobre o exercito e disse-lhes: Tirae-a para fóra das fileiras, e o que a seguir, morrerá á espada: porque dissera o sacerdote: Não a matareis na casa do Senhor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lhe lançaram as mãos, e ella foi á entrada da porta dos cavallos, da casa do rei: e ali a mataram.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Joiada fez alliança entre si, e o povo, e o rei, que seriam o povo do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todo o povo entrou na casa de Baal, e a derribaram, e quebraram os seus altares, e as suas imagens, e a Mathan, sacerdote de Baal, mataram diante dos altares.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Joiada ordenou os officios na casa do Senhor, debaixo da mão dos sacerdotes, os levitas a quem David repartira na casa do Senhor, para offerecerem os holocaustos do Senhor, como está escripto na lei de Moysés, com alegria e com canto, conforme a instituição de David.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porteiros ás portas da casa do Senhor, para que não entrasse n'ella ninguem immundo em coisa alguma.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os centuriões, e os poderosos, e os que tinham dominio entre o povo e todo o povo da terra, e conduziu o rei da casa do Senhor, e entraram na casa do rei pelo meio da porta maior, e assentaram o rei no throno do reino.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povo da terra se alegrou, e a cidade ficou em paz, depois que mataram a Athalia á espada.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