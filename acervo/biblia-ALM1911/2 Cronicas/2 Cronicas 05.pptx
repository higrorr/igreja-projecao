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acabou toda a obra, que Salomão fez para a casa do Senhor, então trouxe Salomão as coisas consagradas de seu pae David, e a prata, e o oiro, e todos os vasos, e pôl-os entre os thesouros da casa de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Salomão convocou em Jerusalem os anciãos de Israel, e a todos os chefes das tribus, os principes dos paes entre os filhos d'Israel, para fazerem subir a arca do concerto do Senhor, da cidade de David, que é Sião.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homens d'Israel se congregaram ao rei na festa, que era no setimo mez.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todos os anciãos d'Israel; e os levitas levantaram a arca.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fizeram subir a arca, e a tenda da congregação, com todos os vasos sagrados, que estavam na tenda: os sacerdotes e os levitas os fizeram subir.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Salomão, e toda a congregação d'Israel, que se tinha congregado com elle diante da arca, sacrificaram carneiros, e bois, que se não podiam contar, nem numerar, por causa da sua multidão.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trouxeram os sacerdotes a arca do concerto do Senhor ao seu logar, ao oraculo da casa, á sanctidade das sanctidades, até debaixo das azas dos cherubins.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cherubins estendiam ambas as azas sobre o logar da arca, e os cherubins por cima cobriam a arca e os seus varaes.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varaes sobresairam para que as pontas dos varaes da arca se vissem perante o oraculo, mas não se vissem de fóra: e esteve ali até o dia d'hoje.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arca não havia, senão sómente as duas taboas, que Moysés tinha posto junto a Horeb, quando o Senhor fez concerto com os filhos d'Israel, saindo elles do Egypto.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saindo os sacerdotes do sanctuario (porque todos os sacerdotes, que se acharam, se sanctificaram, sem guardarem as suas turmas.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levitas, cantores de todos elles, d'Asaph, d'Heman, de Jeduthun, e de seus filhos, e de seus irmãos, vestidos de linho fino, com cymbalos, e com alaudes, e com harpas, estavam em pé para o oriente do altar; e com elles até cento e vinte sacerdotes, que tocavam as trombetas),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uniformemente tocavam as trombetas, e cantavam para fazerem ouvir uma só voz, bemdizendo e louvando ao Senhor: e levantando elles a voz com trombetas, e cymbalos, e outros instrumentos musicos, e bemdizendo ao Senhor, porque era bom, porque a sua benignidade durava para sempre, a casa se encheu d'uma nuvem, a saber: a casa do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podiam os sacerdotes ter-se em pé, para ministrar, por causa da nuvem: porque a gloria do Senhor encheu a casa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