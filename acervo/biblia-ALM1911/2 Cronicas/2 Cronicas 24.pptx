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Tinha Joás sete annos d'edade quando começou a reinar, e quarenta annos reinou em Jerusalem: e era o nome de sua mãe Zibia, de Berseba.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Joás o que era recto aos olhos do Senhor, todos os dias do sacerdote Joiada.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tomou-lhe Joiada duas mulheres, e gerou filhos e filhas.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depois d'isto que veiu ao coração de Joás de renovar a casa do Senhor.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Ajuntou pois os sacerdotes e os levitas, e disse-lhes: Sahi pelas cidades de Judah, e ajuntae o dinheiro de todo o Israel para reparar a casa do vosso Deus de anno em anno; e vós apressae este negocio. Porém os levitas não se apressaram.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chamou a Joiada, o chefe, e disse-lhe: Porque não fizeste inquirição entre os levitas: para que trouxessem de Judah e de Jerusalem a offerta de Moysés, servo do Senhor, e da congregação d'Israel, á tenda do testemunho?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sendo Athalia impia, seus filhos arruinaram a casa de Deus, e até todas as coisas sagradas da casa do Senhor empregaram em Baalin.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 o rei ordem e fizeram uma arca, e a pozeram fóra, á porta da casa do Senhor.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publicou-se em Judah e em Jerusalem que trouxessem ao Senhor a offerta de Moysés, o servo do Senhor, imposta a Israel no deserto.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todos os principes, e todo o povo se alegraram, e a trouxeram e a lançaram na arca, até que a acabaram de lançar.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ao tempo que traziam a arca pelas mãos dos levitas, segundo o mandado do rei, e vendo que já havia muito dinheiro, vinha o escrivão do rei, e o deputado do summo sacerdote, e esvaziavam a arca, e a tomavam, e a tornavam ao seu logar: assim faziam de dia em dia, e ajuntaram dinheiro em abundancia,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o rei e Joiada davam aos que tinham cargo da obra do serviço da casa do Senhor; e alugaram pedreiros e carpinteiros, para renovarem a casa do Senhor; como tambem ferreiros e serralheiros, para repararem a casa do Senhor.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que tinham cargo da obra faziam que a reparação da obra fosse crescendo pela sua mão: e restauraram a casa de Deus no seu estado, e a fortaleceram.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depois de acabarem, trouxeram o resto do dinheiro para diante do rei e de Joiada, e d'elle fez vasos para a casa do Senhor, vasos para ministrar, e offerecer, e perfumadores e vasos d'oiro e de prata. E continuamente sacrificaram holocaustos na casa do Senhor, todos os dias de Joiada.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envelheceu Joiada, e morreu farto de dias: era da edade de cento e trinta annos quando morreu.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sepultaram na cidade de David com os reis; porque tinha feito bem em Israel, e para com Deus e a sua casa.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depois da morte de Joiada vieram os principes de Judah e prostraram-se perante o rei: e o rei os ouviu.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deixaram a casa do Senhor, Deus de seus paes, e serviram as imagens do bosque e os idolos: então veiu grande ira sobre Judah e Jerusalem por causa d'esta sua culpa.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enviou prophetas entre elles, para os fazer tornar ao Senhor, os quaes protestaram contra elles; mas elles não deram ouvidos.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Espirito de Deus revestiu a Zacharias, filho do sacerdote Joiada, o qual se poz em pé acima do povo, e lhes disse: Assim diz Deus: Porque transgredis os mandamentos do Senhor? portanto não prosperareis; porque deixastes ao Senhor, tambem elle vos deixará.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conspiraram contra elle, e o apedrejaram com pedras, pelo mandado do rei, no pateo da casa do Senhor.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o rei Joás não se lembrou da beneficencia que seu pae Joiada lhe fizera, porém matou-lhe o filho, o qual, morrendo, disse: O Senhor o verá, e o requererá.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succedeu, no decurso de um anno, que o exercito da Syria subiu contra elle, e vieram a Judah e a Jerusalem, e destruiram d'entre o povo a todos os principes do povo; e todo o seu despojo enviaram ao rei de Damasco.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ainda que o exercito dos syros viera com poucos homens, comtudo o Senhor deu na sua mão um exercito de grande multidão, porquanto deixaram ao Senhor, Deus de seus paes. Assim executaram os juizos contra Joás.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retirando-se d'elle (porque em grandes enfermidades o deixaram) seus servos conspiraram contra elle por causa do sangue do filho do sacerdote Joiada, e o mataram na sua cama, e morreu: e o sepultaram na cidade de David, porém não o sepultaram nos sepulchros dos reis.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24:26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pois foram os que conspiraram contra elle: Zabad, filho de Simeath, a ammonita, e Jozabat, filho de Simreth, a moabita.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24:27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quanto a seus filhos, e á grandeza do cargo que se lhe impôz, e ao estabelecimento da casa de Deus, eis que está escripto na historia do livro dos reis: e Amasias, seu filho, reinou em seu logar.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