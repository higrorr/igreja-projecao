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povo da terra tomou a Joachaz, filho de Josias, e o fizeram rei em logar de seu pae, em Jerusalem.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Joachaz da edade de vinte e tres annos, quando começou a reinar: e tres mezes reinou em Jerusalem.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rei do Egypto o depoz em Jerusalem: e condemnou a terra á contribuição de cem talentos de prata e um talento de oiro.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do Egypto poz a Eliakim, seu irmão, rei sobre Judah e Jerusalem, e mudou-lhe o nome em Joaquim: mas a seu irmão Joachaz tomou Necho, e levou-o para o Egypto.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Joaquim de vinte e cinco annos d'edade, quando começou a reinar: e onze annos reinou em Jerusalem: e fez o que era mau aos olhos do Senhor seu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Subiu pois contra elle Nabucodonosor, rei de Babylonia, e o amarrou com cadeias, para o levar a Babylonia.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alguns dos vasos da casa do Senhor levou Nabucodonosor, a Babylonia, e pôl-os no seu templo em Babylonia.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mais dos successos de Joaquim, e as suas abominações que fez, e o mais que se achou n'elle, eis que está escripto no livro dos reis d'Israel e de Judah: e Joaquim, seu filho, reinou em seu logar.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Joaquim da edade d'oito annos, quando começou a reinar: e tres mezes e dez dias reinou em Jerusalem: e fez o que era mau aos olhos do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decurso d'um anno enviou o rei Nabucodonosor, e mandou trazel-o a Babylonia, com os mais preciosos vasos da casa do Senhor; e poz a Zedekias, seu irmão, rei sobre Judah e Jerusalem.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Zedekias da edade de vinte e cinco annos, quando começou a reinar: e onze annos reinou em Jerusalem.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era mau aos olhos do Senhor seu Deus; nem se humilhou perante o propheta Jeremias, que fallava da parte do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mais d'isto, tambem se rebellou contra o rei Nabucodonosor, que o tinha ajuramentado por Deus; mas endureceu a sua cerviz, e tanto se obstinou no seu coração, que se não converteu ao Senhor, Deus d'Israel.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todos os chefes dos sacerdotes e o povo augmentavam de mais em mais as transgressões, segundo todas as abominações dos gentios: e contaminaram a casa do Senhor, que elle tinha sanctificado em Jerusalem.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Senhor, Deus de seus paes, lhes enviou a sua palavra pelos seus mensageiros, madrugando, e enviando-lh'os; porque se compadeceu do seu povo e da sua habitação.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zombaram dos mensageiros de Deus, e desprezaram as suas palavras, e mofaram dos seus prophetas; até o furor do Senhor tanto subiu contra o seu povo, que mais nenhum remedio houve.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fez subir contra elles o rei dos chaldeos, o qual matou os seus mancebos á espada, na casa do seu sanctuario; e não teve piedade nem dos mancebos, nem das donzellas, nem dos velhos, nem dos decrepitos: a todos os deu na sua mão.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vasos da casa de Deus, grandes e pequenos, e os thesouros da casa do Senhor, e os thesouros do rei e dos seus principes, tudo levou para Babylonia.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queimaram a casa do Senhor, e derrubaram o muro de Jerusalem: e todos os seus palacios queimaram a fogo, destruindo tambem todos os seus preciosos vasos.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escaparam da espada levou para Babylonia: e fizeram-se servos, d'elle e de seus filhos, até ao reinado do reino da Persia.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se cumprisse a palavra do Senhor, pela bocca de Jeremias, até que a terra se agradasse dos seus sabbados: todos os dias da assolação repousou, até que os setenta annos se cumpriram.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no primeiro anno de Cyro, rei da Persia (para que se cumprisse a palavra do Senhor pela bocca de Jeremias), despertou o Senhor o espirito de Cyro, rei da Persia, o qual fez passar pregão por todo o seu reino, como tambem por escripto, dizendo: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Cyro, rei da Persia: O Senhor, Deus dos céus, me deu todos os reinos da terra, e me encarregou de lhe edificar uma casa em Jerusalem, que está em Judah; quem de vós ha entre todo o seu povo, o Senhor seu Deus seja com elle, e suba.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