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d'isto, os filhos de Moab, e os filhos d'Ammon, e com elles outros de mais dos ammonitas, vieram á peleja contra Josaphat.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alguns que deram aviso a Josaphat, dizendo: Vem contra ti uma grande multidão d'além do mar e da Syria: e eis-que já estão em Hatson-*thamar, que é Engedi.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Josaphat temeu, e poz-se a buscar o Senhor; e apregoou jejum em todo o Judah.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Judah se ajuntou, para pedir soccorro ao Senhor: tambem de todas as cidades de Judah vieram para buscarem ao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Josaphat em pé na congregação de Judah e de Jerusalem, na casa do Senhor, diante do pateo novo.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Ah Senhor, Deus de nossos paes, porventura não és tu Deus nos céus? pois tu és Dominador sobre todos os reinos das gentes, e na tua mão ha força e potencia, e não ha quem te possa resistir.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Porventura, ó Deus nosso, não lançaste tu fóra os moradores d'esta terra, de diante do teu povo Israel, e a déste á semente d'Abrahão, teu amigo, para sempre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n'ella; e edificaram-te n'ella um sanctuario ao teu nome,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algum mal nos sobrevier, espada, juizo, peste, ou fome, nós nos apresentaremos diante d'esta casa e diante de ti; pois teu nome está n'esta casa; e clamaremos a ti na nossa angustia, e tu nos ouvirás e livrarás.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eis que os filhos d'Ammon e de Moab, e os das montanhas de Seir, pelos quaes não permittiste passar a Israel, quando vinham da terra do Egypto; mas d'elles se desviaram e não os destruiram;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nos dão o pago, vindo para lançar-nos fóra da tua herança, que nos fizeste herdar.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Deus nosso, porventura não os julgarás? porque em nós não ha força perante esta grande multidão que vem contra nós, e não sabemos nós o que faremos; porém os nossos olhos estão postos em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Judah estava em pé perante o Senhor, como tambem as suas creanças, as suas mulheres, e os seus filhos.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o espirito do Senhor, no meio da congregação, sobre Jahaziel, filho de Zacharias, filho de Benaias, filho de Jehiel, filho de Mattanias, levita, dos filhos de Asaf,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Dae ouvidos todo o Judah, e vós, moradores de Jerusalem, e tu, ó rei Josaphat: assim o Senhor vos diz: Não temaes, nem vos assusteis por causa d'esta grande multidão; pois a peleja não é vossa, senão de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Ámanhã descereis contra elles; eis que sobem pela ladeira de Zis, e os achareis no fim do valle, diante do deserto de Jeruel.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N'esta peleja não tereis que pelejar: parae-vos, estae em pé, e vêde a salvação do Senhor para comvosco, ó Judah e Jerusalem; não temaes, nem vos assusteis, ámanhã sahi-lhes ao encontro, porque o Senhor será comvosco.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Josaphat se prostrou com o rosto em terra: e todo o Judah e os moradores de Jerusalem se lançaram perante o Senhor, adorando ao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os levitas, dos filhos dos kohathitas, e dos filhos dos korathitas, para louvarem ao Senhor Deus d'Israel, com grande voz até ao alto.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manhã cedo se levantaram e sairam ao deserto de Tekoa: e, saindo elles, poz-se em pé Josaphat, e disse: Ouvi-me, ó Judah, e vós, moradores de Jerusalem: Crede no Senhor vosso Deus, e estareis seguros; crede nos seus prophetas, e sereis prosperados.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aconselhou-se com o povo, e ordenou cantores para o Senhor, que louvassem a Magestade sancta, saindo diante dos armados, e dizendo: Louvae ao Senhor, porque a sua benignidade dura para sempre.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tempo que começaram com jubilo e louvor, o Senhor poz emboscadas contra os filhos d'Ammon e de Moab, e os das montanhas de Seir, que vieram contra Judah e foram desbaratados.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d'Ammon e de Moab se levantaram contra os moradores das montanhas de Seir, para os destruir e exterminar: e, acabando elles com os moradores de Seir, ajudaram uns aos outros a destruir-se.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Entretanto chegou Judah á atalaia do deserto: e olharam para a multidão, e eis que eram corpos mortos, que jaziam em terra, e nenhum escapou.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Josaphat e o seu povo para saquear os seus despojos, e acharam n'elles fazenda e cadaveres em abundancia, assim como vasos preciosos, e tomaram para si tanto, que não podiam levar mais: e tres dias saquearam o despojo, porque era muito.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quarto dia se ajuntaram no valle de Beracha; porque ali louvaram o Senhor: por isso chamaram o nome d'aquelle logar o valle de Beracha, até ao dia d'hoje.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 todos os homens de Judah e de Jerusalem, e Josaphat á frente d'elles, para virem a Jerusalem com alegria: porque o Senhor os alegrara ácerca dos seus inimigos.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Jerusalem com alaudes, e com harpas, e com trombetas, para a casa do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 temor de Deus sobre todos os reinos d'aquellas terras, ouvindo elles que o Senhor havia pelejado contra os inimigos d'Israel.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reino de Josaphat ficou quieto: e o seu Deus lhe deu repouso em redor.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 reinou sobre Judah: era da edade de trinta e cinco annos quando começou a reinar e vinte e cinco annos reinou em Jerusalem; e era o nome de sua mãe, Azuba, filha de Silhi.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no caminho d'Asa, seu pae, e não se desviou d'elle, fazendo o que era recto nos olhos do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os altos se não tiraram, porque o povo não tinha ainda preparado o seu coração para com o Deus de seus paes.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resto dos successos de Josaphat, assim primeiros, como ultimos, eis que está escripto nas notas de Jehu, filho de Hanani, que lhe fizeram apontar no livro dos reis de Israel.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depois d'isto Josaphat, rei de Judah, se alliou com Achazias, rei de Israel, que obrou com toda a impiedade.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alliou-se com elle, para fazerem navios que fossem a Tharsis: e fizeram os navios em Esion-geber.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Eliezer, filho de Dodava, de Maresa, prophetizou contra Josaphat, dizendo: Porquanto te alliaste com Achazias, o Senhor despedaçou as tuas obras. E os navios se quebraram, e não poderam ir a Tharsis.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