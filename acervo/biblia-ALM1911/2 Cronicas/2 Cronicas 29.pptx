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Ezequias vinte e cinco annos de edade, quando começou a reinar e reinou vinte e nove annos em Jerusalem: e era o nome de sua mãe Abia, filha de Zacharias.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Senhor, conforme a tudo quanto fizera David seu pae.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Este, no anno primeiro do seu reinado, no mez primeiro, abriu as portas da casa do Senhor, e as reparou.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 os sacerdotes, e os levitas, e os ajuntou na praça oriental,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disse: Ouvi-me, ó levitas, sanctificae-vos agora, e sanctificae a casa do Senhor, Deus de vossos paes, e tirae do sanctuario a immundicia.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nossos paes transgrediram, e fizeram o que era mal aos olhos do Senhor nosso Deus, e o deixaram; e desviaram os seus rostos do tabernaculo do Senhor, e lhe deram as costas.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fecharam as portas do alpendre, e apagaram as lampadas, e não queimaram incenso nem offereceram holocaustos no sanctuario, ao Deus de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veiu grande ira do Senhor sobre Judah e Jerusalem, e os entregou á perturbação, á assolação, e ao assobio, como vós o estaes vendo com os vossos olhos.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nossos paes cairam á espada, e nossos filhos, e nossas filhas, e nossas mulheres por isso estiveram em captiveiro.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me tem vindo ao coração, que façamos um concerto com o Senhor, Deus de Israel; para que se desvie de nós o ardor da sua ira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filhos meus, não sejaes negligentes; pois o Senhor vos tem escolhido para estardes diante d'elle para o servirdes, e para serdes seus ministros e queimadores de incenso.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levantaram os levitas, Mahath, filho d'Amasai, e Joel filho de Azarias, dos filhos dos kohathitas: e dos filhos de Merari, Kis, filho d'Abdi, e Azarias, filho de Jehalelel: e dos gersonitas, Joah, filho de Zimma, e Eden filho de Joah;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d'entre os filhos de Elisaphan, Simri e Jeiel: d'entre os filhos d'Asaph, Zacharias e Matthanias: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d'entre os filhos d'Heman, Jehiel e Simei: e d'entre os filhos de Jeduthun, Semaias e Uziel.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 a seus irmãos, e sanctificaram-se e vieram conforme ao mandado do rei, pelas palavras do Senhor, para purificarem a casa do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sacerdotes entraram dentro da casa do Senhor, para a purificar, e tiraram para fóra, ao pateo da casa do Senhor, toda a immundicia que acharam no templo do Senhor: e os levitas a tomaram, para a levarem para fóra, ao ribeiro de Cedron.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Começaram pois a sanctificar ao primeiro do mez primeiro: e ao oitavo dia do mez vieram ao alpendre do Senhor, e sanctificaram a casa do Senhor em oito dias: e no dia decimo sexto do primeiro mez acabaram.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entraram para dentro, ao rei Ezequias, e disseram: Já purificámos toda a casa do Senhor, como tambem o altar do holocausto com todos os seus vasos e a mesa da proposição com todos os seus vasos.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todos os vasos que o rei Achaz no seu reinado lançou fóra, na sua transgressão, já preparámos e sanctificámos: e eis que estão diante do altar do Senhor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Ezequias se levantou de madrugada, e ajuntou os maioraes da cidade, e subiu á casa do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 sete novilhos e sete carneiros, e sete cordeiros, e sete bodes, para sacrificio pelo peccado, pelo reino, e pelo sanctuario, e por Judah, e disse aos filhos de Aarão, os sacerdotes, que os offerecessem sobre o altar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mataram os bois, e os sacerdotes tomaram o sangue e o espargiram sobre o altar: tambem mataram os carneiros, e espargiram o sangue sobre o altar: similhantemente mataram os cordeiros, e espargiram o sangue sobre o altar.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trouxeram os bodes para sacrificio pelo peccado, perante o rei e a congregação, e lhes impozeram as suas mãos.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sacerdotes os mataram, e com o seu sangue fizeram expiação do peccado sobre o altar, para reconciliar a todo o Israel: porque o rei tinha ordenado que se fizesse aquelle holocausto e sacrificio pelo peccado, por todo o 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os levitas na casa do Senhor com cymbalos, com alaudes, e com harpas, conforme ao mandado de David e de Gad, o vidente do rei, e do propheta Nathan: porque este mandado veiu do Senhor, por mão de seus prophetas.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pois os levitas em pé com os instrumentos de David, e os sacerdotes com as trombetas.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ordem Ezequias que offerecessem o holocausto sobre o altar, e ao tempo em que começou o holocausto, começou tambem o canto do Senhor, com as trombetas e com os instrumentos de David, rei de Israel.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congregação se prostrou, quando cantavam o canto, e as trombetas se tocavam: tudo isto até o holocausto se acabar.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acabando de o offerecer, o rei e todos quantos com elle se acharam se prostraram e adoraram.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Ezequias, e os maioraes, aos levitas que louvassem ao Senhor com as palavras de David, e d'Asaph, o vidente. E o louvaram com alegria e se inclinaram e adoraram.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Ezequias, e disse: Agora vos consagrastes a vós mesmos ao Senhor; chegae-vos e trazei sacrificios e offertas de louvor á casa do Senhor. E a congregação trouxe sacrificios e offertas de louvor, e todo o voluntario de coração, holocaustos.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numero dos holocaustos, que a congregação trouxe, foi de setenta bois, cem carneiros, duzentos cordeiros: tudo isto em holocausto para 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Houve, tambem de coisas consagradas, seiscentos bois e tres mil ovelhas.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Eram porém os sacerdotes mui poucos, e não podiam esfolar a todos os holocaustos; pelo que seus irmãos os levitas os ajudaram, até a obra se acabar, e até que os outros sacerdotes se sanctificaram; porque os levitas foram mais rectos de coração, para se sanctificarem, do que os sacerdotes.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tambem holocaustos em abundancia, com a gordura das offertas pacificas, e com as offertas de licor para os holocaustos. Assim se estabeleceu o ministerio da casa do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Ezequias, e todo o povo se alegraram, de que Deus tinha preparado o povo; porque apressuradamente se fez esta obra.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