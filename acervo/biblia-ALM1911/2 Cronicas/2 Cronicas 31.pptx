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acabando tudo isto, todos os israelitas que ali se acharam sairam ás cidades de Judah e quebraram as estatuas cortaram os bosques, e derribaram os altos e altares por toda Judah e Benjamin, como tambem em Ephraim e Manasseh, até que tudo destruiram: então tornaram todos os filhos de Israel, cada um para sua possessão, para as cidades d'elles.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estabeleceu Ezequias as turmas dos sacerdotes e levitas, segundo as suas turmas, a cada um segundo o seu ministerio; aos sacerdotes e levitas para o holocausto e para as offertas pacificas; para ministrarem, e louvarem, e cantarem, ás portas dos arraiaes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estabeleceu a parte da fazenda do rei para os holocaustos; para os holocaustos da manhã e da tarde, e para os holocaustos dos sabbados, e das luas novas, e das solemnidades: como está escripto na lei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ordenou ao povo, aos moradores de Jerusalem, que dessem a parte dos sacerdotes e levitas; para que se podessem esforçar na lei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que este dito se divulgou, os filhos de Israel trouxeram muitas primicias de trigo, mosto, e azeite, e mel, e de toda a novidade do campo: tambem os dizimos de tudo trouxeram em abundancia.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filhos de Israel e de Judah, que habitavam na cidade de Judah tambem trouxeram dizimos das vaccas e das ovelhas, e dizimos das coisas sagradas que foram consagradas ao Senhor seu Deus: e fizeram muitos montões.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terceiro mez começaram a fazer os primeiros montões: e no setimo mez acabaram.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Ezequias e os principes, e vendo aquelles montões, bemdisseram ao Senhor e ao seu povo 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perguntou Ezequias aos sacerdotes e aos levitas ácerca d'aquelles montões.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Azarias, o summo sacerdote da casa de Zadok, lhe fallou, dizendo: Desde que esta offerta se começou a trazer á casa do Senhor, houve que comer e de que se fartar, e ainda sobejo em abundancia; porque o Senhor bemdisse ao seu povo, e sobejou esta abastança.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Ezequias que se preparassem camaras na casa do Senhor, e as prepararam.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metteram fielmente as offertas, e os dizimos, e as coisas consagradas: e tinha cargo d'isto Conanias, o levita maioral, e Simei, seu irmão, o segundo.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Jehiel, e Azarias, e Nahath, e Asahel, e Jerimoth, e Jozabad, e Eliel, e Ismachias, e Mahath, e Benaias, eram superintendentes debaixo da mão de Conanias e Simei seu irmão, por mandado do rei Ezequias, e de Azarias, maioral da casa de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Kore filho de Jimna, o levita, porteiro da banda do oriente, tinha cargo das offertas voluntarias de Deus, para distribuir as offertas alçadas do Senhor e as coisas sanctissimas.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debaixo das suas ordens estavam Eden, e Miniamin, e Jesua, e Semaias, Amorias, e Sechanias nas cidades dos sacerdotes, para distribuirem com fidelidade a seus irmãos, segundo as suas turmas, tanto aos pequenos como aos grandes;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dos que estavam contados pelas genealogias dos machos, da edade de tres annos e d'ahi para cima; a todos os que entravam na casa do Senhor, para a obra de cada dia no seu dia, pelo seu ministerio nas suas guardas, segundo as suas turmas.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estavam contados pelas genealogias dos sacerdotes, segundo a casa de seus paes; como tambem os levitas, da edade de vinte annos e d'ahi para cima, nas suas guardas, segundo as suas turmas: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conforme ás genealogias, com todas as suas creanças, suas mulheres, e seus filhos, e suas filhas, por toda a congregação: porque com fidelidade estes se sanctificavam nas coisas consagradas.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d'entre os filhos d'Aarão havia sacerdotes nos campos dos arrabaldes das suas cidades, em cada cidade, homens que foram contados pelos seus nomes para distribuirem as porções a todo o macho entre os sacerdotes e a todos os que estavam contados pelas genealogias entre os levitas.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fez Ezequias em todo o Judah: e fez o que era bom, e recto, e verdadeiro, perante o Senhor seu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 a obra que começou no serviço da casa de Deus, e na lei, e nos mandamentos, para buscar a seu Deus, com todo o seu coração o fez, e prosperou.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