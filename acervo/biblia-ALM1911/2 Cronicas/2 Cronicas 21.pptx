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Josaphat dormiu com seus paes, e o sepultaram com seus paes na cidade de David: e Jorão, seu filho, reinou em seu logar.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irmãos, filhos de Josaphat: Azarias, e Jehiel, e Zacharias, e Asarias, e Michael, e Sephatias: todos estes foram filhos de Josaphat, rei d'Israel.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pae lhes deu muitos dons de prata, e d'oiro, e de coisas preciosissimas, com cidades fortes em Judah: porém o reino deu a Jorão, porquanto era o primogenito.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subindo Jorão ao reino de seu pae, e havendo-se fortificado, matou a todos os seus irmãos á espada, como tambem a alguns dos principes d'Israel.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edade de trinta e dois annos era Jorão quando começou a reinar; e reinou oito annos em Jerusalem.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no caminho dos reis d'Israel, como fazia a casa de Achab; porque tinha a filha de Achab por mulher: e fazia o que parecia mal aos olhos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não quiz destruir a casa de David, em attenção ao concerto que tinha feito com David: e porque tambem tinha dito que lhe daria por todos os dias uma lampada, a elle e a seus filhos.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dias se revoltaram os idumeos de debaixo do mando de Judah, e constituiram para si um 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Jorão passou adiante com os seus chefes, e todos os carros com elle: e levantou-se de noite, e feriu aos idumeos, que o tinham cercado, como tambem aos capitães dos carros.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os idumeos se revoltaram de debaixo do mando de Judah até ao dia d'hoje; então no mesmo tempo Libna se revoltou de debaixo de seu mando; porque deixara ao Senhor, Deus de seus paes.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tambem fez altos nos montes de Judah: e fez com que fornicassem os moradores de Jerusalem, e até a Judah impelliu a isso.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veiu um escripto da parte d'Elias o propheta, que dizia: Assim diz o Senhor, Deus de David teu pae: Porquanto não andaste nos caminhos de Josaphat, teu pae, e nos caminhos d'Asa, rei de Judah,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andaste no caminho dos reis d'Israel, e fizeste fornicar a Judah e aos moradores de Jerusalem, segundo a fornicação da casa d'Achab, e tambem mataste a teus irmãos, da casa de teu pae, melhores do que tu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Eis-que o Senhor ferirá com um grande flagello ao teu povo, e aos teus filhos, e ás tuas mulheres e a todas as tuas fazendas.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tambem terás uma grande enfermidade por causa d'uma doença de tuas entranhas, até que te saiam as tuas entranhas, por causa da enfermidade, de dia em 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Despertou pois o Senhor, contra Jorão o espirito dos philisteos e dos arabios, que estão da banda dos ethiopes.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subiram a Judah, e deram sobre ella, e levaram toda a fazenda, que se achou na casa do rei, como tambem a seus filhos e a suas mulheres; de modo que lhe não deixaram filho, senão a Joachaz, o mais moço de seus filhos.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tudo isto o Senhor o feriu nas suas entranhas com uma enfermidade incuravel.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de muitos dias, e chegado que foi o fim de dois annos, sairam-lhe as entranhas com a doença; e morreu de más enfermidades: e o seu povo lhe não fez uma queimada como a queimada de seus paes.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da edade de trinta e dois annos quando começou a reinar, e reinou em Jerusalem oito annos: e foi-se sem deixar de si saudades algumas; e o sepultaram na cidade de David, porém não nos sepulchros dos reis.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