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 o povo tomou a Uzias, que era da edade de dezeseis annos, e o fizeram rei em logar de seu pae Amasias.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edificou a Elod, e a restituiu a Judah, depois que o rei adormeceu com seus paes.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Uzias da edade de dezeseis annos quando começou a reinar, e cincoenta e cinco annos reinou em Jerusalem: e era o nome de sua mãe Jecholia, de Jerusalem.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Senhor; conforme a tudo o que fizera Amasias seu pae.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deu-se a buscar a Deus nos dias de Zacharias, entendido nas visões de Deus: e nos dias em que buscou ao Senhor Deus o fez prosperar.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saiu, e guerreou contra os philisteos, e quebrou o muro de Gath, e o muro de Jabne, e o muro d'Asdod: e edificou cidades em Asdod, e entre os philisteos.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o ajudou contra os philisteos e contra os arabios que habitavam em Gur-baal, e contra os meunitas.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ammonitas deram presentes a Uzias: e o seu renome foi espalhado até á entrada do Egypto, porque se fortificou altamente.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Uzias edificou torres em Jerusalem, á porta da esquina, e á porta do valle, e aos angulos, e as fortificou.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torres no deserto, e cavou muitos poços; porque tinha muito gado, tanto nos valles como nas campinas; lavradores e vinhateiros, nos montes e nos campos ferteis; porque era amigo da agricultura.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tambem Uzias um exercito d'homens destros na guerra, que sahiam ao exercito em tropas, segundo o numero da sua mostra, por mão de Jeiel, chanceler, e Maaseias, official, debaixo da mão d'Hananias, um dos principes do 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numero dos chefes dos paes, varões valentes, era de dois mil e seiscentos.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debaixo das suas ordens havia um exercito guerreiro de trezentos e sete mil e quinhentos homens, que faziam a guerra com força bellicosa, para ajudar o rei contra os inimigos.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preparou-lhes Uzias, para todo o exercito, escudos, e lanças, e capacetes, e couraças e arcos; e até fundas para atirar pedras.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em Jerusalem machinas da invenção d'engenheiros, que estivessem nas torres e nos cantos, para atirarem frechas e grandes pedras: e voou a sua fama até muito longe; porque foi maravilhosamente ajudado, até que se fortificou.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havendo-se já fortificado, exaltou-se o seu coração até se corromper: e transgrediu contra o Senhor, seu Deus, porque entrou no templo do Senhor para queimar incenso no altar do incenso.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sacerdote Azarias entrou após elle, e com elle oitenta sacerdotes do Senhor, varões valentes.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resistiram ao rei Uzias, e lhe disseram: A ti, Uzias, não compete queimar incenso perante o Senhor, mas aos sacerdotes, filhos d'Aarão, que são consagrados para queimar incenso; sae do sanctuario, porque transgrediste; e não será isto para honra tua da parte do Senhor Deus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Uzias se indignou: e tinha o incensario na sua mão para queimar incenso: indignando-se elle pois contra os sacerdotes, a lepra lhe saiu á testa perante os sacerdotes, na casa do Senhor, junto ao altar do incenso;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summo sacerdote Azarias olhou para elle, como tambem todos os sacerdotes, e eis que já estava leproso na sua testa, e apressuradamente o lançaram fóra: e até elle mesmo se deu pressa a sair, visto que o Senhor o ferira.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ficou leproso o rei Uzias até ao dia da sua morte: e morou, por ser leproso, n'uma casa separada, porque foi excluido da casa do Senhor: e Jothão, seu filho, tinha o cargo da casa do rei, julgando o povo da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ao mais dos successos d'Uzias, tanto os primeiros como os derradeiros, o propheta Isaias, filho d'Amós, o escreveu.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Uzias com seus paes, e o sepultaram com seus paes no campo do sepulchro que era dos reis; porque disseram: Leproso é. E Jothão,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