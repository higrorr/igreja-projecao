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Achaz vinte annos d'edade, quando começou a reinar, e dezeseis annos reinou em Jerusalem: e não fez o que era recto aos olhos do Senhor, como David seu pae.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andou nos caminhos dos reis d'Israel, e, de mais d'isto, fez imagens fundidas a Baalim.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queimou incenso no valle do filho d'Hinnom, e queimou a seus filhos no fogo, conforme ás abominações dos gentios que o Senhor tinha desterrado de diante dos filhos d'Israel.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sacrificou, e queimou incenso nos altos e nos outeiros, como tambem debaixo de toda a arvore verde.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 Senhor seu Deus o entregou na mão do rei dos syros, os quaes o feriram, e levaram d'elle em captiveiro uma grande multidão de presos, que trouxeram a Damasco: tambem foi entregue na mão do rei d'Israel, o qual o feriu de grande ferida.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Peka, filho de Remalias, matou n'um dia em Judah cento e vinte mil, todos homens bellicosos; porquanto deixaram ao Senhor, Deus de seus paes.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Zichri, varão potente de Ephraim, matou a Maasias, filho do rei, e a Azrikam, o mordomo, e a Elkana, o segundo depois do rei.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d'Israel levaram presos de seus irmãos duzentos mil, mulheres, filhos e filhas: e saquearam tambem d'elles grande despojo, e trouxeram o despojo para Samaria.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 ali um propheta do Senhor, cujo nome era Oded, o qual saiu ao encontro do exercito que vinha para Samaria, e lhe disse: Eis que, irando-se o Senhor Deus de vossos paes contra Judah, os entregou na vossa mão, e vós os matastes com uma raiva tal, que chegou até aos céus.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vós cuidaes em sujeitar a vós os filhos de Judah e Jerusalem, como captivos e captivas: porventura não sois vós mesmos aquelles entre os quaes ha culpas contra o Senhor vosso Deus?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ouvi-me, e tornae a enviar os prisioneiros que trouxestes presos de vossos irmãos; porque o ardor da ira do Senhor está sobre vós.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levantaram alguns homens d'entre os chefes dos filhos d'Ephraim; Azarias, filho de Johanan, Berechias, filho de Mesillemoth, e Jehizkias filho de Sallum, e Amasa, filho de Hadlai, contra os que voltavam da batalha.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lhes disseram: Não fareis entrar aqui estes presos, porque, em relação á nossa culpa contra o Senhor, vós intentaes accrescentar mais a nossos peccados e a nossas culpas, sendo que já temos tanta culpa, e já o ardor da ira está sobre Israel.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homens armados deixaram os presos e o despojo diante dos maioraes e de toda a congregação.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homens que foram apontados por seus nomes se levantaram, e tomaram os presos, e vestiram do despojo a todos os que d'entre elles estavam nús; e os vestiram, e os calçaram, e lhes deram de comer e de beber, e os ungiram, e a todos os que estavam fracos levaram sobre jumentos, e os trouxeram a Jericó, á cidade das palmeiras, a seus irmãos: depois voltaram para Samaria.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 o rei Achaz enviou aos reis d'Assyria, a pedir que o ajudassem.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mais d'isto tambem os idumeos vieram, e feriram a Judah, e levaram presos em captiveiro.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philisteos deram sobre as cidades da campina e do sul de Judah, e tomaram a Beth-semes, e Aijalon, e a Gederot e a Socoh, e os logares da sua jurisdicção, e a Thimna, e os logares da sua jurisdicção, e a Gimzo, e os logares da sua jurisdicção: e habitaram ali.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humilhou a Judah por causa d'Achaz, rei d'Israel; porque abandonou a Judah, que de todo se dera a prevaricar contra o Senhor.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elle Tilgath-pilneser, rei d'Assyria; porém o poz em aberto, e não o corroborou.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Achaz tomou uma porção da casa do Senhor, e da casa do rei, e dos principes, e a deu ao rei d'Assyria; porém não o ajudou.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tempo em que este o apertou, então ainda mais transgrediu contra o Senhor, tal era o rei Achaz.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sacrificou aos deuses de Damasco, que o feriram, e disse: Visto que os deuses dos reis da Syria os ajudam, eu lhes sacrificarei, para que me ajudem a mim. Porém elles foram a sua ruina, e de todo o Israel.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ajuntou Achaz os vasos da casa do Senhor, e fez em pedaços os vasos da casa de Deus, e fechou as portas da casa do Senhor, e fez para si altares em todos os cantos de Jerusalem.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em cada cidade de Judah fez altos para queimar incenso a outros deuses: assim provocou á ira o Senhor, Deus de seus paes.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resto pois de seus successos e de todos os seus caminhos, tanto os primeiros como os derradeiros, eis que está escripto no livro dos reis de Judah e de Israel.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dormiu Achaz com seus paes, e o sepultaram na cidade, em Jerusalem, porém não o pozeram nos sepulchros dos reis de Israel: e Ezequias, seu filho, reinou em seu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