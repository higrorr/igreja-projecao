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succedeu, ao cabo de vinte annos, nos quaes Salomão edificou a casa do Senhor, e a sua propria casa,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Salomão edificou as cidades que Hurão lhe tinha dado; e fez habitar n'ellas os filhos d'Israel.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foi Salomão a Hamath Zoba, e a tomou.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edificou a Tadmor no deserto, e todas as cidades das munições, que edificou em Hamath.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Edificou tambem a alta Beth-horon, e a baixa Beth-horon; cidades fortes com muros, portas e ferrolhos;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a Baalath, e todas as cidades das munições, que Salomão tinha, e todas as cidades dos carros e as cidades dos cavalleiros; e tudo quanto, conforme ao seu desejo, Salomão quiz edificar em Jerusalem, e no Libano, e em toda a terra do seu dominio.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todo o povo, que tinha ficado dos hetheos, e amorrheos, e pherezeos, e heveos, e jebuseos, que não eram d'Israel,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seus filhos, que ficaram depois d'elles na terra, os quaes os filhos d'Israel não destruiram, Salomão os fez tributarios, até ao dia d'hoje.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dos filhos d'Israel, a quem Salomão não fez servos para sua obra (mas eram homens de guerra, chefes dos seus capitães, e chefes dos seus carros, e dos seus cavalleiros),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D'estes pois eram os chefes dos officiaes que o rei Salomão tinha, duzentos e cincoenta, que presidiam sobre o povo.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fez subir a filha de Pharaó da cidade de David para a casa que lhe tinha edificado; porque disse: Minha mulher não morará na casa de David, rei d'Israel, porquanto sanctos são os logares nos quaes entrou a arca do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Salomão offereceu holocaustos ao Senhor, sobre o altar do Senhor, que tinha edificado diante do portico: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segundo a ordem de cada dia, offerecendo o mandamento de Moysés, nos sabbados e nas luas novas, e nas solemnidades, tres vezes no anno: na festa dos pães asmos, e na festa das semanas, e na festa das tendas.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Tambem, conforme á ordem de David seu pae, ordenou as turmas dos sacerdotes nos seus ministerios, como tambem as dos levitas ácerca de suas guardas, para louvarem a Deus, e ministrarem diante dos sacerdotes, segundo a ordenação de cada dia, e os porteiros pelas suas turmas a cada porta: porque tal era o mandado de David, o homem de Deus.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se desviaram do mandado do rei aos sacerdotes e levitas, em negocio nenhum, nem ácerca dos thesouros.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preparou toda a obra de Salomão, desde o dia da fundação da casa do Senhor, até se acabar: e assim se aperfeiçoou a casa do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foi Salomão a Esion-geber, e a Eloth, á praia do mar, na terra d'Edom.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enviou-lhe Hurão, por mão de seus servos, navios, e servos praticos do mar, e foram com os servos de Salomão a Ophir, e tomaram de lá quatrocentos e cincoenta talentos d'oiro: e os trouxeram ao rei Salomão.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