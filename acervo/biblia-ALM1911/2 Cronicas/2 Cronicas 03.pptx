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começou Salomão a edificar a casa do Senhor em Jerusalem, no monte de Moria, onde o Senhor se tinha mostrado a David seu pae, no logar que David tinha preparado na eira d'Ornan, jebuseo.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começou a edificar no segundo mez, no dia segundo, no anno quarto do seu reinado.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foram os fundamentos que Salomão poz para edificar a casa de Deus: o comprimento em covados, segundo a medida primeira, de sessenta covados, e a largura de vinte covados.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alpendre, que estava na frente, de comprimento segundo a largura da casa, era de vinte covados, e a altura de cento e vinte: o que dentro cobriu com oiro puro.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casa grande cobriu com madeira de faia; e então a cobriu com oiro fino: e fez sobre ella palmas e cadeias.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 casa adornou de pedras preciosas para ornamento: e o oiro era oiro de Parvaim.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na casa cobriu as traves, os umbraes, e as suas paredes, e as suas portas, com oiro: e lavrou cherubins nas paredes.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mais a casa da sanctidade das sanctidades, cujo comprimento, segundo a largura da casa, era de vinte covados, e a sua largura de vinte covados: e cobriu-a de oiro fino, do peso de seiscentos talentos.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peso dos pregos era de cincoenta siclos d'oiro: e os cenaculos cobriu d'oiro.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fez na casa da sanctidade das sanctidades dois cherubins de feição d'andantes, e cobriu-os d'oiro.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quanto ás azas dos cherubins, o seu comprimento era de vinte covados; a aza d'um d'elles de cinco covados, e tocava na parede da casa; e a outra aza de cinco covados, e tocava na aza do outro cherubim.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 aza do outro cherubim era de cinco covados, e tocava na parede da casa: era tambem a outra aza de cinco covados, e estava pegada á aza do outro cherubim.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azas d'estes cherubins se estendiam vinte covados: e estavam postos em pé, e os seus rostos virados para a casa.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fez o véu de azul, e purpura, e carmezim, e linho fino: e poz sobre elle cherubins.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diante da casa duas columnas de trinta e cinco covados d'altura: e o capitel, que estava sobre cada uma, era de cinco covados.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fez as cadeias, como no oraculo, e as poz sobre as cabeças das columnas: fez tambem cem romãs, as quaes poz entre as cadeias.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 as columnas diante do templo, uma á direita, e outra á esquerda; e chamou o nome da que estava á direita Jachin, e o nome da que estava á esquerda Boaz.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