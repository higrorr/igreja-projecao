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Jothão vinte e cinco annos d'edade, quando começou a reinar, e dezeseis annos reinou em Jerusalem: e era o nome de sua mãe Jerusa, filha de Zadok.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fez o que era recto aos olhos do Senhor, conforme a tudo o que fizera Uzias, seu pae, excepto que não entrou no templo do Senhor. E ainda o povo se corrompia.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edificou a porta alta da casa do Senhor, e tambem edificou muito sobre o muro d'Ophel.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edificou cidades nas montanhas de Judah, e edificou nos bosques castellos e torres.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tambem guerreou contra o rei dos filhos d'Ammon, e prevaleceu sobre elles, de modo que os filhos d'Ammon n'aquelle anno lhe deram cem talentos de prata, e dez mil coros de trigo, e dez mil de cevada: isto lhe trouxeram os filhos d'Ammon tambem o segundo e o terceiro anno.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se fortificou Jothão, porque dirigiu os seus caminhos na presença do Senhor seu Deus.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resto pois dos successos de Jothão, e todas as suas guerras e os seus caminhos eis que está escripto no livro dos reis d'Israel e de Judah.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Tinha vinte e cinco annos d'edade, quando começou a reinar, e dezeseis annos reinou em Jerusalem.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2 Crônicas 27:9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dormiu Jothão com seus paes, e o sepultaram na cidade de David: e Achaz, seu filho, reinou em seu logar.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