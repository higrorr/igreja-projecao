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Abias dormiu com seus paes e o sepultaram na cidade de David; e Asa, seu filho, reinou em seu logar: nos seus dias esteve a terra em paz dez annos.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Asa fez o que era bom e recto aos olhos do Senhor seu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tirou os altares dos deuses estranhos, e os altos: e quebrou as estatuas, e cortou os bosques.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a Judah que buscassem ao Senhor Deus de seus paes, e que observassem a lei e o mandamento.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tirou de todas as cidades de Judah os altos e as imagens do sol: e o reino esteve quieto diante d'elle.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edificou cidades fortes em Judah: porque a terra estava quieta, e não havia guerra contra elle n'aquelles annos; porquanto o Senhor lhe dera repouso.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a Judah: Edifiquemos estas cidades, e cerquemol-as de muros e torres, portas e ferrolhos, emquanto a terra ainda está quieta diante de nós, pois buscámos ao Senhor nosso Deus; buscámol-o, e deu-nos repouso em redor. Edificaram, pois, e prosperaram.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pois Asa um exercito de trezentos mil de Judah que traziam pavez e lança; e duzentos e oitenta mil de Benjamin, que traziam escudo e atiravam d'arco; todos estes eram varões valentes.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Zera, o ethiope, saiu contra elles, com um exercito de mil milhares, e trezentos carros, e chegou até Maresa.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Asa saiu contra elle: e ordenaram a batalha no valle de Zephatha, junto a Maresa.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Asa clamou ao Senhor seu Deus, e disse: Senhor, nada para ti é ajudar, quer o poderoso quer o de nenhuma força; ajuda-nos, pois, Senhor nosso Deus, porque em ti confiamos, e no teu nome viemos contra esta multidão: Senhor, tu és nosso Deus, não prevaleça contra ti o homem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feriu os ethiopes diante d'Asa e diante de Judah: e fugiram os ethiopes.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Asa, e o povo que estava com elle os perseguiram até Gerar, e cairam tantos dos ethiopes, que já não havia n'elles vigor algum; porque foram quebrantados diante do Senhor, e diante do seu exercito: e levaram d'ali mui grande despojo.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feriram todas as cidades nos arredores de Gerar; porque o terror do Senhor estava sobre elles; e saquearam todas as cidades, porque havia n'ellas muita preza.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feriram as malhadas do gado; e levaram ovelhas em abundancia, e camelos, e voltaram para Jerusalem.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