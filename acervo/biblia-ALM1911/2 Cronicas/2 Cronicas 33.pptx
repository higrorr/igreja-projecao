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Tinha Manasses doze annos d'edade, quando começou a reinar, e cincoenta e cinco annos reinou em Jerusalem.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fez o que era mal aos olhos do Senhor, conforme ás abominações dos gentios que o Senhor lançara fóra de diante dos filhos d'Israel.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tornou a edificar os altos que Ezequias , seu pae, tinha derribado; e levantou altares a Baalim, e fez bosques, e prostrou-se diante de todo o exercito dos céus, e o serviu.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edificou altares na casa do Senhor, da qual o Senhor tinha dito: Em Jerusalem estará o meu nome eternamente.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Edificou altares a todo o exercito dos céus, em ambos os pateos da casa do Senhor.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Fez elle tambem passar seus filhos pelo fogo no valle do filho de Hinnom, e usou d'adivinhações e d'agoiros, e de feitiçarias, e ordenou adivinhos e encantadores: e fez muitissimo mal aos olhos do Senhor, para o provocar á ira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poz uma imagem esculpida, o idolo que tinha feito, na casa de Deus, da qual Deus tinha dito a David e a Salomão seu filho: N'esta casa, em Jerusalem, que escolhi de todas as tribus d'Israel, porei eu o meu nome para sempre;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nunca mais removerei o pé d'Israel da terra que ordenei a vossos paes; comtanto que tenham cuidado de fazer tudo o que eu lhes ordenei, conforme a toda a lei, e estatutos, e juizos, dados pela mão de Moysés.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Manasses tanto fez errar a Judah e aos moradores de Jerusalem, que fizeram peior do que as nações que o Senhor tinha destruido de diante dos filhos d'Israel.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fallou o Senhor a Manasses e ao seu povo, porém não deram ouvidos.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o Senhor trouxe sobre elles os principes do exercito do rei d'Assyria, os quaes prenderam a Manasses entre os espinhaes; e o amarraram com cadeias, e o levaram a Babylonia.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elle, angustiado, orou devéras ao Senhor seu Deus, e humilhou-se muito perante o Deus de seus paes;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lhe fez oração, e Deus se aplacou para com elle, e ouviu a sua supplica, e o tornou a trazer a Jerusalem, ao seu reino: então conheceu Manasses que o Senhor era Deus.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depois d'isto edificou o muro de fóra da cidade de David, ao occidente de Gihon, no valle, e á entrada da porta do peixe, e á roda, até Ophel, e o levantou mui alto: tambem poz officiaes valentes em todas as cidades fortes de Judah.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tirou da casa do Senhor os deuses estranhos e o idolo, como tambem todos os altares que tinha edificado no monte da casa do Senhor, e em Jerusalem, e os lançou fóra da cidade.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33:16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reparou o altar do Senhor, e offereceu sobre elle offertas pacificas e de louvor: e mandou a Judah que servissem ao Senhor Deus d'Israel.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33:17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ainda o povo sacrificava nos altos, mas sómente ao Senhor seu Deus.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33:18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resto pois dos successos de Manasses, e a sua oração ao seu Deus, e as palavras dos videntes que lhe fallaram no nome do Senhor, Deus d'Israel, eis que estão nos successos dos reis d'Israel.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33:19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sua oração, e como Deus se aplacou para com elle, e todo o seu peccado, e a sua transgressão, e os logares onde edificou altos, e poz bosques e imagens d'esculptura, antes que se humilhasse, eis que está escripto nos livros dos videntes.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33:20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dormiu Manasses com seus paes, e o sepultaram em sua casa; Amon, seu filho, reinou em seu logar.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33:21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Era Amon de edade de vinte e dois annos, quando começou a reinar, e dois annos reinou em Jerusalem.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33:22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fez o que era mal aos olhos do Senhor, como havia feito Manasses, seu pae; porque Amon sacrificou a todas as imagens d'esculptura que Manasses, seu pae, tinha feito, e as serviu.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33:23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não se humilhou perante o Senhor, como Manasses, seu pae, se humilhara: antes multiplicou Amon os seus delictos.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33:24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conspiraram contra elle os seus servos, e o mataram em sua casa.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33:25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 povo da terra feriu a todos quantos conspiraram contra o rei Amon: e o povo da terra fez reinar em seu logar a Josias, seu filho.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