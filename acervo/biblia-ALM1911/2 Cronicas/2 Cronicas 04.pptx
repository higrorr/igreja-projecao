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fez um altar de metal de vinte covados de comprimento, e de vinte covados de largura, e de dez covados d'altura.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tambem o mar de fundição, de dez covados d'uma borda até a outra, redondo ao redor, e de cinco covados d'alto; cingia-o em roda um cordão de trinta covados.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baixo d'elle havia figuras de bois, que ao redor o cingiam, e por dez covados cercavam aquelle mar ao redor: e tinha duas carreiras de bois, fundidos na sua fundição.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estava sobre doze bois, tres que olhavam para o norte, e tres que olhavam para o occidente, e tres que olhavam para o sul, e tres que olhavam para o oriente; e o mar estava posto sobre elles: e as suas partes posteriores eram para a banda de dentro.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tinha um palmo de grossura, e a sua borda foi feita como a borda d'um copo, ou como uma flôr de lis, da capacidade de tres mil batos.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fez dez pias; e poz cinco á direita, e cinco á esquerda, para lavarem n'ellas; o que pertencia ao holocausto o lavavam n'ellas: porém o mar era para que os sacerdotes se lavassem n'elle.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tambem dez castiçaes d'oiro, segundo a sua forma, e pôl-os no templo, cinco á direita, e cinco á esquerda.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fez dez mesas, e pôl-as no templo, cinco á direita, e cinco á esquerda: tambem fez cem bacias d'oiro.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mais o pateo dos sacerdotes, e o pateo grande: como tambem as portadas para o pateo, e as suas portas cobriu de cobre.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mar poz ao lado direito, para a banda do oriente, defronte do sul.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Hurão fez as caldeiras, e as pás, e as bacias: assim acabou Hurão de fazer a obra, que fazia para o rei Salomão, na casa de Deus.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duas columnas, e os globos, e os dois capiteis sobre as cabeças das columnas: e as duas redes, para cobrir os dois globos dos capiteis, que estavam sobre a cabeça das columnas.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quatrocentas romãs para as duas redes: duas carreiras de romãs para cada rede, para cobrirem os dois globos dos capiteis que estavam em cima das columnas.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fez as bases: e as pias poz sobre as bases;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mar, e os doze bois debaixo d'elle;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Similhantemente os potes, e as pás, e os garfos, e todos os seus vasos, fez Hurão Abihu ao rei Salomão, para a casa do Senhor, de cobre purificado.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campina do Jordão os fundiu o rei na terra argillosa, entre Succoth e Zeredatha.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Salomão todos estes vasos em grande abundancia: porque o peso do cobre se não esquadrinhava.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tambem Salomão todos os vasos que eram para a casa de Deus: como tambem o altar d'oiro, e as mesas, sobre as quaes estavam os pães da proposição.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castiçaes com as suas alampadas d'oiro finissimo, para as accenderem segundo o costume, perante o oraculo.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flores, e as alampadas, e os espivitadores d'oiro, do mais perfeito oiro.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os garfos, e as bacias, e as taças, e os incensarios d'oiro finissimo: e quanto á entrada da casa, as suas portas de dentro da sanctidade das sanctidades, e as portas da casa do templo, eram d'oiro.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