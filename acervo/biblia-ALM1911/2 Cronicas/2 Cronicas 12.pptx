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havendo Roboão confirmado o reino, e havendo-se fortalecido, deixou a lei do Senhor, e com elle todo o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succedeu, no anno quinto do rei Roboão, que Sisak, rei do Egypto, subiu contra Jerusalem (porque tinham transgredido contra o Senhor)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mil e duzentos carros, e com sessenta mil cavalleiros; e era innumeravel a gente que vinha com elle do Egypto, de lybios, suchitas e ethiopes.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as cidades fortes, que Judah tinha; e veiu a Jerusalem.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Semaias, o propheta, a Roboão e aos principes de Judah que se ajuntaram em Jerusalem por causa de Sisak, e disse-lhes: Assim diz o Senhor: Vós me deixastes a mim, pelo que eu tambem vos deixei na mão de Sisak.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humilharam os principes d'Israel, e o rei, e disseram: O Senhor é justo.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 Senhor que se humilhavam, veiu a palavra do Senhor a Semaias, dizendo: Humilharam-se, não os destruirei; antes em breve lhes darei logar d'escaparem, para que o meu furor se não derrame sobre Jerusalem, por mão de Sisak.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serão seus servos: para que conheçam a differença da minha servidão e da servidão dos reinos da terra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Subiu pois Sisak, rei do Egypto, contra Jerusalem, e tomou os thesouros da casa do Senhor, e os thesouros da casa do rei; levou tudo: tambem tomou os escudos d'oiro, que Salomão fizera.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rei Roboão em logar d'elles escudos de cobre, e os entregou na mão dos capitães da guarda, que guardavam a porta da casa do rei.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entrando o rei na casa do Senhor, vinham os da guarda, e os traziam, e os tornavam a pôr na camara da guarda.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humilhando-se elle, a ira do Senhor se desviou d'elle, para que o não destruisse de todo; porque ainda em Judah havia boas coisas.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Fortificou-se pois o rei Roboão em Jerusalem, e reinou; porque Roboão era da edade de quarenta e um annos, quando commeçou a reinar; e dezesete annos reinou em Jerusalem, a cidade que o Senhor escolheu d'entre todas as tribus d'Israel, para pôr ali o seu nome; e era o nome de sua mãe Naama, ammonita.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mal; porquanto não preparou o seu coração para buscar ao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successos pois de Roboão, assim os primeiros, como os ultimos, porventura não estão escriptos nos livros de Semaias, o propheta, e de Iddo, o vidente, na relação das genealogias? E havia guerras entre Roboão e Jeroboão em todos os seus dias.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Roboão dormiu com seus paes, e foi sepultado na cidade de David: e Abias,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