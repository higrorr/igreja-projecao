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Amasias da edade de vinte e cinco annos, quando começou a reinar, e reinou vinte e nove annos em Jerusalem: e era o nome de sua mãe Joadan, de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recto aos olhos do Senhor, porém não com coração inteiro.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sendo-lhe o reino já confirmado, matou a seus servos que feriram o rei seu pae;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matou a seus filhos: mas fez como na lei está escripto, no livro de Moysés, como o Senhor ordenou, dizendo: Não morrerão os paes pelos filhos, nem os filhos morrerão pelos paes; mas cada um morrerá pelo seu peccado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Amasias ajuntou a Judah e os poz segundo as casas dos paes, por chefes de milhares, e por chefes de centenas, por todo o Judah e Benjamin; e os numerou, de vinte annos e d'ahi para cima, e achou d'elles trezentos mil escolhidos que sahiam ao exercito, e levavam lança e escudo.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d'Israel tomou a soldo cem mil varões valentes, por cem talentos de prata.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 homem de Deus veiu a elle, dizendo: Oh rei, não deixes ir comtigo o exercito de Israel: porque o Senhor não é com Israel, a saber, com os filhos d'Ephraim.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porém fôres, faze-o, esforça-te para a peleja; Deus te fará cair diante do inimigo; porque força ha em Deus para ajudar e para fazer cair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Amasias ao homem de Deus: Que se fará pois dos cem talentos de prata que dei ás tropas d'Israel? E disse o homem de Deus: Mais tem o Senhor que te dar do que isso.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separou Amasias as tropas que lhe tinham vindo de Ephraim, para que se fossem ao seu logar; pelo que se accendeu a sua ira contra Judah, e voltaram para o seu logar em ardor d'ira.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Esforçou-se pois Amasias, e conduziu o seu povo, e foi-se ao valle do sal; e feriu dos filhos de Seir dez mil.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filhos de Judah prenderam vivos dez mil, e os trouxeram ao cume da rocha; e do mais alto da rocha os lançaram d'alto abaixo, e todos arrebentaram.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homens das tropas que Amasias despedira, para que não fossem com elle á peleja, deram sobre as cidades de Judah desde Samaria, até Beth-horon; e feriram d'elles tres mil, e saquearam grande despojo.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depois que Amasias veiu da matança dos idumeos, e trouxe comsigo os deuses dos filhos de Seir, tomou-os por seus deuses, e prostrou-se diante d'elles, e queimou-lhes incenso.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ira do Senhor se accendeu contra Amasias; e mandou-lhe um propheta que lhe disse: Porque buscaste deuses do povo, que a seu povo não livraram da tua mão?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fallando-lhe elle, lhe respondeu: Pozeram-te por conselheiro do rei? cala-te, porque te feririam? então o propheta parou, e disse: Bem vejo eu que já o Senhor deliberou destruir-te; porquanto fizeste isto, e não déste ouvidos a meu conselho.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tomado conselho, Amasias, rei de Judah, enviou a Joás, filho de Joachaz, filho de Jehu, rei d'Israel, a dizer: Vem, vejamo-nos cara a cara.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Joás, rei d'Israel, mandou dizer a Amasias, rei de Judah: O cardo que estava no Libano mandou dizer ao cedro que estava no Libano: Dá tua filha a meu filho por mulher; porém os animaes do campo que estão no Libano passaram e pizaram o cardo.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dizes: Eis que tenho ferido os idumeos; e elevou-se o teu coração, para te gloriares: agora pois fica em tua casa; porque te entremetterias no mal, para caires tu e Judah comtigo?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Amasias não lhe deu ouvidos, porque isto vinha de Deus, para entregal-os na mão dos seus inimigos; porquanto buscaram os deuses dos idumeos.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Joás, rei d'Israel, subiu; e elle e Amasias, rei de Judah, se viram cara a cara em Beth-semes, que está em Judah.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Judah foi ferido diante d'Israel: e foram-se cada um para as suas tendas.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Joás, rei d'Israel, prendeu a Amasias, rei de Judah, filho de Joás, o filho de Joachaz em Beth-semes, e o trouxe a Jerusalem; e derribou o muro de Jerusalem, desde a porta d'Ephraim até á porta da esquina, quatrocentos covados.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tomou todo o oiro, e a prata, e todos os vasos que se acharam na casa de Deus com Obed-edom, e os thesouros da casa do rei, e os refens; e voltou para Samaria.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Amasias, filho de Joás, rei de Judah, depois da morte de Joás, filho de Joachaz, rei d'Israel, quinze annos.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d'Amasias, tanto os primeiros como os ultimos, eis-que porventura não estão escriptos no livro dos reis de Judah e d'Israel?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desde o tempo que Amasias se desviou d'após o Senhor, conspiraram contra elle em Jerusalem, porém elle fugiu para Lachis, mas enviaram após elle a Lachis, e o mataram ali.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trouxeram sobre cavallos e o sepultaram com seus paes na cidade de Judah.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