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Josaphat, rei de Judah, voltou á sua casa em paz a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Jehu, filho d'Hanani, o vidente, lhe saiu ao encontro, e disse ao rei Josaphat: Devias tu ajudar ao impio, e amar aquelles que ao Senhor aborrecem? por isso virá sobre ti grande ira de diante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Boas coisas comtudo se acharam em ti; porque tiraste os bosques da terra, e preparaste o teu coração, para buscar a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Habitou pois Josaphat em Jerusalem: e tornou a passar pelo povo desde Berseba até as montanhas d'Ephraim, e fez com que tornassem ao Senhor Deus de seus paes.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estabeleceu juizes na terra, em todas as cidades fortes, de cidade em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juizes: Vede o que fazeis; porque não julgaes da parte do homem, senão da parte do Senhor, e elle está comvosco no negocio do juizo.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seja o temor do Senhor comvosco: guardae-o, e fazei-o; porque não ha no Senhor nosso Deus iniquidade nem acceitação de pessoas, nem acceitação de presentes.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estabeleceu Josaphat a alguns dos levitas e dos sacerdotes e dos chefes dos paes d'Israel sobre o juizo do Senhor, e sobre as causas judiciaes: e tornaram a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deu-lhes ordem, dizendo: Assim fazei no temor do Senhor com fidelidade, e com coração inteiro.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differença que vier a vós de vossos irmãos que habitam nas suas cidades, entre sangue e sangue, entre lei e mandamento, entre estatutos e juizos, e admoestae-os, que se não façam culpados para com o Senhor, e não venha grande ira sobre vós, e sobre vossos irmãos: fazei assim, e não vos fareis culpados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Amarias, o summo sacerdote, presidirá sobre vós em todo o negocio do Senhor; e Zebadias, filho d'Ishmael, principe da casa de Judah, em todo o negocio do rei; tambem os officiaes, os levitas, estão perante vós: esforçae-vos, pois, e fazei-o; e o Senhor será com os bons.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