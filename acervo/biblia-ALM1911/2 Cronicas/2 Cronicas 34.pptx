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2 Crônicas 34:1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Tinha Josias oito annos quando começou a reinar, e trinta e um annos reinou em Jerusalem.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2 Crônicas 34:2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fez o que era recto aos olhos do Senhor: e andou nos caminhos de David, seu pae, sem se desviar d'elles nem para a direita nem para a esquerda.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2 Crônicas 34:3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Porque no oitavo anno do seu reinado, sendo ainda moço, começou a buscar o Deus de David, seu pae; e no duodecimo anno começou a purificar a Judah e a Jerusalem, dos altos, e dos bosques, e das imagens d'esculptura e de fundição.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2 Crônicas 34:4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derribaram perante elle os altares de Baalim; e cortou as imagens do sol, que estavam acima d'elles: e os bosques, e as imagens d'esculptura e de fundição quebrou e reduziu a pó, e o espargiu sobre as sepulturas dos que lhes tinham sacrificado.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2 Crônicas 34:5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os ossos dos sacerdotes queimou sobre os seus altares: e purificou a Judah e a Jerusalem.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2 Crônicas 34:6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 mesmo fez nas cidades de Manasseh, e d'Ephraim, e de Simeão, e ainda até Naphtali; em seus logares ao redor, assolados.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2 Crônicas 34:7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E, tendo derribado os altares, e os bosques, e as imagens de esculptura, até reduzil-os a pó, e tendo cortado todas as imagens do sol em toda a terra d'Israel, então voltou para Jerusalem.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2 Crônicas 34:8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no anno decimo oitavo do seu reinado, havendo já purificado a terra e a casa, enviou a Saphan, filho d'Asalias, e a Maaseias, maioral da cidade, e a Joah, filho de Joachaz, registrador, para repararem a casa do Senhor, seu Deus.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2 Crônicas 34:9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vieram a Hilkias, summo sacerdote, e deram o dinheiro que se tinha trazido á casa do Senhor, e que os levitas que guardavam o umbral tinham colligido da mão de Manasseh, e d'Ephraim, e de todo o resto de Israel, como tambem de todo o Judah e Benjamin: e voltaram para Jerusalem.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2 Crônicas 34:10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o deram na mão dos que tinham cargo da obra, e superintendiam sobre a casa do Senhor: e estes o deram aos que faziam a obra, e trabalhavam na casa do Senhor, para concertarem e repararem a casa.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2 Crônicas 34:11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o deram aos mestres da obra, e aos edificadores, para comprarem pedras lavradas, e madeira para as junturas: e para sobradarem as casas que os reis de Judah tinham destruido.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2 Crônicas 34:12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estes homens trabalhavam fielmente na obra; e os superintendentes sobre elles eram: Johath e Obadias, levitas, dos filhos de Merari, como tambem Zacharias e Mesullam, dos filhos dos kohathitas, para avançarem a obra: estes levitas todos eram entendidos em instrumentos de musica.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2 Crônicas 34:13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Estavam tambem sobre os carregadores e os inspectores de todos os que trabalhavam em alguma obra; e d'entre os levitas eram os escrivães, e os officiaes e os porteiros.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2 Crônicas 34:14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E, tirando elles o dinheiro que se tinha trazido á casa do Senhor, Hilkias, o sacerdote, achou o livro da lei do Senhor, dada pela mão de Moysés.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2 Crônicas 34:15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Hilkias respondeu, e disse a Saphan, o escrivão: Achei o livro da lei na casa do Senhor. E Hilkias deu o livro a Saphan.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2 Crônicas 34:16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Saphan levou o livro ao rei, e deu conta tambem ao rei, dizendo: Teus servos fazem tudo quanto se lhes encommendou.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2 Crônicas 34:17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ajuntaram o dinheiro que se achou na casa do Senhor, e o deram na mão dos superintendentes e na mão dos que faziam a obra.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2 Crônicas 34:18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De mais d'isto, Saphan, o escrivão, fez saber ao rei, dizendo: O sacerdote Hilkias me deu um livro. E Saphan leu n'elle perante o rei.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2 Crônicas 34:19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Succedeu pois que, ouvindo o rei as palavras da lei, rasgou os seus vestidos.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2 Crônicas 34:20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o rei mandou a Hilkias, e a Ahikam, filho de Saphan, e a Abdon, filho de Micah, e a Saphan, o escrivão, e a Asaias, ministro do rei, dizendo: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2 Crônicas 34:21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Ide, consultae ao Senhor por mim, e pelo que fica de resto em Israel e em Judah, sobre as palavras d'este livro que se achou; porque grande é o furor do Senhor, que se derramou sobre nós; porquanto nossos paes não guardaram a palavra do Senhor, para fazerem conforme a tudo quanto está escripto n'este livro.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2 Crônicas 34:22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Então Hilkias, e os enviados do rei, foram ter com a prophetiza Hulda, mulher de Sallum, filho de Tokhath, filho d'Hasra, guarda dos vestimentos (e habitava ella em Jerusalem na segunda parte); e fallaram-lhe segundo isto,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2 Crônicas 34:23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ella lhes disse: Assim diz o Senhor, Deus d'Israel: Dizei ao homem que vos enviou a mim: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2 Crônicas 34:24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Assim diz o Senhor: Eis que trarei mal sobre este logar, e sobre os seus habitantes, a saber: todas as maldições que estão escriptas no livro que se leu perante o rei de Judah.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2 Crônicas 34:25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Porque me deixaram, e queimaram incenso perante outros deuses, para me provocarem á ira com toda a obra das suas mãos; portanto o meu furor se derramou sobre este logar, e não se apagará.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2 Crônicas 34:26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Porém ao rei de Judah, que vos enviou a consultar ao Senhor, assim lhe direis: Assim diz o Senhor, Deus d'Israel, quanto ás palavras que ouviste: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2 Crônicas 34:27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Porquanto o teu coração se enterneceu, e te humilhaste perante Deus, ouvindo as suas palavras contra este logar, e contra os seus habitantes, e te humilhaste perante mim, e rasgaste os teus vestidos, e choraste perante mim, tambem eu te tenho ouvido, diz o Senhor.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2 Crônicas 34:28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Eis que te ajuntarei a teus paes, e tu serás recolhido ao teu sepulchro em paz, e os teus olhos não verão todo este mal que hei de trazer sobre este logar e sobre os seus habitantes. E tornaram com esta resposta ao rei.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2 Crônicas 34:29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Então enviou o rei, e ajuntou a todos os anciãos de Judah e Jerusalem.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2 Crônicas 34:30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o rei subiu á casa do Senhor, com todos os homens de Judah, e os habitantes de Jerusalem, e os sacerdotes, e os levitas, e todo o povo, desde o maior até ao mais pequeno: e elle leu aos ouvidos d'elles todas as palavras do livro do concerto, que se tinha achado na casa do Senhor.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2 Crônicas 34:31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poz-se o rei em pé em seu logar, e fez concerto perante o Senhor, para andar após o Senhor, e para guardar os seus mandamentos, e os seus testemunhos, e os seus estatutos, com todo o seu coração, e com toda a sua alma, fazendo as palavras do concerto, que estão escriptas n'aquelle livro.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2 Crônicas 34:32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fez estar em pé a todos quantos se acharam em Jerusalem e em Benjamin: e os habitantes de Jerusalem fizeram conforme ao concerto de Deus, do Deus de seus paes.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2 Crônicas 34:33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Josias tirou todas as abominações de todas as terras que eram dos filhos d'Israel; e a todos quantos se acharam em Israel obrigou a que com tal culto servissem ao Senhor seu Deus: todos os seus dias não se desviaram d'após o Senhor, Deus de seus paes. 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