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Vindo pois Roboão a Jerusalem, ajuntou da casa de Judah e Benjamin cento e oitenta mil escolhidos, dextros na guerra para pelejarem contra Israel, e para restituirem o reino a Roboão.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 palavra do Senhor veiu a Semaias, homem de Deus, dizendo: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Falla a Roboão, filho de Salomão, rei de Judah, e a todo o Israel, em Judah e Benjamin, dizendo: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Senhor: Não subireis, nem pelejareis contra os vossos irmãos, tornae cada um á sua casa; porque de mim proveiu isto. E ouviram as palavras do Senhor, e tornaram d'irem contra Jeroboão.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Roboão habitou em Jerusalem: e edificou cidades para fortalezas, em Judah.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Edificou pois a Bethlehem, e a Etam, e a Tekoa,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Beth-zur, e a Soco, e a Adullam,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Gath, e a Maresa, e a Ziph,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Adoraim, e a Lachis, e a Azeka,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Zora, e a Aijalon, e a Hebron, que estavam em Judah e em Benjamin; cidades fortes.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fortificou estas fortalezas e poz n'ellas maioraes, e armazens de viveres, e d'azeite, e de vinho.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poz em cada cidade pavezes e lanças; fortificou-as em grande maneira: e Judah e Benjamin foram seus.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os sacerdotes, e os levitas, que havia em todo o Israel, se ajuntaram a elle de todos os seus termos.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os levitas deixaram os seus arrabaldes, e a sua possessão, e vieram a Judah e a Jerusalem (porque Jeroboão e seus filhos os lançaram fóra para que não ministrassem ao Senhor.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constituiu para si sacerdotes, para os altos, e para os demonios, e para os bezerros, que fizera.)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d'esses tambem de todas as tribus d'Israel, os que deram o seu coração a buscarem ao Senhor Deus d'Israel, vieram a Jerusalem, para offerecerem sacrificios ao Senhor Deus de seus paes.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fortaleceram o reino de Judah e corroboraram a Roboão, filho de Salomão, por tres annos: porque tres annos andaram no caminho de David e Salomão.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Roboão tomou para si, por mulher, a Mahalat, filha de Jerimoth, filho de David; e a Abihail, filha d'Eliab, filho de Jessé.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qual lhe pariu filhos, a Jeus, e a Samarias, e a Zaham.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depois d'ella tomou a Maaca, filha d'Absalão; esta lhe pariu a Abias, e a Atthai, e a Ziza, e a Selomith.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amava Roboão mais a Maaca, filha d'Absalão, do que a todas as suas outras mulheres e concubinas; porque elle tinha tomado dezoito mulheres, e sessenta concubinas; e gerou vinte e oito filhos, e sessenta filhas.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Roboão poz por cabeça a Abias, filho de Maaca, para ser maioral entre os seus irmãos; porque o queria fazer rei.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usou de prudencia, e de todos os seus filhos alguns espalhou por todas as terras de Judah e Benjamin, por todas as cidades fortes; e deu-lhes viveres em abundancia: e lhes desejou uma multidão de mulheres.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