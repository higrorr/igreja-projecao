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moradores de Jerusalem fizeram rei a Achazias, seu filho mais moço, em seu logar: porque a tropa, que viera com os arabios ao arraial, tinha morto a todos os mais velhos: e assim reinou Achazias, filho de Jorão, rei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da edade de quarenta e dois annos, quando começou a reinar, e reinou um anno em Jerusalem: e era o nome de sua mãe Athalia, filha d'Omri.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 andou nos caminhos da casa d'Achab; porque sua mãe era sua conselheira, para obrar impiamente.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mal aos olhos do Senhor, como a casa d'Achab, porque elles eram seus conselheiros depois da morte de seu pae, para a sua perdição.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andou no seu conselho, e foi-se com Jorão, filho d'Achab, rei d'Israel, á peleja contra Hazael, rei da Syria, junto a Ramoth-gilead: e os syros feriram a Jorão,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curar-se em Jezreel, das feridas que se lhe deram junto a Rama, pelejando contra Hazael, rei da Syria: e Azarias, filho de Jorão, rei de Judah, desceu para ver a Jorão, filho d'Achab, em Jezreel; porque estava doente.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de Deus o abatimento d'Achazias, para que viesse a Jorão; porque vindo elle, saiu com Jorão contra Jehu, filho de Nimsi, a quem o Senhor tinha ungido para desarreigar a casa d'Achab.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executando Jehu juizo contra a casa d'Achab, achou os principes de Judah e os filhos dos irmãos d'Achazias, que serviam a Achazias, e os matou.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buscou a Achazias (porque se tinha escondido em Samaria), e o alcançaram, e o trouxeram a Jehu, e o mataram, e o sepultaram; porque disseram: Filho é de Josaphat, que buscou ao Senhor com todo o seu coração. E não tinha já a casa d'Achazias ninguem que tivesse força para o reino.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Athalia, mãe d'Achazias, que seu filho era morto, levantou-se, e destruiu, toda a semente real da casa de Judah.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Josebath, filha do rei, tomou a Joás, filho d'Achazias, e furtou-o d'entre os filhos do rei, a quem matavam, e o poz com a sua ama na camara dos leitos: assim Josebath, filha do rei Jorão, mulher do sacerdote Joiada (porque era irmã d'Achazias), o escondeu de diante d'Athalia, de modo que o não matou.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esteve com elles escondido na casa de Deus seis annos: e Athalia reinou sobre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