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pois Josaphat riquezas e gloria em abundancia: e aparentou-se com Achab.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cabo d'alguns annos desceu elle para Achab a Samaria; e Achab matou ovelhas e bois em abundancia, para elle e para o povo que vinha com elle: e o persuadiu a subir com elle a Ramoth-gilead.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Achab, rei d'Israel, disse a Josaphat rei de Judah: Irás tu commigo a Ramoth-gilead? e elle lhe disse: Como tu és, serei eu; e o meu povo, como o teu povo; seremos comtigo n'esta guerra.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Josaphat ao rei d'Israel: Consulta hoje, peço-te, a palavra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d'Israel ajuntou os prophetas, quatrocentos homens, e disse-lhes: Iremos á guerra contra Ramoth-gilead, ou deixal-o-hei? E elles disseram: Sobe; porque Deus a dará na mão do 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Josaphat: Não ha ainda aqui propheta algum do Senhor, para que o consultemos?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d'Israel disse a Josaphat: Ainda ha um homem por quem podemos consultar ao Senhor; porém eu o aborreço; porque nunca prophetiza de mim bem, senão sempre mal; este é Micha, filho de Imla. E disse Josaphat: Não falle o rei assim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o rei d'Israel um eunucho, e disse: Traze aqui depressa a Micha filho de Imla.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d'Israel, e Josaphat rei de Judah estavam assentados cada um no seu throno, vestidos de vestiduras, e estavam assentados na praça á entrada da porta de Samaria, e todos os prophetas prophetizavam na sua presença.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Zedekias, filho de Canana, fez para si uns cornos de ferro, e disse: Assim diz o Senhor: Com estes escornearás aos syros, até de todo os consumires.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prophetas prophetizavam o mesmo, dizendo: Sobe a Ramoth-gilead, e prosperarás; porque o Senhor a dará na mão do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mensageiro, que foi chamar a Micha, lhe fallou, dizendo: Eis-que as palavras dos prophetas, a uma bocca, são boas para com o rei: seja pois tambem a tua palavra como a d'um d'elles, e falla o que é bom.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Micha disse: Vive o Senhor, que o que meu Deus me disser, isso fallarei.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ao rei, o rei lhe disse: Micha, iremos a Ramoth-gilead á guerra, ou deixal-o-hei? E elle disse: Subi, e prosperareis; e serão dados na vossa mão.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 disse: Até quantas vezes te conjurarei, para que me não falles senão a verdade no nome do Senhor?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Vi a todo o Israel disperso pelos montes, como ovelhas que não teem pastor: e disse o Senhor: Estes não teem senhor; torne cada um em paz para sua casa.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d'Israel disse a Josaphat: Não te disse eu, que este não prophetizaria de mim bem, porém mal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Pois ouvi a palavra do Senhor: Vi ao Senhor assentado no seu throno, e a todo o exercito celestial em pé á sua mão direita, e á sua esquerda.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Quem persuadirá a Achab rei d'Israel, a que suba, e caia em Ramoth-gilead? disse mais: Um diz d'esta maneira, e outro diz d'outra.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um espirito e se apresentou diante do Senhor, e disse: Eu o persuadirei. E o Senhor lhe disse: Com que?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Eu sairei, e serei um espirito de mentira na bocca de todos os seus prophetas. E disse o Senhor: Tu o persuadirás, e tambem prevalecerás; sae, e faze-o assim.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eis que o Senhor enviou um espirito de mentira na bocca d'estes teus prophetas: e o Senhor fallou o mal a teu respeito.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Zedekias, filho de Canana, se chegou, e feriu a Micha no queixo; e disse: Porque caminho passou de mim o Espirito do Senhor para fallar a ti?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Micha: Eis que o verás n'aquelle dia, quando andares de camara em camara, para te esconderes.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d'Israel; Tomae a Micha, e tornae a leval-o a Amon, o governador da cidade, e a Joás filho do rei.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direis: Assim diz o rei: Mettei este homem na casa do carcere; e sustentae-o com pão de angustia, e com agua d'angustia, até que eu volte em paz.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Micha: Se é que tornares em paz, o Senhor não tem fallado por mim. Disse mais: Ouvi, povos todos!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Subiram pois o rei d'Israel e Josaphat rei de Judah, a Ramoth-gilead.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d'Israel a Josaphat: Disfarçando-me eu, então entrarei na peleja; tu porém veste as tuas vestiduras. Disfarçou-se pois o rei d'Israel, e entraram na peleja.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ordem porém o rei da Syria aos capitães dos carros que tinha, dizendo: Não pelejareis nem contra pequeno, nem contra grande: senão só contra o rei d'Israel.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vendo os capitães dos carros a Josaphat, disseram: Este é o rei d'Israel, e o cercaram para pelejarem; porém Josaphat clamou, e o Senhor o ajudou. E Deus os desviou d'elle.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 que, vendo os capitães dos carros, que não era o rei d'Israel, tornaram de seguil-o.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homem armou o arco na sua simplicidade, e feriu o rei d'Israel entre as junturas e a couraça: então disse ao carreteiro: Vira a tua mão, e tira-me do exercito, porque estou mui ferido.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dia cresceu a peleja, mas o rei d'Israel susteve-se em pé no carro defronte dos syros até á tarde; e morreu ao tempo do pôr do sol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