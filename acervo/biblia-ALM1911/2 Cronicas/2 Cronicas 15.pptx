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o Espirito de Deus sobre Azarias, filho d'Obed.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ao encontro d'Asa, e disse-lhe: Ouvi-me, Asa, e todo o Judah e Benjamin: O Senhor está comvosco, emquanto vós estaes com elle, e, se o buscardes, o achareis; porém, se o deixardes, vos deixará.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esteve por muitos dias sem o verdadeiro Deus, e sem sacerdote que o ensinasse, e sem lei.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na sua angustia se convertiam ao Senhor, Deus d'Israel, e o buscavam, o achavam.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n'aquelles tempos não havia paz, nem para o que sahia, nem para o que entrava, mas muitas perturbações sobre todos os habitantes d'aquellas terras.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gente contra gente, e cidade contra cidade se despedaçavam; porque Deus os perturbara com toda a angustia.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esforçae-vos, e não desfaleçam as vossas mãos; porque a vossa obra tem uma recompensa.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Asa estas palavras, e a prophecia do propheta, filho d'Obed, esforçou-se, e tirou as abominações de toda a terra de Judah e de Benjamin, como tambem das cidades que tomára nas montanhas d'Ephraim: e renovou o altar do Senhor, que estava diante do portico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ajuntou a todo o Judah, e Benjamin, e com elles os estrangeiros d'Ephraim e Manasseh, e de Simeão; porque d'Israel descahiam a elle em grande numero, vendo que o Senhor seu Deus era com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ajuntaram-se em Jerusalem no terceiro mez; no anno decimo do reinado d'Asa.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mesmo dia offereceram em sacrificio ao Senhor, do despojo que trouxeram, seiscentos bois e seis mil ovelhas.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entraram no concerto de buscarem o Senhor, Deus de seus paes, com todo o seu coração, e com toda a sua alma;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que todo aquelle que não buscasse ao Senhor, Deus d'Israel, morresse; desde o menor até ao maior, e desde o homem até á mulher.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juraram ao Senhor, em alta voz, com jubilo e com trombetas e buzinas.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Judah se alegrou d'este juramento; porque com todo o seu coração juraram, e com toda a sua vontade o buscaram, e o acharam: e o Senhor lhes deu repouso em redor.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 Maaca, mãe do rei Asa, elle a depoz, para que não fosse mais rainha; porquanto fizera a Aserá um horrivel idolo; e Asa destruiu o seu horrivel idolo, e o despedaçou, e o queimou junto ao ribeiro de Cedron.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altos porém não se tiraram d'Israel; comtudo o coração d'Asa foi perfeito todos os seus dias.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trouxe as coisas que tinha consagrado seu pae, e as coisas que mesmo tinha consagrado á casa de Deus: prata, e oiro, e vasos.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houve guerra até ao anno trigesimo quinto do reino d'Asa.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