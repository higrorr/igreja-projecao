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determinou Salomão edificar uma casa ao nome do Senhor, como tambem uma casa para o seu reino.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contou Salomão setenta mil homens de carga, e oitenta mil, que cortassem na montanha: e tres mil e seiscentos inspectores sobre 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enviou a Hurão, rei de Tyro, dizendo: Como usaste com David meu pae, e lhe mandaste cedros, para edificar-se uma casa em que morasse, assim tambem usa comigo.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Eis-que estou para edificar uma casa ao nome do Senhor meu Deus, para lhe consagrar, para queimar perante elle incenso aromatico, e para o pão continuo da proposição, e para os holocaustos da manhã e da tarde, para os sabbados, e para as luas novas, e para as festividades do Senhor nosso Deus: o que é perpetuamente a obrigação d'Israel.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casa que estou para edificar ha de ser grande; porque o nosso Deus é maior do que todos os deuses.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quem teria a força, para lhe edificar uma casa? visto que os céus e até os céus dos céus o não podem conter: e quem sou eu, que lhe edificasse casa, salvo para queimar incenso perante elle?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Manda-me pois agora um homem sabio para obrar em oiro, e em prata, e em bronze, e em ferro, e em purpura, e em carmezim, e em azul; e que saiba lavrar ao buril, juntamente com os sabios que estão comigo em Judah e em Jerusalem, os quaes David meu pae preparou.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Manda-me tambem madeira de cedros, faias, e algums do Libano; porque bem sei eu que os teus servos sabem cortar madeira no Libano; e eis-que os meus servos estarão com os teus servos.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isso para prepararem muita madeira; porque a casa que estou para fazer ha de ser grande e maravilhosa.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eis-que a teus servos, os cortadores, que cortarem a madeira, darei vinte mil coros de trigo malhado, e vinte mil coros de cevada, e vinte mil batos de vinho, e vinte mil batos d'azeite.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Hurão, rei de Tyro, respondeu por escripto, e enviou a Salomão, dizendo: Porquanto o Senhor ama o seu povo, te poz sobre elle 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Hurão; Bemdito seja o Senhor Deus d'Israel, que fez os céus e a terra; o que deu ao rei David um filho sabio, de grande prudencia e entendimento, que edifique casa ao Senhor, e para o seu reino.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envio um homem sabio de grande entendimento, a saber Hurão Abihu,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d'uma mulher das filhas de Dan, e cujo pae foi homem de Tyro; este sabe lavrar em oiro, e em prata, em bronze, em ferro, em pedras e em madeira, em purpura, em azul, e em linho fino, e em carmezim, e é capaz para toda a obra do buril, e para todas as engenhosas invenções, qualquer coisa que se lhe propuzer, juntamente com os teus sabios, e os sabios de David, meu senhor, teu pae.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meu senhor, mande para os seus servos o trigo, e a cevada, e o azeite, e o vinho, de que fallou.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cortaremos tanta madeira no Libano, quanta houveres mister, e t'a traremos em jangadas pelo mar a Japho, e tu a farás subir a Jerusalem.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contou a todos os homens estranhos, que havia na terra d'Israel, conforme a conta com que os contara David seu pae: e acharam-se cento e cincoenta e tres mil e seiscentos.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d'elles setenta mil carreteiros, e oitenta mil cortadores na montanha: como tambem tres mil e seiscentos inspectores, para fazerem trabalhar o povo.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