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Salomão, filho de David, se esforçou no seu reino; e o Senhor seu Deus era com elle, e o magnificou grandemente.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Salomão a todo o Israel, aos capitães de milhares e das centenas, e aos juizes, e a todos os principes em todo o Israel, chefes dos paes.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Salomão e toda a congregação com elle ao alto que estava em Gibeon; porque ali estava a tenda da congregação de Deus, que Moysés, servo do Senhor, tinha feito no deserto.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David tinha feito subir a arca de Deus de Kiriath-jearim ao logar que David lhe tinha preparado; porque lhe tinha armado uma tenda em Jerusalem.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altar de cobre que tinha feito Besaleel, filho d'Uri, filho d'Hur, estava ali diante do tabernaculo do Senhor: e Salomão e a congregação o visitavam.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Salomão offereceu ali sacrificios perante o Senhor, sobre o altar de cobre que estava na tenda da congregação, e offereceu sobre elle mil holocaustos.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N'aquella mesma noite Deus appareceu a Salomão, e disse-lhe: Pede o que quizeres que eu te dê.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Salomão disse a Deus: Tu usaste de grande beneficencia com meu pae David: e a mim me fizeste rei em seu logar.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ó Senhor Deus, confirme-se a tua palavra, dada a meu pae David; porque tu me fizeste reinar sobre um povo numeroso como o pó da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pois agora sabedoria e conhecimento, para que possa sair e entrar perante este povo: porque quem poderia julgar a este teu tão grande povo?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Deus disse a Salomão: Porquanto houve isto no teu coração, e não pediste riquezas, fazenda, ou honra, nem a morte dos que te aborrecem, nem tão pouco pediste muitos dias de vida, mas pediste para ti sabedoria e conhecimento, para poderes julgar a meu povo, sobre o qual te puz rei,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Sabedoria e conhecimento te são dados: e te darei riquezas, e fazenda, e honra, qual nenhuns reis antes de ti tiveram: e depois de ti taes não haverá.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Salomão veiu a Jerusalem, do alto que está em Gibeon, de diante da tenda da congregação: e reinou sobre Israel.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Salomão ajuntou carros e cavalleiros, e teve mil e quatrocentos carros, e doze mil cavalleiros: e pôl-os nas cidades dos carros, e junto ao rei em Jerusalem.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rei que houvesse oiro e prata em Jerusalem como pedras: e cedros em tanta abundancia como figueiras bravas que ha pelas campinas.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cavallos, que tinha Salomão, se traziam do Egypto, e, quanto ao fio de linho os mercadores do rei tomavam o fio de linho por um certo preço.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faziam subir e sair do Egypto cada carro por seiscentos siclos de prata, e cada cavallo por cento e cincoenta: e assim por meio d'elles os tiravam para todos os reis dos hetheos, e para os reis da Syria.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