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poz o rei Assuero tributo sobre a terra, e sobre as ilhas do mar,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obras do seu poder e do seu valor, e a declaração da grandeza de Mardoqueo, a quem o rei engrandeceu, porventura não estão escriptas no livro das chronicas dos reis da Media e da Persia?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judeo Mardoqueo foi o segundo depois do rei Assuero, e grande para com os judeos, e agradavel para com a multidão de seus irmãos, que procurava o bem do seu povo, e fallava pela prosperidade de toda a sua nação.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