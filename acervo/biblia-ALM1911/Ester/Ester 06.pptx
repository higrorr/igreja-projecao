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N'aquella mesma noite fugiu o somno do rei: então mandou trazer o livro das memorias das chronicas, e se leram diante do 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achou-se escripto que Mardoqueo tinha dado noticia de Bigthan e de Teres, dois eunuchos do rei, dos da guarda da porta, que procuraram pôr as mãos no rei Assuero.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rei: Que honra e magnificencia se fez por isto a Mardoqueo? E os mancebos do rei, seus servos, disseram: Coisa nenhuma se lhe fez.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rei: Quem está no pateo? E Haman tinha entrado no pateo exterior do rei, para dizer ao rei que enforcassem a Mardoqueo na forca que lhe tinha preparado.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mancebos do rei lhe disseram: Eis que Haman está no pateo. E disse o rei que entrasse.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Haman, o rei lhe disse: Que se fará ao homem de cuja honra o rei se agrada? Então Haman disse no seu coração: De quem se agradará o rei para lhe fazer honra mais do que a mim?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 Haman ao rei: O homem de cuja honra o rei se agrada,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Traga o vestido real de que o rei se costuma vestir, como tambem o cavallo em que o rei costuma andar montado, e ponha-se-lhe a corôa real na sua cabeça;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entregue-se o vestido e o cavallo, á mão d'um dos principes do rei, dos maiores senhores, e vistam d'elle aquelle homem de cuja honra se agrada: e levem-n'o a cavallo pelas ruas da cidade, e apregôe-se diante d'elle: Assim se fará ao homem de cuja honra o rei se agrada!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a Haman: Apressa-te, toma o vestido e o cavallo, como disseste, e faze assim para com o judeo Mardoqueo, que está assentado á porta do rei; e coisa nenhuma deixes cair de tudo quanto disseste.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Haman tomou o vestido e o cavallo, e vestiu a Mardoqueo, e o levou a cavallo pelas ruas da cidade, e apregoou diante d'elle: Assim se fará ao homem de cuja honra o rei se agrada!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Mardoqueo voltou para a porta do rei: porém Haman se retirou correndo a sua casa, anojado, e coberta a cabeça.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contou Haman a Zeres, sua mulher, e a todos os seus amigos, tudo quanto lhe tinha succedido. Então os seus sabios, e Zeres, sua mulher, lhe disseram: Se Mardoqueo, diante de quem já começaste a cair, é da semente dos judeos, não prevalecerás contra elle, antes certamente cairás perante 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elles ainda fallando com elle, chegaram os eunuchos do rei, e se apressaram a levar Haman ao banquete que Esther preparara.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