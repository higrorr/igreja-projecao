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o rei com Haman, para beber com a rainha Esther,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 rei a Esther no segundo dia, no banquete do vinho: Qual é a tua petição, rainha Esther? e se te dará: e qual é o teu requerimento? até metade do reino, se fará.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a rainha Esther, e disse: Se, ó rei, achei graça aos teus olhos, e se bem parecer ao rei, dê-se-me a minha vida como minha petição, e o meu povo como meu requerimento.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estamos vendidos, eu e o meu povo, para nos destruirem, matarem, e lançarem a perder: se ainda por servos e por servas nos vendessem, calar-me-hia; ainda que o oppressor não recompensaria a perda do 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rei Assuero, e disse á rainha Esther: Quem é esse? e onde está esse, cujo coração o instigou a assim fazer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Esther: O homem, o oppressor, e o inimigo, é este mau Haman. Então Haman se perturbou perante o rei e a rainha.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no seu furor se levantou do banquete do vinho para o jardim do palacio; e Haman se poz em pé, para rogar á rainha Esther pela sua vida; porque viu que já o mal lhe era determinado pelo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Tornando pois o rei do jardim do palacio á casa do banquete do vinho, Haman tinha caido prostrado sobre o leito em que estava Esther. Então disse o rei: Porventura quereria elle tambem forçar a rainha perante mim n'esta casa? Saindo esta palavra da bocca do rei, cobriram a Haman o rosto.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Harbona, um dos eunuchos que serviam diante do rei: Eis aqui tambem a forca de cincoenta covados de altura que Haman fizera para Mardoqueo, que fallara para bem do rei, está junto á casa de Haman. Então disse o rei: Enforcae-o n'ella.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Enforcaram pois a Haman na forca, que elle tinha preparado para Mardoqueo. Então o furor do rei se aplacou.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