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mez duodecimo, que é o mez d'adar, no dia treze do mesmo mez em que chegou a palavra do rei e a sua ordem para a executar, no dia em que os inimigos dos judeos esperavam assenhorear-se d'elles, succedeu o contrario, porque os judeos foram os que se assenhorearam dos seus aborrecedores.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judeos nas suas cidades, em todas as provincias do rei Assuero, se ajuntaram para pôr as mãos n'aquelles que procuravam o seu mal: e nenhum parou diante d'elles; porque o seu terror caiu sobre todos aquelles povos.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maioraes das provincias, e os satrapas, e os governadores, e os que faziam a obra do rei, exaltavam os judeos porque tinha caido sobre elles o temor de Mardoqueo.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Mardoqueo era grande na casa do rei, e a sua fama sahia por todas as provincias; porque o homem Mardoqueo se ia engrandecendo.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Feriram pois os judeos a todos os seus inimigos, ás cutiladas da espada, e da matança e da destruição: e fizeram dos seus aborrecedores o que quizeram.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 fortaleza de Susan mataram e destruiram os judeos quinhentos homens;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a Parsandatha, e a Dalphon, e a Aspatha,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Poratha, e a Adalia, e a Aridatha,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Pharmasta, e a Arisai, e a Aridai, e a Vaizatha: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dez filhos d'Haman, filho d'Hammedatha, o inimigo dos judeos, mataram, porém ao despojo não estenderam a sua mão.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mesmo dia veiu perante o rei o numero dos mortos na fortaleza de Susan.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rei á rainha Esther: Na fortaleza de Susan mataram e destruiram os judeos quinhentos homens, e os dez filhos d'Haman; nas mais provincias do rei que fariam? qual é pois a tua petição, e dar-se-te-ha; ou qual é ainda o teu requerimento? e far-se-ha.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Esther: Se bem parecer ao rei, conceda-se tambem ámanhã aos judeos que se acham em Susan que façam conforme ao mandado d'hoje: e enforquem os dez filhos d'Haman n'uma forca.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rei que assim se fizesse; e deu-se um edicto em Susan, e enforcaram os dez filhos d'Haman.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ajuntaram-se os judeos que se achavam em Susan tambem no dia quatorze do mez d'adar, e mataram em Susan a trezentos homens: porém ao despojo não estenderam a sua mão.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os demais judeos que se achavam nas provincias do rei se ajuntaram para se pôrem em defeza da sua vida, e tiveram repouso dos seus inimigos; e mataram dos seus aborrecedores setenta e cinco mil; porém ao despojo não estenderam a sua mão.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isto no dia treze do mez d'adar: e repousaram no dia quatorze do mesmo, e fizeram d'aquelle dia dia de banquetes e d'alegria.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os judeos, que se achavam em Susan se ajuntaram nos dias treze e quatorze do mesmo: e repousaram no dia quinze do mesmo, e fizeram d'aquelle dia dia de banquetes e d'alegria.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judeos porém das aldeias, que habitavam nas villas, fizeram do dia quatorze do mez d'adar dia d'alegria e de banquetes, e dia de folguedo, e de mandarem presentes uns aos outros.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Mardoqueo escreveu estas coisas, e enviou cartas a todos os judeos que se achavam em todas as provincias do rei Assuero, aos de perto, e aos de longe,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Ordenando-lhes que guardassem o dia quatorze do mez d'adar, e o dia quinze do mesmo, todos os annos,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Conforme aos dias em que os judeos tiveram repouso dos seus inimigos; e ao mez que se lhes mudou de tristeza em alegria, e de luto em dia de folguedo; para que os fizessem dias de banquetes e d'alegria, e de mandarem presentes uns aos outros, e aos pobres dadivas.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encarregaram os judeos de fazerem o que já tinham começado, como tambem o que Mardoqueo lhes tinha escripto.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Haman, filho d'Hammedatha, o agagita, inimigo de todos os judeos, tinha intentado destruir os judeos; e tinha lançado pur, isto é, a sorte, para os assolar e destruir.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vindo isto perante o rei, mandou elle por cartas que o seu mau intento, que intentara contra os judeos, se tornasse sobre a sua cabeça; pelo que o enforcaram a elle e a seus filhos n'uma forca.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áquelles dias chamam purim, do nome pur; pelo que tambem por causa de todas as palavras d'aquella carta, e do que viram sobre isso, e do que lhes tinha succedido,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Confirmaram os judeos, e tomaram sobre si, e sobre a sua semente, e sobre todos os que se achegassem a elles, que não se deixaria de guardar estes dois dias conforme ao que se escrevêra d'elles, e segundo o seu tempo determinado, todos os annos.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estes dias seriam lembrados e guardados por cada geração, familia, provincia, e cidade, e que estes dias de purim não traspassariam d'entre os judeos, e que a memoria d'elles nunca teria fim entre os de sua semente.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9:29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d'isto escreveu a rainha Esther, filha d'Abigail, e Mardoqueo o judeo, com toda a força, para confirmarem segunda vez esta carta de purim.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9:30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mandaram cartas a todos os judeos, ás cento e vinte e sete provincias do reino d'Assuero, com palavras de paz e fidelidade,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9:31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confirmarem estes dias de purim nos seus tempos determinados, como Mardoqueo, o judeo, e a rainha Esther lhes tinham estabelecido, e como elles mesmos já o tinham estabelecido sobre si e sobre a sua semente, ácerca do jejum e do seu clamor.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9:32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mandado d'Esther estabeleceu os successos d'aquelle purim: e escreveu-se n'um livro.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