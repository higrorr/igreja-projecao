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Mardoqueo soube tudo quanto havia passado, rasgou Mardoqueo os seus vestidos, e vestiu-se de um sacco com cinza, e saiu pelo meio da cidade, e clamou com grande e amargo clamor;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 até diante da porta do rei: porque ninguem vestido de sacco podia entrar pelas portas do 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todas as provincias aonde a palavra do rei e a sua lei chegava, havia entre os judeos grande luto, com jejum, e choro, e lamentação: e muitos estavam deitados em sacco e em cinza.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as moças de Esther, e os seus eunuchos, e fizeram-lh'o saber, do que a rainha muito se doeu: e mandou vestidos para vestir a Mardoqueo, e tirar-lhe o seu sacco; porém elle os não acceitou.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Esther chamou a Hathach (um dos eunuchos do rei, que este tinha posto na presença d'ella), e deu-lhe mandado para Mardoqueo; para saber que era aquillo; e para 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Hathach a Mardoqueo, á praça da cidade, que estava diante da porta do rei,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Mardoqueo lhe fez saber tudo quanto lhe tinha succedido; como tambem a offerta da prata, que Haman dissera que daria para os thesouros do rei, pelos judeos, para os lançar a perder.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 deu a copia da lei escripta, que se publicara em Susan, para os destruir, para a mostrar a Esther, e a fazer saber: e para lhe ordenar que, se fosse ter com o rei, e lhe pedisse e supplicasse na sua presença pelo seu povo.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Hathach, e fez saber a Esther as palavras de Mardoqueo.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Esther a Hathach, e mandou-lhe dizer a Mardoqueo: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servos do rei, e o povo das provincias do rei, bem sabem que todo o homem ou mulher que entrar no pateo interior ao rei sem ser chamado não ha senão uma sentença, que morra, salvo se o rei estender para elle o sceptro d'oiro, para que viva; e eu estes trinta dias não sou chamada para entrar ao rei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saber a Mardoqueo as palavras d'Esther.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Mardoqueo que tornassem a dizer a Esther: Não imagines em teu animo que escaparás na casa do rei, mais do que todos os outros judeos.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de todo te calares n'este tempo, soccorro e livramento d'outra parte sairá para os judeos, mas tu e a casa de teu pae perecereis: e quem sabe se para tal tempo como este chegaste a este reino?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Esther que tornassem a dizer a Mardoqueo: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ajunta a todos os judeos que se acharem em Susan, e jejuae por mim, e não comaes nem bebaes por tres dias, nem de dia nem de noite, e eu e as minhas moças tambem assim jejuaremos: e assim entrarei a ter com o rei, ainda que não é segundo a lei; e, perecendo, pereça.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Ester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Mardoqueo foi, e fez conforme a tudo quanto Esther lhe ordenou.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