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mesmo dia deu o rei Assuero á rainha Esther a casa d'Haman, inimigo dos judeos: e Mardoqueo veiu perante o rei; porque Esther tinha declarado o que lhe era.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tirou o rei o seu annel, que tinha tomado a Haman, e o deu a Mardoqueo. E Esther ordenou a Mardoqueo sobre a casa d'Haman.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Esther perante o rei, e se lhe lançou aos pés: e chorou, e lhe supplicou que revogasse a maldade d'Haman, o agagita, e o seu intento que tinha intentado contra os judeos.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estendeu o rei para Esther o sceptro de oiro. Então Esther se levantou, e se poz em pé perante o rei,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Se bem parecer ao rei, e se eu achei graça perante elle, e se este negocio é recto diante do rei, e se eu lhe agrado aos seus olhos, escreva-se que se revoguem as cartas e o intento d'Haman filho d'Hammedatha, o agagita, as quaes elle escreveu para lançar a perder os judeos, que ha em todas as provincias do rei.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como poderei ver o mal que sobrevirá ao meu povo? e como poderei ver a perdição da minha geração?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rei Assuero á rainha Esther e ao judeo Mardoqueo: Eis-que dei a Esther a casa de Haman, e a elle enforcaram n'uma forca, porquanto quizera pôr as mãos nos judeos.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Escrevei pois aos judeos, como parecer bem aos vossos olhos, em nome do rei, e sellae-o com o annel do rei; porque a escriptura que se escreve em nome do rei, e se sella com o annel do rei, não é para revogar.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foram chamados os escrivães do rei, n'aquelle mesmo tempo, e no mez terceiro (que é o mez de sivan), aos vinte e tres do mesmo, e se escrevou conforme a tudo quanto ordenou Mardoqueo aos judeos, como tambem aos satrapas, e aos governadores, e aos maioraes das provincias, que se estendem da India até Ethiopia, cento e vinte e sete provincias, a cada provincia segundo a sua escriptura, e a cada povo conforme a sua lingua: como tambem aos judeos segundo a sua escriptura, e conforme a sua lingua.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escreveu em nome do rei Assuero, e se sellou com o annel do rei: e se enviaram as cartas pela mão de correios a cavallo, e que cavalgavam sobre ginetes, e sobre mulas e filhos de eguas.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o rei concedia aos judeos, que havia em cada cidade, que se ajuntassem, e se dispozessem para defenderem as suas vidas: para destruirem, matarem e assolarem a todas as forças do povo e provincia que com elles apertassem, creanças e mulheres, e que se saqueassem os seus despojos,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N'um mesmo dia, em todas as provincias do rei Assuero, no dia treze do duodecimo mez, que é o mez d'adar.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copia da carta foi que uma ordem se annunciaria em todas as provincias, publicamente a todos os povos, para que os judeos estivessem preparados para aquelle dia, para se vingarem dos seus inimigos.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correios sobre ginetes e mulas apressuradamente sairam, impellidos pela palavra do rei: e foi publicada esta ordem na fortaleza de Susan.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Mardoqueo saiu da presença do rei com um vestido real azul celeste e branco, como tambem com uma grande corôa d'oiro, e com uma capa de linho fino e purpura, e a cidade de Susan jubilou e se alegrou.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os judeos houve luz, e alegria, e gozo, e honra.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em toda a provincia, e em toda a cidade, aonde chegava a palavra do rei e a sua ordem, havia entre os judeos alegria, e gozo, convites e dias de folguedo: e muitos dos povos da terra se fizeram judeos; porque o temor dos judeos tinha caido sobre elles.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