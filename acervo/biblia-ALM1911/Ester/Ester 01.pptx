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nos dias de Assuero (este é aquelle Assuero que reinou desde a India até Ethiopia, sobre cento e vinte e sete provincias):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dias, assentando-se o rei Assuero sobre o throno do seu reino, que está na fortaleza de Susan,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terceiro anno do seu reinado, fez um convite a todos os seus principes e seus servos (o poder da Persia e Media e os maiores senhores das provincias estavam perante elle),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mostrar as riquezas da gloria do seu reino, e o esplendor da sua excellente grandeza, por muitos dias, a saber: cento e oitenta dias.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acabados aquelles dias, fez o rei um convite a todo o povo que se achou na fortaleza de Susan, desde o maior até ao menor, por sete dias, no pateo do jardim do palacio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tapeçarias eram de branco, verde, e azul celeste, pendentes de cordões de linho fino e purpura, e argolas de prata, e columnas de marmore: os leitos d'oiro e de prata, sobre um pavimento de porphyro, e de marmore, e d'alabastro, e de pedras preciosas.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dava-se de beber em vasos d'oiro, e os vasos eram differentes uns dos outros; e havia muito vinho real, segundo o estado do 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beber era por lei, que ninguem forçasse a outro: porque assim o tinha ordenado o rei expressamente a todos os grandes da sua casa, que fizessem conforme á vontade de cada 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rainha Vasthi fez um convite ás mulheres, na casa real, que tinha o rei Assuero.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setimo dia, estando já o coração do rei alegre do vinho, mandou a Mehuman, Biztha, Harbona, Bigtha, e Abagtha, Zethar, e a Carchas, os sete eunuchos que serviam na presença do rei Assuero,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introduzissem na presença do rei a rainha Vasthi, com a corôa real, para mostrar aos povos e aos principes a sua formosura, porque era formosa á vista.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rainha Vasthi recusou vir conforme á palavra do rei, pela mão dos eunuchos; pelo que o rei muito se enfureceu, e ardeu n'elle a sua ira.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aos sabios que entendiam dos tempos (porque assim se tratavam os negocios do rei na presença de todos os que sabiam a lei e o direito;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mais chegados a elle eram: Carsena, Sethar, Admatha, Tarsis, Meres, Marsena, Memuchan, os sete principes dos persas e dos medos, que viam a face do rei, e se assentavam os primeiros no reino)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segundo a lei, se devia fazer da rainha Vasthi, por não haver feito o mandado do rei Assuero, pela mão dos eunuchos?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Memuchan na presença do rei e dos principes: Não sómente peccou contra o rei a rainha Vasthi, porém tambem contra todos os principes, e contra todos os povos que ha em todas as provincias do rei Assuero.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noticia d'este feito da rainha sairá a todas as mulheres, de modo que desprezarão a seus maridos aos seus olhos quando se disser: Mandou o rei Assuero que introduzissem á sua presença a rainha Vasthi, porém ella não veiu.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n'este mesmo dia as princezas da Persia e da Media dirão o mesmo a todos os principes do rei, ouvindo o feito da rainha: e assim haverá assaz desprezo e indignação.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bem parecer ao rei, saia da sua parte um edicto real, e escreva-se nas leis dos persas e dos medos, e não se quebrante, a saber: que Vasthi não entre mais na presença do rei Assuero, e o rei dê o reino d'ella á sua companheira que seja melhor do que ella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ouvindo-se o mandado, que o rei mandar em todo o seu reino (ainda que é grande), todas as mulheres darão honra a seus maridos, desde a maior até á menor.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pareceram bem estas palavras aos olhos do rei e dos principes: e fez o rei conforme á palavra de Memuchan.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cartas a todas as provincias do rei, a cada provincia segundo a sua escriptura, e a cada povo segundo a sua lingua: que cada homem fosse senhor em sua casa, e que se publicasse conforme á lingua do seu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