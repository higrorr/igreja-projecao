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d'estas coisas o rei Assuero engrandeceu a Haman, filho d'Hammedatha, agagita, e o exaltou: e poz o seu assento acima de todos os principes que estavam com elle.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servos do rei, que estavam á porta do rei, se inclinavam e se prostravam perante Haman; porque assim tinha ordenado o rei ácerca d'elle: porém Mardoqueo não se inclinava nem se prostrava.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servos do rei, que estavam á porta do rei, disseram a Mardoqueo: Porque traspassas o mandado do rei?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dizendo-lhe elles isto de dia em dia, e não lhes dando elle ouvidos, o fizeram saber a Haman, para verem se as palavras de Mardoqueo se sustentariam, porque elle lhes tinha declarado que era judeo.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Haman que Mardoqueo se não inclinava nem se prostrava diante d'elle, Haman se encheu de furor.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em seus olhos teve em pouco de pôr as mãos só em Mardoqueo (porque lhe haviam declarado o povo de Mardoqueo); Haman pois procurou destruir a todos os judeos que havia em todo o reino d'Assuero, ao povo de Mardoqueo.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primeiro mez (que é o mez de nisan), no anno duodecimo do rei Assuero, se lançou pur, isto é, sorte, perante Haman, de dia em dia, e de mez em mez, até ao duodecimo mez, que é o mez d'adar.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Haman disse ao rei Assuero: Ha um povo espargido e dividido entre os povos em todas as provincias do teu reino, cujas leis são differentes das leis de todos os povos, e tão pouco fazem as leis do rei; pelo que não convém ao rei deixal-os ficar.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bem parecer ao rei, escreva-se que os matem: e eu porei nas mãos dos que fizerem a obra dez mil talentos de prata, para que se mettam nos thesouros do rei.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tirou o rei o seu annel da sua mão, e o deu a Haman, filho d'Hammedatha, agagita, adversario dos judeos.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 a Haman: Essa prata te é dada, como tambem esse povo, para fazeres d'elle o que bem parecer aos teus olhos.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chamaram os escrivães do rei no primeiro mez, no dia treze do mesmo, e conforme a tudo quanto Haman mandou se escreveu aos principes do rei, e aos governadores que havia sobre cada provincia, e aos principaes de cada povo; a cada provincia segundo a sua escriptura, e a cada povo segundo a sua lingua; em nome do rei Assuero se escreveu, e com o annel do rei se sellou.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cartas se enviaram pela mão dos correios a todas as provincias do rei, que destruissem, matassem, e lançassem a perder a todos os judeos desde o moço até ao velho, creanças e mulheres, em um mesmo dia, a treze do duodecimo mez (que é o mez d'adar), e que saqueassem o seu despojo.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copia do escripto que se proclamasse lei em cada provincia era publicada a todos os povos, para que estivessem preparados para aquelle dia.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correios, pois, impellidos pela palavra do rei, sairam, e a lei se proclamou na fortaleza de Susan: e o rei e Haman se assentaram a beber; porém a cidade de Susan estava confusa.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