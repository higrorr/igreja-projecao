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 ao terceiro dia Esther se vestiu de seus vestidos reaes, e se poz no pateo interior da casa do rei, defronte do aposento do rei: e o rei estava assentado sobre o seu throno real, na casa real defronte da porta do aposento.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vendo o rei a rainha Esther, que estava no pateo, alcançou graça aos seus olhos, que o rei apontou para Esther com o sceptro d'oiro, que tinha na sua mão, e Esther chegou, e tocou a ponta do sceptro.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lhe disse: Que e o que tens, rainha Esther? ou qual é a tua petição? até metade do reino se te dará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Esther: Se bem parecer ao rei, venha o rei e Haman hoje ao convite que lhe tenho preparado.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rei: Fazei apressar a Haman, que faça o mandado d'Esther. Vindo pois o rei e Haman ao banquete, que Esther tinha preparado,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o rei a Esther, no banquete do vinho: Qual é a tua petição? e se te dará: e qual é o teu requerimento? e se fará ainda até metade do reino.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Esther, e disse: Minha petição e requerimento é: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achei graça aos olhos do rei, e se bem parecer ao rei conceder-me a minha petição, e outorgar-me o meu requerimento, venha o rei com Haman ao banquete que lhes hei de preparar, e ámanhã farei conforme ao mandado do rei.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saiu Haman n'aquelle dia alegre e de bom animo: porém, vendo Haman a Mardoqueo á porta do rei, e que não se levantara nem se movera por elle, então Haman se encheu de furor contra Mardoqueo.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Haman porém se refreou, e veiu á sua casa: e enviou, e mandou vir os seus amigos, e a Zeres sua mulher.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contou-lhes Haman a gloria das suas riquezas e a multidão de seus filhos, e tudo em que o rei o tinha engrandecido, e o em que o tinha exaltado sobre os principes e servos do rei.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Haman: Tão pouco a rainha Esther a ninguem fez vir com o rei ao banquete que tinha preparado, senão a mim: e tambem para ámanhã estou convidado por ella juntamente com o rei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tudo isto me não satisfaz, emquanto vir o judeo Mardoqueo assentado á porta do rei.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 disse Zeres, sua mulher, e todos os seus amigos: Faça-se uma forca de cincoenta covados d'altura, e ámanhã dize ao rei que enforquem n'ella Mardoqueo, e então entra com o rei alegre ao convite. E este conselho bem pareceu a Haman, e mandou fazer a forca.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