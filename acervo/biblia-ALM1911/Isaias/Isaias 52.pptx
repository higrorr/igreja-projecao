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 desperta, veste-te da tua fortaleza, ó Sião: veste-te dos teus vestidos formosos, ó Jerusalem, cidade sancta; porque nunca mais entrará em ti nem incircumciso nem immundo.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Sacode-te do pó, levanta-te, e assenta-te, ó Jerusalem: solta-te das ataduras de teu pescoço, ó captiva filha de Sião.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Por nada fostes vendidos: tambem sem dinheiro sereis resgatados.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O meu povo em tempos passados desceu ao Egypto, para peregrinar lá, e a Assyria sem razão o opprimiu.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que tenho eu aqui que fazer? diz o Senhor; pois o meu povo foi tomado sem nenhuma razão: e os que dominam sobre elle o fazem uivar, diz o Senhor; e o meu nome é blasphemado incessantemente todo o 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meu povo saberá o meu nome, por esta causa, n'aquelle dia; porque eu mesmo sou o que digo: Eis-me aqui.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suaves são sobre os montes os pés do que annuncia as boas novas, o que faz ouvir a paz; do que annuncia o bem, que faz ouvir a salvação: do que diz a Sião: O teu Deus reina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voz dos teus atalaias se ouve, alçam a voz, juntamente exultam; porque olho a olho verão, quando o Senhor tornar a trazer a Sião.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Clamae cantando, exultae juntamente, desertos de Jerusalem; porque o Senhor consolou o seu povo, remiu a Jerusalem.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desnudou o seu sancto braço perante os olhos de todas as nações; e todos os confins da terra verão a salvação do nosso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Retirae-vos, retirae-vos, sahi d'ahi, não toqueis coisa immunda: sahi do meio d'ella, purificae-vos, os que levaes os vasos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sairieis apressadamente, nem vos ireis fugindo; porque o Senhor irá diante de vós, e o Deus d'Israel será a vossa rectaguarda.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meu servo obrará com prudencia: será exaltado, e elevado, e mui sublime.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pasmaram muitos á vista de ti, de que o seu parecer estava tão desfigurado mais do que o de outro qualquer, e a sua figura mais do que a dos outros filhos dos homens,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borrifará muitas nações, e os reis fecharão as suas boccas por causa d'elle; porque aquillo que não lhes foi annunciado o verão, e aquillo que elles não ouviram o entenderão.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