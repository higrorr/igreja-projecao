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Pezo de Damasco. Eis que Damasco será tirada, e mais não será cidade, antes será um montão de ruinas.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cidades d'Aroer serão desamparadas: hão de ser para os rebanhos que se deitarão sem que alguem os espante.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fortaleza d'Ephraim cessará, como tambem o reino de Damasco e o residuo da Syria; serão como a gloria dos filhos de Israel, diz o Senhor dos Exercitos.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n'aquelle dia que ficará attenuada a gloria de Jacob, e a gordura da sua carne se emmagrecerá.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será como o segador que colhe a ceara e com o seu braço sega as espigas: e será tambem como o que colhe espigas no valle de Rephaim.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ainda ficarão n'elle alguns rabiscos, como no sacudir da oliveira, em que só duas ou tres azeitonas ficam na mais alta ponta dos ramos, e quatro ou cinco em seus ramos fructiferos, diz o Senhor Deus d'Israel.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attentará o homem para o seu Creador, e os seus olhos olharão para o Sancto d'Israel.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attentará para os altares, obra das suas mãos, nem tão pouco olhará para o que fizeram seus dedos, nem para os bosques, nem para as imagens do sol.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serão as suas cidades fortes como plantas desamparadas, e como os mais altos ramos, os quaes vieram a deixar por causa dos filhos d'Israel, e haverá assolação.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te esqueceste do Deus da tua salvação, e não te lembraste da rocha da tua fortaleza: pelo que bem plantarás plantas formosas, e as cercarás de sarmentos estranhos.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dia em que as plantares as farás crescer, e pela manhã farás que a tua semente brote: porém sómente será um montão do segado no dia da enfermidade e das dôres insoffriveis.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da multidão dos grandes povos que bramam como bramem os mares, e do rugido das nações que rugem como rugem as impetuosas aguas.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rugirão as nações, como rugem as muitas aguas, porém reprehendel-o-ha e fugirá para longe; e será afugentado como a pragana dos montes diante do vento, e como a bola diante do tufão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tempo da tarde eis que ha pavor, mas antes que amanheça já não apparece: esta é a parte d'aquelles que nos despojam, e a sorte d'aquelles que nos saqueiam.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