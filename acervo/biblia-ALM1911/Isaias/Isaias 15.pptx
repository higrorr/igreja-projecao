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Pezo de Moab. Certamente de noite foi destruida Ar de Moab, e foi desfeita: certamente de noite foi destruida Kir de Moab, e foi desfeita.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 subindo a Bayith, e a Dibon, aos logares altos, a chorar: por Nebo e por Medeba Moab uivará; sobre todas as suas cabeças haverá calva, e toda a barba será rapada.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Cingiram-se de saccos nas suas ruas: nos seus terraços e nas suas praças todos andam uivando, e veem descendo e chorando.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Hesbon como Eleale, andam gritando, até Jahas se ouve a sua voz; pelo que os armados de Moab fazem grande grita, a sua alma lhes será penosa.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coração dá gritos por Moab: fugiram os seus fugitivos até Zoar, como a novilha de tres annos: porque vae subindo com choro pela subida de Luhith, porque no caminho de Horonaim levantam um lastimoso pranto.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 aguas de Nimrim serão uma pura assolação; porque já seccou o feno, pereceu a herva, e não ha verdura alguma.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a abundancia que ajuntaram, e o de mais que guardaram, ao ribeiro dos salgueiros o levaram.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pranto rodeará aos limites de Moab; até Eglaim chegará o seu uivo, e ainda até Beerelim chegará o seu uivo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as aguas de Dimon estão cheias de sangue, porque ainda accrescentarei a Dimon os sobejos; a saber, leões contra aquelles que escaparem de Moab, como tambem contra as reliquias da terra.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