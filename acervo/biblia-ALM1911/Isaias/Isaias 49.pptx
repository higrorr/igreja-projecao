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Ouvi-me, ilhas, e escutae vós, povos de longe: O Senhor me chamou desde o ventre, desde as entranhas de minha mãe fez menção do meu nome.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 minha bocca como uma espada aguda, com a sombra da sua mão me cobriu: e me poz como uma frecha limpa, e me escondeu na sua aljava.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Tu és meu servo: e Israel aquelle por quem hei de ser glorificado.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disse: Debalde tenho trabalhado, inutil e vãmente gastei as minhas forças: todavia o meu direito está perante o Senhor, e o meu galardão perante o meu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diz o Senhor, que me formou desde o ventre para seu servo, que lhe tornasse a trazer Jacob a elle; porém Israel não se deixára ajuntar: comtudo aos olhos do Senhor serei glorificado, e o meu Deus será a minha força.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Pouco é que sejas o meu servo, para restaurares as tribus de Jacob, e tornares a trazer os guardados em Israel: tambem te dei para luz dos gentios, para seres a minha salvação até á extremidade da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Redemptor de Israel, o seu Sancto, á alma desprezada, ao que a gente abomina, ao servo dos que dominam: Os reis o verão, e se levantarão, tambem os principes, e diante de ti se inclinarão, por amor do Senhor, que é fiel, e do Sancto de Israel, que te escolheu.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No tempo favoravel te ouvi e no dia da salvação te ajudei, e te guardarei, e te darei por concerto do povo, para restaurares a terra, para fazer possuir as herdades assoladas;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dizeres aos presos: Sahi; e aos que estão em trevas: Apparecei: pastarão nos caminhos, e em todos os logares altos haverá o seu pasto.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terão fome nem sêde, nem a calma nem o sol os affligirá; porque o que se compadece d'elles os guiará, e os levará mansamente aos mananciaes das aguas.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a todos os meus montes em caminho; e as minhas veredas serão levantadas.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estes virão de longe, e eis que aquelles do norte, e do occidente, e aquell'outros da terra Sinim.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Exultae, ó céus, e alegra-te tu, terra, e vós, montes, estalae com jubilo, porque já o Senhor consolou o seu povo, e dos seus afflictos se compadecerá.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Sião diz: Já me desamparou o Senhor, e o Senhor se esqueceu de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pode uma mulher esquecer-se tanto de seu filho que cria, que se não compadeça d'elle, do filho do seu ventre? ora ainda que esta se esquecesse d'elle, comtudo eu me não esquecerei de 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em ambas as palmas das minhas mãos te tenho gravado: os teus muros estão continuamente perante mim.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filhos apressuradamente virão, porém os teus destruidores e os teus assoladores sairão para fóra de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os teus olhos ao redor, e olha: todos estes que se ajuntam veem a ti: vivo eu, diz o Senhor, que de todos estes te vestirás, como d'um ornamento, e te cingirás d'elles como noiva.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 teus desertos, e nos teus logares solitarios, e na tua terra destruida, agora te verás apertada de moradores, e os que te devoravam se apartarão para longe de 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até os filhos da tua orphandade dirão aos teus ouvidos: Mui estreito é para mim este logar; aparta-te de mim, para que possa habitar n'elle.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 no teu coração: Quem me gerou estes? pois eu estava desfilhada e solitaria; entrara em captiveiro, e me retirara; pois quem me creou estes? eis que eu só fui deixada de resto? e estes onde estavam?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levantarei a minha mão para as nações, e aos povos arvorarei a minha bandeira: então trarão os teus filhos nos braços, e as tuas filhas serão levadas sobre os hombros.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reis serão os teus aios, e as suas princezas as tuas amas; diante de ti se inclinarão com o rosto em terra, e lamberão o pó dos teus pés, e saberás que eu sou o Senhor, que os que confiam em mim não serão confundidos.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se tiraria a preza ao valente? ou os presos d'um justo escapariam?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assim diz o Senhor: Por certo que os presos se tirarão ao valente, e a preza do tyranno escapará; porque eu contenderei com os teus contendedores, e os teus filhos eu remirei.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sustentarei os teus oppressores com a sua propria carne, e com o seu proprio sangue se embriagarão, como com mosto; e toda a carne saberá que eu sou o Senhor, o teu Salvador e o teu Redemptor, o Forte de Jacob.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