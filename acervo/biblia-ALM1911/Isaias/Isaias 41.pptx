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Calae-vos perante mim, ó ilhas, e os povos renovem as forças: cheguem-se, e então fallem: cheguemo-nos juntos a juizo.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suscitou do oriente o justo? e o chamou para o seu pé? quem deu as nações á sua face? e o fez dominar sobre reis? elle os entregou á sua espada como o pó, e como pragana arrebatada do vento ao seu arco.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Perseguiu-os, e passou em paz, por uma vereda por onde com os seus pés nunca tinha caminhado.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obrou e fez isto, chamando as gerações desde o principio? eu o Senhor, o primeiro, e com os ultimos eu mesmo.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ilhas o viram, e temeram: os fins da terra tremeram: approximaram-se, e vieram.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ao outro ajudou, e ao seu companheiro disse: Esforça-te.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artifice animou ao ourives, e o que alisa com o martello ao que bate na safra, dizendo da soldadura: Boa é. Então com pregos o firma, para que não venha a mover-se.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tu, ó Israel, servo meu, tu Jacob, a quem elegi e tu semente de Abrahão, meu amigo?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a quem tomei desde os fins da terra, e te chamei d'entre os seus mais excellentes, e te disse: Tu és o meu servo, a ti te escolhi e nunca te rejeitei.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temas, porque eu estou comtigo; não te assombres, porque eu sou teu Deus: eu te esforço, e te ajudo, e te sustento com a dextra da minha justiça.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que, envergonhados e confundidos serão todos os que se indignaram contra ti: tornar-se-hão como nada, e os que contenderem comtigo, perecerão.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Buscal-os-has, porém não os acharás; porém os que pelejarem comtigo, tornar-se-hão como nada, e como coisa que não é nada, os que guerrearem comtigo.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eu, o Senhor teu Deus, te tomo pela tua mão direita; e te digo: Não temas, que eu te ajudo.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temas, ó bicho Jacob, povosinho d'Israel; eu te ajudo, diz o Senhor, e o teu redemptor é o Sancto d'Israel.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te puz por trilho agudo novo, que tem dentes agudos: os montes trilharás e moerás; e os outeiros tornarás como a folhelho.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padejarás e o vento os levará, e o tufão os espalhará, porém tu te alegrarás no Senhor e te gloriarás no Sancto d'Israel.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afflictos e necessitados buscam aguas, mas nenhumas ha, e a sua lingua se secca de sêde: eu o Senhor os ouvirei, eu o Deus d'Israel os não desampararei.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Abrirei rios em logares altos, e fontes no meio dos valles: tornarei o deserto em tanques de aguas, e a terra secca em mananciaes d'aguas.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Plantarei no deserto o cedro, a arvore de sitta, e a murta, e a oliveira: juntamente porei no ermo a faia, o olmeiro e o alamo;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todos vejam, e saibam, e considerem, e juntamente entendam que a mão do Senhor fez isto, e o Sancto d'Israel o creou.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Produzi a vossa demanda, diz o Senhor: trazei as vossas firmes razões, diz o Rei de Jacob.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Produzam e annunciem-nos as coisas que hão de acontecer: annunciae-nos quaes foram as coisas passadas, para que attentemos para ellas, e saibamos o fim d'ellas; ou fazei-nos ouvir as coisas futuras.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Annunciae-nos as coisas que ainda hão de vir, para que saibamos que sois deuses: ou fazei bem, ou fazei mal, para que nos assombremos, e juntamente o veremos.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sois menos do que nada e a vossa obra é menos do que nada: abominação é quem vos escolhe.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Desperto a um do norte, que ha de vir do nascimento do sol, e invocará o meu nome; e virá sobre os magistrados, como sobre o lodo, e, como o oleiro pisa o barro, os pisará.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annunciou isto desde o principio, para que o possamos saber, ou desde antes, para que digamos: Justo é? Porém não ha quem annuncie, nem tão pouco quem manifeste, nem tão pouco quem ouça as vossas palavras.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o primeiro, sou o que digo a Sião: Eis que ali estão: e a Jerusalem darei um annunciador de boas novas.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olhei, porém ninguem havia; nem mesmo entre estes conselheiro algum havia a quem perguntasse ou que me respondesse palavra.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todos são vaidade; as suas obras não são nada; as suas imagens de fundição são vento e nada.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