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dos que ordenam ordenanças injustas, e dos que prescrevem trabalho aos escrivães.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desviarem aos pobres do seu direito, e para arrebatarem o direito dos afflictos do meu povo, para despojarem as viuvas e para roubarem os orphãos!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que fareis vós-outros no dia da visitação, e da assolação, que ha de vir de longe? a quem vos refugiareis para obter soccorro, e onde deixareis a vossa gloria?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que cada um se abata entre as prezas, e caia entre os mortos? Com tudo isto a sua ira se não apartou, mas ainda está estendida a sua mão.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da Assyria! a vara da minha ira: porque a minha indignação é o bordão nas suas mãos.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Envial-o-hei contra uma nação hypocrita, e contra o povo do meu furor lhe darei ordem, para que lhe roube o roubo, e lhe despoje o despojo, e o ponha para ser pisado aos pés, como a lama das ruas: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que elle não cuide assim, nem o seu coração assim o imagine: antes no seu coração intentará destruir e desarraigar nações não poucas.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diz: Porventura todos os meus principes não são elles reis?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é Calno como Carchemis? não é Hamath como Arphad? e Samaria como Damasco?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a minha mão achou os reinos dos idolos, ainda que as suas imagens de vulto fossem melhores do que as de Jerusalem e de que as de Samaria.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como fiz a Samaria e aos seus idolos, não faria eu tambem assim a Jerusalem e aos seus idolos?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acontecerá que, havendo o Senhor acabado toda a sua obra no monte de Sião e em Jerusalem, então visitarei o fructo da arrogante grandeza do coração do rei da Assyria e a pompa da altivez dos seus olhos.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disse: Com a força da minha mão o fiz, e com a minha sabedoria, porque sou entendido: e terei os limites dos povos, e roubei a sua provisão, e como valente abati aos moradores.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achou a minha mão as riquezas dos povos como a um ninho, e como se ajuntam os ovos deixados, assim eu ajuntei a toda a terra, e não houve quem movesse a aza, ou abrisse a bocca, ou chilrasse.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gloriar-se-ha o machado contra o que corta com elle? ou presumirá a serra contra o que puxa por ella? como se o bordão movesse aos que o levantam, ou a vara se levantasse como não sendo pau?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o Senhor, o Senhor dos Exercitos, enviará magreza entre os seus gordos, e debaixo da sua gloria accenderá incendio, como incendio de fogo.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Luz d'Israel virá a ser por fogo e o seu Sancto por labareda, que abraze e consuma os seus espinheiros e as suas sarças n'um dia.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consumirá a gloria da sua brenha, e do seu campo fertil, desde a alma até á carne, e será como quando o porta-bandeira se desmaia.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resto das arvores da sua brenha será tão pouco em numero, que um menino as possa escrever.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acontecerá n'aquelle dia que os residuos d'Israel, e os escapados da casa de Jacob, nunca mais se estribarão sobre o que os feriu: antes se estribarão verdadeiramente sobre o Senhor, o Sancto d'Israel.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residuos se converterão, os residuos, digo, de Jacob, ao Deus forte.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ainda que o teu povo, ó Israel, seja como a areia do mar, todavia só um resto d'elle se converterá: já a destruição está determinada, trasbordando em justiça.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10:23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determinada já a destruição, o Senhor Jehovah dos Exercitos a executará no meio de toda esta terra.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10:24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assim diz o Senhor Jehovah dos Exercitos: Não temas, povo meu, que habitas em Sião, á Assyria, quando te ferir com a vara, e contra ti levantar o seu bordão ao modo dos egypcios,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10:25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d'aqui a bem pouco se cumprirão a minha indignação e a minha ira, para os consumir.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10:26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Senhor dos Exercitos levantará um açoite contra elle, qual a matança de Midian junto á rocha d'Oreb, e qual a sua vara sobre o mar, que levantará ao modo dos egypcios.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10:27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acontecerá, no mesmo dia, que tirará a sua carga do teu hombro, e o seu jugo do teu pescoço: e o jugo será despedaçado por amor do ungido.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10:28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vem chegando a Aiath, já vae passando por Migron, e em Michmas lança a sua bagagem.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10:29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vão passando o vau, já se alojam em Geba: já Rama treme, e Gibeah de Saul vae fugindo.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10:30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Grita altamente com a tua voz, ó filha de Gallim! ouve ó Lais! ó tu pobre Anathoth.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10:31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Madmena se foi, os moradores de Gebim vão fugindo em bandos.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10:32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um dia parará em Nob: moverá a sua mão contra o monte da filha de Sião, o outeiro de Jerusalem.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10:33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eis-que o Senhor Jehovah dos Exercitos decotará os ramos com violencia, e os de alta estatura serão cortados, e os altivos serão abatidos.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10:34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cortará com o ferro a espessura da brenha, e o Libano cairá á mão de um poderoso.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