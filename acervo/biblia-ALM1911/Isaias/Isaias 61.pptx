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Espirito do Senhor Jehovah está sobre mim; porque o Senhor me ungiu, para prégar boas novas aos mansos: enviou-me a restaurar os contritos de coração, a apregoar liberdade aos captivos, e a abertura de prisão aos presos;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apregoar o anno acceitavel do Senhor e o dia da vingança do nosso Deus, a consolar todos os tristes;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ordenar aos tristes de Sião que se lhes dê ornamento por cinza, oleo de gozo por tristeza, vestidura de louvor por espirito angustiado; para que se chamem carvalhos de justiça, plantados do Senhor, para que seja glorificado.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edificarão os logares antigamente assolados, e restaurarão os de antes destruidos, e renovarão as cidades assoladas, destruidas de geração em geração.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haverá estrangeiros, e apascentarão os vossos rebanhos: e estranhos serão os vossos lavradores e os vossos vinheiros.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vós sereis chamados sacerdotes do Senhor, e vos chamarão ministros de nosso Deus: comereis a abundancia das nações, e na sua gloria vos gloriareis.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vossa dupla vergonha, e affronta, exultarão sobre a sua parte; pelo que na sua terra possuirão o dobro, e terão perpetua alegria.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eu, o Senhor, amo o juizo, aborreço a rapina no holocausto; e farei que a sua obra seja em verdade; e farei um concerto eterno com 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semente será conhecida entre as nações, e os seus descendentes no meio dos povos; todos quantos os virem os conhecerão, que são a semente bemdita do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Gozo-me muito no Senhor, a minha alma se alegra no meu Deus: porque me vestiu de vestidos de salvação, me cobriu com o manto de justiça, como quando o noivo se orna com atavio sacerdotal, e como a noiva se enfeita com as suas joias.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a terra produz os seus renovos, e como o horto faz brotar o que n'elle se semeia, assim o Senhor Jehovah fará brotar a justiça e o louvor para todas as nações.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