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deserto e os logares seccos se alegrarão d'isto; e o ermo exultará e florescerá como a rosa.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Abundantemente florescerá, e tambem se alegrará d'alegria e exultará; a gloria do Libano se lhe deu, o ornato do Carmelo e Saron: elles verão a gloria do Senhor, o ornato do nosso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Confortae as mãos fracas, e esforçae os joelhos trementes.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Dizei aos turbados de coração: Confortae-vos, não temaes: eis-que o vosso Deus virá a tomar vingança, com pagos de Deus; elle virá, e vos salvará.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olhos dos cegos serão abertos, e os ouvidos dos surdos se abrirão.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coxos saltarão como cervos, e a lingua dos mudos cantará: porque aguas arrebentarão no deserto e ribeiros no ermo.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terra secca se tornará em tanques, e a terra sedenta em mananciaes d'aguas; e nas habitações em que jaziam os dragões haverá herva com cannas e juncos.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haverá estrada e caminho, que se chamará o caminho sancto; o immundo não passará por elle, mas será para estes: os caminhantes, até mesmo os loucos, não errarão.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não haverá leão, nem besta fera subirá a elle, nem se achará n'elle: porém só os remidos andarão por 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resgatados do Senhor tornarão, e virão a Sião com jubilo: e alegria eterna haverá sobre as suas cabeças: gozo e alegria alcançarão, e d'elles fugirá a tristeza e o gemido.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