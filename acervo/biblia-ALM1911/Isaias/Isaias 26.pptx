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se cantará este cantico na terra de Judah: Uma forte cidade temos, Deus lhe poz a salvação por muros e antemuros.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 as portas, para que entre n'ellas a nação justa, que observa a verdade.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conservarás em paz aquelle cuja mente está firme em ti, porque confiará em 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Confiae no Senhor perpetuamente; porque em Deus Senhor ha uma rocha eterna.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abate os que habitam em logares sublimes, como tambem a cidade exalçada humilhará até ao chão, e a derribará até ao pó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pé a atropellará; os pés dos afflictos, e os passos dos pobres.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do justo é todo plano: tu rectamente pesas o andar do justo.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caminho dos teus juizos, Senhor, te esperamos, no teu nome e na tua lembrança está o desejo da nossa alma.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minha alma te desejei de noite, e com o meu espirito, que está dentro de mim, madrugarei a buscar-te; porque, havendo os teus juizos na terra, os moradores do mundo aprendem justiça.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se faça favor ao impio, nem por isso aprende a justiça; até na terra da rectidão obra iniquidade, e não olha para a alteza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ainda que esteja exaltada a tua mão, nem por isso a vêem: vel-a-hão, porém, e confundir-se-hão por causa do zelo que tens do teu povo; e o fogo consumirá a teus adversarios.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tu nos darás a paz, porque tu és o que fizeste em nós todas as nossas obras.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 Deus nosso, já outros senhores teem tido dominio sobre nós; porém, por ti só, nos lembramos do teu nome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Morrendo elles, não tornarão a viver; fallecendo, não resuscitarão; por isso os visitaste e destruiste, e apagaste toda a sua memoria.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Senhor, augmentaste a esta gente, tu augmentaste a esta gente, fizeste-te glorioso; mas longe os lançaste, a todos os fins da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no aperto te visitaram; vindo sobre elles a tua correcção, derramaram a sua oração secreta.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mulher gravida, quando está proxima ao parto, tem dôres do parto, e dá gritos nas suas dôres, assim fomos nós por causa da tua face, ó Senhor!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concebemos nós, e tivemos dôres de parto, porém parimos só vento: livramento não trouxemos á terra, nem cairam os moradores do mundo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mortos viverão, como tambem o meu corpo morto, e assim resuscitarão; despertae e exultae, os que habitaes no pó, porque o teu orvalho será como o orvalho de hortaliças, e a terra lançará de si os mortos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pois, povo meu, entra nos teus quartos, e fecha as tuas portas sobre ti: esconde-te por um só momento, até que passe a ira.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eis-que o Senhor sairá do seu logar, para castigar os moradores da terra, por causa da sua iniquidade, e a terra descobrirá o seu sangue, e não encobrirá mais os seus mortos á espada.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