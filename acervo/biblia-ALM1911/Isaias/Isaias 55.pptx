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vós, todos os que tendes sêde, vinde ás aguas, e os que não tendes dinheiro, vinde, comprae, e comei; sim, vinde, pois, comprae, sem dinheiro e sem preço, vinho e leite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gastaes o dinheiro n'aquillo que não é pão? e o producto do vosso trabalho n'aquillo que não pode fartar? ouvi-me attentamente, e comei o bem, e a vossa alma se deleite com a gordura.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Inclinae os vossos ouvidos, e vinde a mim; ouvi, e a vossa alma viverá; porque comvosco farei um concerto perpetuo, dando-vos as firmes beneficencias de David.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eu o dei por testemunha aos povos, por principe e mandador dos povos.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chamarás a uma nação que nunca conheceste, e uma nação que nunca te conheceu correrá para ti, por amor do Senhor teu Deus, e do Sancto de Israel; porque elle te glorificou.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Buscae ao Senhor emquanto se pode achar, invocae-o emquanto está perto.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impio deixe o seu caminho, e o homem maligno os seus pensamentos, e se converta ao Senhor; e se compadecerá d'elle; como tambem ao nosso Deus, porque grandioso é em perdoar.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meus pensamentos não são os vossos pensamentos, nem os vossos caminhos os meus caminhos, diz o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assim como os céus são mais altos do que a terra, assim são os meus caminhos mais altos do que os vossos caminhos, e os meus pensamentos mais altos do que os vossos pensamentos.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assim como desce a chuva e a neve dos céus, e para lá não torna, porém rega a terra, e a faz produzir, e brotar, e dar semente ao semeador, e pão ao que come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será a minha palavra, que sair da minha bocca; ella não tornará a mim vazia; antes fará o que me apraz, e prosperará n'aquillo para o que a enviei.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com alegria saireis, e em paz sereis guiados: os montes e os outeiros exclamarão de prazer perante a vossa face, e todas as arvores do campo baterão as palmas.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logar do espinheiro crescerá a faia, e em logar da sarça crescerá a murta: o que será para o Senhor por nome, e por signal eterno, que nunca se apagará.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