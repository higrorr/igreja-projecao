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sairá uma vara do tronco de Jessé, e um renovo crescerá das suas raizes.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repousará sobre elle o espirito do Senhor, o espirito de sabedoria e de intelligencia, o espirito de conselho e de fortaleza, o espirito de conhecimento e do temor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deleite será no temor do Senhor: e não julgará segundo a vista dos seus olhos, nem reprehenderá segundo o ouvir dos seus ouvidos,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julgará com justiça aos pobres, e reprehenderá com equidade aos mansos da terra, porém ferirá a terra com a vara de sua bocca, e com o assopro dos seus labios matará ao impio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justiça será o cinto dos seus lombos, e a verdade o cinto dos seus rins.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morará o lobo com o cordeiro, e o leopardo com o cabrito se deitará, e o bezerro, e o filho de leão e o animal cevado andarão juntos, e um menino pequeno os guiará.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vacca e a ursa pastarão juntas, seus filhos se deitarão juntos, e o leão comerá palha como o boi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brincará a creança de peito sobre o buraco do aspide, e o já desmamado metterá a sua mão na cova do basilisco.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fará mal mem damno algum em nenhuma parte de todo o monte da minha sanctidade, porque a terra se encherá do conhecimento do Senhor, como as aguas cobrem o fundo do mar.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acontecerá n'aquelle dia que as nações perguntarão pela raiz de Jessé, posta por pendão dos povos, e o seu repouso será glorioso.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 de acontecer n'aquelle dia que o Senhor tornará a pôr a sua mão para adquirir outra vez os residuos do seu povo, que restarem da Assyria, e do Egypto, e de Pathros, e da Ethiopia, e de Elam, e de Sinear, e de Hamath, e das ilhas do mar.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levantará um pendão entre as nações, e ajuntará os desterrados de Israel, e os dispersos de Judah congregará desde os quatro confins da terra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inveja de Ephraim se desviará, e os adversarios de Judah serão desarraigados: Ephraim não invejará a Judah e Judah não opprimirá a Ephraim.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voarão sobre os hombros dos philisteos ao occidente, juntos despojarão aos do oriente: em Edom e Moab porão as suas mãos, e os filhos de Ammon lhes obedecerão.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destruirá totalmente o braço do mar do Egypto, e moverá a sua mão contra o rio com a força do seu vento, e o ferirá nas sete correntes e fará que se passe por elle com sapatos.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haverá caminho plano para os residuos do seu povo, que restarem da Assyria, como succedeu a Israel no dia em que subiu da terra do Egypto.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