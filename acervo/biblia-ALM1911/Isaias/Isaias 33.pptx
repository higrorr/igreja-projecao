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ti desolador, que não foste desolado, e que obras perfidamente contra os que não obraram perfidamente contra ti! acabando tu de desolar, serás desolado: e, acabando tu de tratar perfidamente, se tratará perfidamente contra 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tem misericordia de nós, por ti temos esperado: sê tu o seu braço nas madrugadas, como tambem a nossa salvação no tempo da tribulação.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voz do arroido fugirão os povos: á tua exaltação as gentes serão dispersas.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ajuntar-se-ha o vosso despojo como se apanha o pulgão: como os gafanhotos saltam, ali saltará.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está exalçado, pois habita nas alturas: encheu a Sião de juizo e justiça.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a firmeza dos teus tempos, e a força das tuas salvações, será a sabedoria e a sciencia: e o temor do Senhor será o seu thesouro.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Eis-que os seus embaixadores estão clamando de fóra; e os mensageiros de paz estão chorando amargamente.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estradas estão desoladas, cessam os que passam pelas veredas: desfaz a alliança, despreza as cidades, e a homem nenhum estima.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geme e pranteia, o Libano se envergonha e se murcha: Saron se tornou como um deserto; e Basan e Carmelo foram sacudidos.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me levantarei, diz o Senhor: agora serei exaltado, agora serei posto em alto.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Concebestes palha, parireis pragana: e o vosso espirito vos devorará como fogo.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povos serão como os incendios de cal: como espinhos cortados arderão no fogo.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vós os que estaes longe, o que tenho feito: e vós, que estaes visinhos, conhecei o meu poder.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peccadores de Sião se assombraram, o tremor surprehendeu os hypocritas. Quem d'entre nós habitará com o fogo consumidor? quem d'entre nós habitará com as labaredas eternas?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anda em justiça, e o que falla equidades; o que arremessa para longe de si o ganho de oppressões; o que sacode das suas mãos todo o presente; o que tapa os seus ouvidos para não ouvir ácerca de sangue e fecha os seus olhos para não ver o mal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habitará nas alturas, as fortalezas das rochas serão o seu alto refugio, o seu pão se lhe dá, as suas aguas são certas.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olhos verão o Rei na sua formosura, e verão a terra que está longe.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coração considerará o assombro, dizendo: Onde o escrivão, onde o pagador? onde o que conta as torres?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verás mais aquelle povo espantavel, povo de falla tão profunda, que não se pode perceber e de lingua tão estranha que não se pode entender.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Sião, a cidade das nossas solemnidades: os teus olhos verão a Jerusalem, habitação quieta, tenda que não será derribada, cujas estacas nunca serão arrancadas, e de cujas cordas nenhuma se quebrará.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ali nos será grandioso, logar de rios e correntes largas será: barco nenhum de remo passará por elles, nem navio grande navegará por elles.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é o nosso Juiz: O Senhor é o nosso Legislador: O Senhor é o nosso Rei, elle nos salvará.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cordas se affrouxaram: não poderam ter firme o seu mastro, e vela não estenderam: então a preza d'abundantes despojos se repartirá; e até os côxos roubarão a preza.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morador nenhum dirá: Enfermo estou; porque o povo que habitar n'ella será absolto d'iniquidade.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