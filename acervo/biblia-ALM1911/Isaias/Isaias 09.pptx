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terra, que foi angustiada, não será entenebrecida; envileceu nos primeiros tempos, a terra de Zabulon, e a terra de Naphtali; mas nos ultimos a ennobreceu junto ao caminho do mar, d'além do Jordão, na Galilea dos gentios.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povo que andava em trevas, viu uma grande luz, e sobre os que habitavam na terra da sombra de morte resplandeceu uma luz.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multiplicaste a este povo, porém a alegria lhe augmentaste: todos se alegrarão perante ti, como se alegram na sega, e como exultam quando se repartem os despojos.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tu quebraste o jugo da sua carga, e o bordão dos seus hombros, e a vara do que o guiava, como no dia dos midianitas,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toda a peleja d'aquelles que pelejavam se fazia com ruido, e os vestidos se revolviam em sangue e se queimavam para pasto do fogo.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um menino nos nasceu, um filho se nos deu, e o principado está sobre os seus hombros, e o seu nome se chama Maravilhoso, Conselheiro, Deus forte, Pae da eternidade, Principe da paz.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grandeza d'este principado e da paz não haverá fim, sobre o throno de David e no seu reino, para o firmar e o fortificar com juizo e com justiça, desde agora para sempre: o zelo do Senhor dos Exercitos fará isto.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enviou palavra a Jacob, e ella caiu em Israel.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este povo o saberá, Ephraim e os moradores de Samaria, em soberba e altivez de coração, dizendo: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ladrilhos cairam, mas com cantaria tornaremos a edificar; cortaram-se as figueiras bravas, mas em cedros as mudaremos.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exalçará os adversarios de Resin contra elle, e misturará entre si os seus inimigos.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diante virão os syros, e por detraz os philisteos, e devorarão a Israel á bocca aberta: e nem com tudo isto se apartou a sua ira, mas ainda está estendida a sua mão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este povo se não torna para quem o fere, nem busca ao Senhor dos Exercitos.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 Senhor cortará a cabeça, e a cauda, o ramo e o junco d'Israel n'um mesmo dia.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(O ancião e o varão de respeito é a cabeça, e o propheta que ensina a falsidade é a cauda.)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guias d'este povo são enganadores, e os guiados por elles serão devorados.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 Senhor não tomará contentamento nos seus mancebos, e não se compadecerá dos seus orphãos e das suas viuvas, porque todos elles são hypocritas e malfazejos, e toda a bocca falla doidices: e nem com tudo isto se apartou a sua ira, mas ainda está estendida a sua mão.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impiedade se accende como um fogo, e até as sarças e os espinheiros devorará: e accenderá os confusos troncos da brenha, e subirão em espessas nuvens de fumo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furor do Senhor dos Exercitos a terra se escurecerá, e será o povo como pasto do fogo; ninguem poupará ao seu irmão.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cortar da banda direita, ainda terá fome, e se comer da banda esquerda, ainda se não fartará: cada um comerá a carne de seu braço.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Manassés a Ephraim, e Ephraim a Manassés, e ambos elles serão contra Judah, e nem com tudo isto se apartou a sua ira, mas ainda está estendida a sua mão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