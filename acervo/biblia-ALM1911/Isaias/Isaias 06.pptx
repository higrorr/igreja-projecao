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em que morreu o rei Uzias, eu vi ao Senhor assentado sobre um alto e sublime throno; e as suas fraldas enchiam o templo.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Seraphins estavam por cima d'elle: cada um tinha seis azas: com duas cobriam os seus rostos, e com duas cobriam os seus pés e com duas voavam.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clamavam uns aos outros, dizendo: Sancto, Sancto, Sancto é o Senhor dos Exercitos: toda a terra está cheia da sua gloria.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umbraes das portas se moveram com a voz do que clamava, e a casa se encheu de fumo.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eu: Ai de mim! que vou perecendo, porquanto sou de labios immundos, e habito no meio d'um povo immundo de labios, porque os meus olhos viram o rei, o Senhor dos Exercitos.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um dos seraphins voou para mim, trazendo na sua mão uma braza viva, que tomara do altar com uma tenaz;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ella tocou a minha bocca, e disse: Eis que isto tocou os teus labios: assim já se tirou de ti a tua culpa, e já está expiado o teu peccado.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ouvi a voz do Senhor, que dizia: A quem enviarei, e quem ha e ir por nós? Então disse eu: Eis-me aqui, envia-me a mim.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elle: Vae, e dize a este povo: Ouvi, de facto, e não entendeis, e vede, em verdade, mas não percebeis.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Engorda o coração d'este povo, e aggrava-lhe os ouvidos, e fecha-lhe os olhos; para que não veja com os seus olhos, e não ouça com os seus ouvidos, nem entenda com o seu coração, nem se converta, e elle o venha a sarar.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eu: Até quando, Senhor? E respondeu: Até que se assolem as cidades, e não fique morador algum, nem homem algum nas casas, e a terra seja assolada de todo.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alongue d'ella aos homens, e no meio da terra seja grande o desamparo.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ainda a decima parte ficará n'ella, e tornará a ser pastada: e como no carvalho, e como na azinheira, em que depois de se desfolharem, ainda fica firmeza, assim a sancta semente será a firmeza d'ella.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