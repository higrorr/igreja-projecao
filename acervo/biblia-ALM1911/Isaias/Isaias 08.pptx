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Disse-me tambem o Senhor: Toma um grande volume, e escreve n'elle em estylo de homem: Apressando-se ao despojo, apressurou-se á preza.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tomei comigo fieis testemunhas, a Urias sacerdote, e a Zacharias, filho de Jeberechias,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cheguei-me á prophetiza, a qual concebeu, e pariu um filho; e o Senhor me disse: Chama o seu nome Maher-shalal-hash-baz.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antes que o menino saiba chamar pae meu, ou mãe minha, se levarão as riquezas de Damasco, e os despojos de Samaria, diante do rei da Assyria.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continuou o Senhor a fallar ainda comigo, dizendo: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este povo desprezou as aguas de Siloé que correm brandamente, e com Resin e com o filho de Remalias se alegrou: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eis que o Senhor fará subir sobre elles as aguas do rio, fortes e impetuosas, ao rei da Assyria, com toda a sua gloria, e subirá acima sobre todos os seus leitos, e trasbordará por todas as suas ribanceiras.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passará a Judah, inundando-a, e irá passando por elle e chegará até ao pescoço: e a extensão de suas azas encherá a largura da tua terra, ó Emmanuel.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Ajuntae-vos em companhia, ó povos, e quebrantae-vos; e dae ouvidos, todos os que sois de longes terras, cingi-vos e sêde feitos em pedaços, cingi-vos e sêde feitos em pedaços.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Tomae juntamente conselho, e será dissipado: dizei a palavra, porém não subsistirá, porque Deus é comnosco.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me disse o Senhor com mão forte, e me ensinou que não andasse pelo caminho d'este povo, dizendo: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chameis conjuração, a tudo quanto este povo chama conjuração: e não temaes o seu temor, nem tão pouco vos assombreis.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Senhor dos Exercitos, a elle sanctificae: e seja elle o vosso temor e seja elle o vosso assombro.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elle vos será por sanctuario, mas por pedra d'escandalo, e por penha de tropeço, ás duas casas d'Israel, por laço e rede aos moradores de Jerusalem.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muitos tropeçarão entre elles, e cairão, e serão quebrantados, e enlaçados, e presos.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Liga o testemunho, sella a lei entre os meus discipulos.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esperarei ao Senhor, que esconde o seu rosto da casa de Jacob, e a elle aguardarei.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Eis-me aqui e os filhos que me deu o Senhor, por signaes e por maravilhas em Israel, da parte do Senhor dos Exercitos, que habita no monte de Sião.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pois vos disserem: Consultae os adivinhos e os encantadores, e que, chilrando entre dentes, murmuram: Porventura não perguntará o povo a seu Deus? ou perguntar-se-ha pelos vivos aos mortos?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 Lei e ao Testemunho, que se elles não fallarem segundo esta palavra, nunca verão a alva.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passarão pela terra duramente opprimidos e famintos: e será que, tendo fome, e enfurecendo-se, então amaldiçoarão ao seu rei e ao seu Deus, olhando para cima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olhando para a terra, eis-que haverá angustia e escuridão, e serão entenebrecidos com ancia, e empuxados com escuridão.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