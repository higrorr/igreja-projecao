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Ouvi-me vós, os que seguis justiça, os que buscaes ao Senhor: olhae para a rocha d'onde fostes cortados, e para a caverna do poço d'onde fostes cavados.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Olhae para Abrahão, vosso Pae, e para Sarah, que vos pariu; porque, sendo elle só, o chamei, e o abençoei e multipliquei.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Senhor consolará a Sião; consolará a todos os seus logares desertos, e fará o seu deserto como o Eden, e a sua solidão como o jardim do Senhor: gozo e alegria se achará n'ella, acção de graças, e voz de melodia.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Attendei-me, povo meu, e, nação minha, inclinae os ouvidos para mim; porque de mim sairá a lei, e o meu juizo farei repousar para luz dos povos.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Perto está a minha justiça, vem saindo a minha salvação, e os meus braços julgarão os povos: as ilhas me aguardarão, e no meu braço esperarão.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Levantae os vossos olhos para os céus, e olhae para a terra de baixo, porque os céus desapparecerão como o fumo, e a terra se envelhecerá como um vestido, e os seus moradores morrerão similhantemente; porém a minha salvação durará para sempre, e a minha justiça não será quebrantada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Ouvi-me, vós que conheceis a justiça, vós, povo em cujo coração está a minha lei: não temaes o opprobrio dos homens, nem vos turbeis pelas suas injurias.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 traça os roerá como a um vestido, e o bicho os comerá como á lã: mas a minha justiça durará para sempre, e a minha salvação de geração em geração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Desperta-te, desperta-te, veste-te de força, ó braço do Senhor: desperta-te como nos dias já passados, como nas gerações antigas; porventura não és tu aquelle que cortou em pedaços a Rahab, o que feriu ao dragão?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és tu aquelle que seccou o mar, as aguas do grande abysmo? o que fez o caminho no fundo do mar, para que passassem os remidos?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tornarão os resgatados do Senhor, e virão a Sião com jubilo, e perpetua alegria haverá sobre as suas cabeças: gozo e alegria alcançarão, a tristeza e o gemido fugirão.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Eu, eu sou aquelle que vos consola; quem pois és tu, para que temas o homem, que é mortal? ou o filho do homem, que se tornará em feno?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 esqueces do Senhor que te fez, que estendeu os céus, e fundou a terra, e temes continuamente todo o dia o furor do angustiador, quando se prepara para destruir: pois onde está o furor do que te attribulava?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exilado captivo depressa será solto, e não morrerá na caverna, e o seu pão lhe não faltará.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eu sou o Senhor teu Deus, que fendo o mar, e bramem as suas ondas. O Senhor dos Exercitos é o seu nome.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ponho as minhas palavras na tua bocca, e te cubro com a sombra da minha mão; para plantar os céus, e para fundar a terra, e para dizer a Sião: Tu és o meu povo.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Desperta, desperta, levanta-te, ó Jerusalem, que bebeste da mão do Senhor o calix do seu furor; bebeste e chupaste as fezes do calix da vagueação.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todos os filhos que pariu nenhum ha que a guie mansamente; e de todos os filhos que creou nenhum que a tome pela mão.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Estas duas coisas te aconteceram; quem tem compaixão de ti? a assolação, e o quebrantamento, e a fome, e a espada! por quem te consolarei?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os teus filhos desmaiaram, jazem nas entradas de todos os caminhos, como o boi montez na rede; cheios estão do furor do Senhor e da reprehensão do teu Deus.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51:21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agora ouve isto, ó oppressa, e embriagada, mas não de vinho.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51:22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teu Senhor, Jehovah, e teu Deus, que pleiteará a causa do seu povo: Eis que eu tomo da tua mão o calix da vagueação, as fezes do calix do meu furor; nunca mais o beberás.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51:23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pôl-o-hei nas mãos dos que te entristeceram, que dizem á tua alma: Abaixa-te, e passaremos sobre ti: e tu pozeste as tuas costas como chão, e como caminho, aos viandantes.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