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da terra que ensombreia com as suas azas, que está alem dos rios da Ethiopia,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envia embaixadores por mar, e em navios de junco sobre as aguas, dizendo: Ide, mensageiros ligeiros, á nação arrastada e pellada, a um povo terrivel desde o seu principio e d'ahi em diante; a uma nação de regra em regra e de atropellar, cuja terra despojam os 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todos os habitadores do mundo, e vós os moradores da terra, quando se arvorar a bandeira nos montes, o vereis; e quando se tocar a trombeta, o ouvireis.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me disse o Senhor: Estarei quieto, olhando desde a minha morada, como o ardor resplandecente depois da chuva, como a nuvem do orvalho no ardor da sega.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antes da sega, quando já o gomo está perfeito, e as uvas verdes amadurecem depois de brotarem, então podará os sarmentos com a podoa, e, cortando os ramos, os tirará d'ali.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Juntamente serão deixados ás aves dos montes e aos animaes da terra: e sobre elles passarão o verão as aves de rapina, e todos os animaes da terra invernarão sobre elles.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trará um presente ao Senhor dos exercitos o povo arrastado e pellado, e o povo terrivel desde o seu principio e d'ahi em diante; uma nação de regra em regra e d'atropellar, cuja terra despojam os rios, ao logar do nome do Senhor dos exercitos, ao monte de Sião.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