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Pezo do Egypto. Eis que o Senhor vem cavalgando n'uma nuvem ligeira, e virá ao Egypto: e os idolos do Egypto serão movidos perante a sua face, e o coração dos egypcios se derreterá no meio d'elles.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farei com que os egypcios se levantem contra os egypcios, e cada um pelejará contra o seu irmão, e cada um contra o seu proximo, cidade contra cidade, reino contra reino.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espirito dos egypcios se esvaecerá no seu interior, e destruirei o seu conselho: então consultarão aos seus idolos, e encantadores, e adivinhos e magicos.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entregarei os egypcios nas mãos de um senhor duro, e um rei rigoroso dominará sobre elles, diz o Senhor, o Senhor dos Exercitos.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farão perecer as aguas do mar, e o rio se esgotará e seccará.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aos rios farão apodrecer e os esgotarão e farão seccar as correntes das cavas: as canas e os juncos se murcharão.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relva junto ao rio, junto ás ribanceiras dos rios, e tudo o semeado junto ao rio, se seccará, ao longe se lançará, e mais não subsistirá.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pescadores gemerão, e suspirarão todos os que lançam anzol ao rio, e os que estendem rede sobre as aguas desfallecerão.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envergonhar-se-hão os que trabalham em linho fino, e os que tecem panno branco.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juntamente com os seus fundamentos serão quebrantados todos os que fazem por pago viveiros de prazer.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loucos são os principes de Zoan, o conselho dos sabios conselheiros de Pharaó se embruteceu: como pois a Pharaó direis: Sou filho dos sabios, filho dos antigos reis?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estão agora os teus sabios? notifiquem-te agora, ou informem-se sobre o que o Senhor dos Exercitos determinou contra o Egypto.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Loucos se tornaram os principes de Zoan, enganados estão os principes de Noph: elles farão errar o Egypto, aquelles que são a pedra de esquina das suas tribus.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 Senhor derramou no meio d'elle um perverso espirito, e fizeram errar o Egypto em toda a sua obra, como o bebado quando se revolve no seu vomito.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aproveitará ao Egypto obra nenhuma que possa fazer a cabeça, a cauda, o ramo, ou o junco.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os egypcios serão como mulheres, e tremerão e temerão por causa do movimento da mão do Senhor dos Exercitos, que ha de mover contra 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de Judah será um espanto para os egypcios, e quem d'isso fizer menção se assombrará de si mesmo, por causa do conselho do Senhor dos Exercitos, que determinou contra elles.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haverá cinco cidades na terra do Egypto que fallem a lingua de Canaan e façam juramento ao Senhor dos Exercitos: e uma se chamará: Cidade de destruição.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o Senhor terá um altar no meio da terra do Egypto, e um titulo ao Senhor, arvorado junto do seu termo.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servirá de signal e de testemunho ao Senhor dos Exercitos na terra do Egypto, porque ao Senhor clamarão por causa dos oppressores, e elle lhes enviará um Redemptor e um Protector, que os livre.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se fará conhecer aos egypcios, e os egypcios conhecerão ao Senhor n'aquelle dia, e servirão com sacrificios e offertas, e votarão votos ao Senhor, e os pagarão.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ferirá o Senhor aos egypcios, e os curará: e converter-se-hão ao Senhor, e mover-se-ha ás suas orações, e os curará;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haverá estrada do Egypto até á Assyria, e os assyrios virão ao Egypto, e os egypcios á Assyria: e os egypcios servirão com os assyrios ao Senhor.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Israel será o terceiro com os egypcios e os assyrios, uma benção no meio da terra.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dos Exercitos os abençoará, dizendo: Bemdito seja o meu povo do Egypto e Assyria, a obra de minhas mãos, e Israel a minha herança.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