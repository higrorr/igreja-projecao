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Fui buscado dos que não perguntavam por mim, fui achado de aquelles que me não buscavam: a um povo que se não chamava do meu nome eu disse: Eis-me aqui.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Estendi as minhas mãos todo o dia a um povo rebelde, que caminha por caminho não bom, após os seus pensamentos: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Povo que me irrita diante da minha face de continuo, sacrificando em jardins e queimando incenso sobre tijolos;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Assentando-se junto ás sepulturas, e passando as noites junto aos logares secretos: comendo carne de porco, e tendo caldo de coisas abominaveis nos seus vasos.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dizem: Tira-te lá, e não te chegues a mim, porque sou mais sancto do que tu. Estes são um fumo no meu nariz, um fogo que arde todo o dia.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está escripto diante de mim: não me calarei; porém eu pagarei, e pagarei no seu seio,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vossas iniquidades, e juntamente as iniquidades de vossos paes, diz o Senhor, que queimaram incenso nos montes, e me affrontaram nos outeiros: pelo que lhes tornarei a medir o galardão das suas obras antigas no seu seio.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Como quando se acha mosto n'um cacho de uvas, dizem: Não o desperdices, pois ha benção n'elle; assim eu o farei por amor de meus servos, que os não destrua a todos.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produzirei semente de Jacob, e de Judah um herdeiro, que possua os meus montes; e os meus eleitos herdarão a terra e os meus servos habitarão ali.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Saron servirá de curral de ovelhas, e o valle de Achor de malhada de gados, para o meu povo, que me buscou.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vós, os que vos apartaes do Senhor, os que vos esqueceis do meu sancto monte, os que pondes a mesa ao exercito, e os que misturaes a bebida para o numero,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eu vos contarei á espada, e todos vos encurvareis á matança; porquanto chamei, e não respondestes; fallei, e não ouvistes: mas fizestes o que mal parece aos meus olhos, e escolhestes aquillo em que não tinha prazer.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assim diz o Senhor Jehovah: Eis que os meus servos comerão, porém vós padecereis fome: eis que os meus servos beberão, porém vós tereis sêde: eis que os meus servos se alegrarão, porém vós vos envergonhareis: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os meus servos exultarão do bom animo, porém vós gritareis de tristeza de animo; e uivareis pelo quebrantamento de espirito.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deixareis o vosso nome aos meus eleitos por maldição; e o Senhor Jehovah te matará; e a seus servos chamará por outro nome.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aquelle que se bemdisser na terra, se bemdirá no Deus da verdade; e aquelle que jurar na terra, jurará pelo Deus da verdade; porque já estão esquecidas as angustias passadas, e porque já estão encobertas de diante dos meus olhos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eis que eu crio céus novos e terra nova; e não haverá mais lembrança das coisas passadas, nem mais subirão ao coração.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vós folgareis e exultareis perpetuamente no que eu crio; porque eis que crio a Jerusalem uma alegria, e ao seu povo um gozo.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folgarei em Jerusalem, e exultarei no meu povo; e nunca mais se ouvirá n'ella voz de choro nem voz de clamor.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haverá mais d'ali n'ella mamante de poucos dias, nem velho que não cumpra os seus dias; porque o mancebo morrerá de cem annos; porém o peccador de cem annos será amaldiçoado.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edificarão casas, e as habitarão; e plantarão vinhas, e comerão o seu fructo.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edificarão para que outros habitem; não plantarão para que outros comam; porque os dias do meu povo serão como os dias da arvore, e os meus eleitos gozarão das obras das suas mãos até á velhice.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trabalharão debalde, nem parirão para a perturbação; porque são a semente dos bemditos do Senhor, e os seus descendentes com elles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 antes que clamem eu responderei: estando elles ainda fallando, eu os ouvirei.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lobo e o cordeiro se apascentarão ambos juntos, e o leão comerá palha como o boi: e pó será a comida da serpente. Não farão mal nem damno algum em todo o meu sancto monte, diz o Senhor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