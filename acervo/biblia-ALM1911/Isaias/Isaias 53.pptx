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deu credito á nossa prégação? e a quem se manifestou o braço do Senhor?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foi subindo como renovo perante elle, e como raiz d'uma terra secca; não tinha parecer nem formosura; e, olhando nós para elle, não havia apparencia n'elle, para que o desejassemos.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desprezado, e o mais indigno entre os homens, homem de dôres, e experimentado nos trabalhos; e como um de quem os homens escondiam o rosto era desprezado, e não fizemos d'elle caso algum.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Verdadeiramente elle tomou sobre si as nossas enfermidades, e as nossas dôres levou sobre si; e nós o reputavamos por afflicto, ferido de Deus, e opprimido.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foi ferido pelas nossas transgressões, e moido pelas nossas iniquidades: o castigo que nos traz a paz estava sobre elle, e pelas suas pisaduras fomos sarados.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nós andavamos desgarrados como ovelhas; cada um se desviava pelo seu caminho: porém o Senhor fez cair sobre elle a iniquidade de nós todos.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Exigindo-se-lhe, elle foi opprimido, porém não abriu a sua bocca: como um cordeiro foi levado ao matadouro, e como a ovelha muda perante os seus tosquiadores, assim não abriu a sua bocca.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ancia e do juizo foi tirado; e quem contará o tempo da sua vida? porque foi cortado da terra dos viventes: pela transgressão do meu povo a praga estava sobre 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 sua sepultura com os impios, e com o rico estava na sua morte; porquanto nunca fez injustiça, nem houve engano na sua bocca.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Senhor agradou moel-o, fazendo-o enfermar; quando a sua alma se pozer por expiação do peccado, verá a sua semente e prolongará os dias; e o bom prazer do Senhor prosperará na sua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trabalho da sua alma elle verá, e se fartará; com o seu conhecimento o meu servo, o justo, justificará a muitos: porque as suas iniquidades levará sobre 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lhe darei a parte de muitos, e com os poderosos repartirá elle o despojo; porque derramou a sua alma na morte, e foi contado com os transgressores; e levou sobre si o peccado de muitos, e intercede pelos transgressores.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