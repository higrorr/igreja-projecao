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Os céus são o meu throno, e a terra o escabello dos meus pés: qual seria a casa que vós me edificarieis? e qual seria o logar do meu descanço?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minha mão fez todas estas coisas, e assim todas estas coisas foram feitas, diz o Senhor; mas para esse olharei, para o pobre e abatido de espirito, e que treme da minha palavra.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mata um boi é como o que fere um homem; quem sacrifica um cordeiro é como o que degola um cão; quem offerece uma oblação é como o que offerece sangue de porco; quem offerece incenso memorativo é como o que bemdiz a um idolo: tambem estes escolhem os seus proprios caminhos, e a sua alma toma prazer nas suas abominações;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eu escolherei seus escarneos, farei vir sobre elles os seus temores; porquanto clamei e ninguem respondeu, fallei, e não escutaram; mas fizeram o que parece mal aos meus olhos, e escolheram aquillo em que não tinha prazer.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a palavra do Senhor, os que tremeis da sua palavra. Vossos irmãos, que vos aborrecem e longe de si vos separam por amor do meu nome, dizem: Glorifique-se o Senhor; porém apparecerá para a vossa alegria, e elles serão confundidos.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voz de grande rumor haverá da cidade, uma voz do templo, a voz do Senhor, que dá o pago aos seus inimigos.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que estivesse de parto, pariu; antes que lhe viessem as dores, deu á luz um filho macho.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jámais ouviu tal coisa? quem viu coisas similhantes? poder-se-hia fazer parir uma terra n'um só dia? nasceria uma nação de uma só vez? mas já Sião esteve de parto e já pariu seus filhos.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Abriria eu a madre, e não geraria? diz o Senhor: geraria eu, e fechar-me-hia? diz o teu Deus.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Gozae-vos com Jerusalem, e alegrae-vos d'ella, vós todos os que a amaes: alegrae-vos com ella de alegria, todos os que pranteastes por ella;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mameis, e vos farteis dos peitos das suas consolações: para que chupeis, e vos deleiteis com o resplandor da sua gloria.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Senhor: Eis que estenderei sobre ella a paz como um rio, e a gloria das nações como um ribeiro que trasborda; então mamareis, ao colo vos trarão, e sobre os joelhos vos afagarão.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alguem a quem consola sua mãe, assim eu vos consolarei; e em Jerusalem vós sereis consolados.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vereis e alegrar-se-ha o vosso coração, e os vossos ossos reverdecerão como a herva tenra: então a mão do Senhor será notoria aos seus servos, e elle se indignará contra os seus inimigos.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eis que o Senhor virá em fogo; e os seus carros como um torvelinho; para tornar a sua ira em furor, e a sua reprehensão em chammas de fogo.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com fogo e com a sua espada entrará o Senhor em juizo com toda a carne; e os mortos do Senhor serão multiplicados.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se sanctificam, e se purificam nos jardins uns após os outros, no meio d'elles: os que comem carne de porco, e a abominação, e o rato: juntamente serão consumidos, diz 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conheço as suas obras e os seus pensamentos! o tempo vem em que ajuntarei todas as nações e linguas; e virão, e verão a minha gloria.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entre elles um signal, e os que d'elles escaparem enviarei ás nações, a Tarsis, Pul, e Lud, frecheiros a Tubal e Javan, até ás ilhas de mais longe, que não ouviram a minha fama, nem viram a minha gloria; e annunciarão a minha gloria entre as nações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trarão a todos os vossos irmãos, d'entre todas as nações, de presente ao Senhor, sobre cavallos, e em carros, e em liteiras, e sobre mulas, e sobre dromedarios, ao meu sancto monte, a Jerusalem, diz o Senhor: como quando os filhos de Israel trazem os seus presentes em vasos limpos á casa do Senhor: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d'elles tomarei a alguns para sacerdotes e para levitas, diz o Senhor.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como os céus novos, e a terra nova, que hei de fazer, estarão diante da minha face, diz o Senhor, assim tambem ha de estar a vossa semente e o vosso nome.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 desde uma lua nova até á outra, e desde um sabbado até ao outro, virá toda a carne a adorar perante mim, diz o Senhor.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sairão, e verão os corpos mortos dos homens que prevaricaram contra mim; porque o seu bicho nunca morrerá, nem o seu fogo se apagará; e serão em horror a toda a carne.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