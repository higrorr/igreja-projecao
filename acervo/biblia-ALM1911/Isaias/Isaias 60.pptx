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esclarece, porque já vem a tua luz, e a gloria do Senhor já vae nascendo sobre ti.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as trevas cobriram a terra, e a escuridão os povos; porém sobre ti o Senhor virá nascendo, e a sua gloria se verá sobre 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nações caminharão á tua luz, e os reis ao resplandor que te nasceu.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em redor os teus olhos, e vê; todos estes já se ajuntaram, e veem a ti: teus filhos virão de longe, e tuas filhas se crearão á tua ilharga.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verás, e serás illuminado, e o teu coração se espantará e alargará; porque a abundancia do mar se tornará a ti, e as riquezas das nações virão a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multidão de camelos te cobrirá, os dromedarios de Midian e Epha; todos virão de Seba: oiro e incenso trarão, e publicarão os louvores do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ovelhas de Kedar se congregarão a ti, os carneiros de Nebaioth te servirão: com agrado subirão ao meu altar, e eu glorificarei a casa da minha gloria.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são estes que veem voando como nuvens, e como pombas ás suas janellas?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as ilhas me aguardarão, e primeiro os navios de Tarsis, para trazer teus filhos de longe, a sua prata e o seu oiro com elles, para o nome do Senhor teu Deus, e para o Sancto de Israel, porquanto te glorificou.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dos estrangeiros edificarão os teus muros, e os seus reis te servirão; porque no meu furor te feri, porém na minha benignidade tive misericordia de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tuas portas estarão abertas de continuo, nem de dia nem de noite se fecharão; para que tragam a ti as riquezas das nações, e, conduzidos com ellas, os seus reis.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nação e o reino que te não servirem perecerão; e as taes nações de todo serão assoladas.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gloria do Libano virá a ti; a faia, o pinheiro, e o buxo juntamente, para ornarem o logar do meu sanctuario, e glorificarei o logar dos meus pés.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virão a ti, inclinando-se, os filhos dos que te opprimiram; e prostrar-se-hão ás plantas dos teus pés todos os que te blasphemaram; e chamar-te-hão a cidade do Senhor, a Sião do Sancto de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logar de que foste deixada, e aborrecida, e ninguem passava por ti, te porei uma excellencia perpetua, um gozo de geração em geração.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mamarás o leite das nações, e mamarás os peitos dos reis; e saberás que eu sou o Senhor, o teu Salvador, e o teu Redemptor, o Possante de Jacob.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cobre trarei oiro, e por ferro trarei prata, e por madeira bronze, e por pedras ferro: e farei pacificos os teus inspectores e justos os teus exactores.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se ouvirá violencia na tua terra, desolação nem destruição nos teus termos; mas aos teus muros chamarás salvação, e ás tuas portas louvor.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te servirá o sol para luz do dia, nem com o seu resplandor a lua te alumiará; mas o Senhor será a tua luz perpetua, e o teu Deus a tua gloria.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mais se porá o teu sol, nem a tua lua minguará; porque o Senhor será a tua luz perpetua, e os dias do teu luto se virão a acabar.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do teu povo serão justos, para sempre herdarão a terra; serão renovos por mim plantados, obra das minhas mãos, para que seja glorificado.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mais pequeno virá a ser mil, e o minimo um povo grandissimo: eu, o Senhor, ao seu tempo o farei promptamente.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