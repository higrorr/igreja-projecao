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Bel abatido está, já Nebo se encurvou, os seus idolos são postos sobre os animaes e sobre as bestas: as cargas dos vossos fardos são canceira para as bestas já cançadas.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Juntamente se encurvaram e se abateram; não poderam escapar da carga, mas a sua alma entrou em captiveiro.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Ouvi-me, ó casa de Jacob, e todo o residuo da casa de Israel; vós a quem trouxe nos braços desde o ventre, e levei desde a madre.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até á velhice eu serei o mesmo, e ainda até ás cãs eu vos trarei: eu o fiz, e eu vos levarei, e eu vos trarei, e vos guardarei.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me fareis similhante, e com quem me egualareis, e me comparareis, para que sejamos similhantes?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Gastam o oiro da bolsa, e pesam a prata com as balanças: alugam o ourives, e d'aquillo faz um deus, e diante d'elle se prostram e se inclinam.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hombros o tomam, o levam, e o põem no seu logar; ali está em pé, do seu logar não se move: e, se alguem clama a elle, resposta nenhuma dá, nem o livra da sua tribulação.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d'isto, e tende animo: reconduzi-o ao coração, ó prevaricadores.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Lembrae-vos das coisas passadas desde a antiguidade: que eu sou Deus, e não ha outro Deus, não ha outro similhante a mim;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annuncio o fim desde o principio, e desde a antiguidade as coisas que ainda não succederam; que digo: O meu conselho será firme, e farei toda a minha vontade;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chamo a ave de rapina desde o oriente, e o homem do meu conselho desde terras remotas; porque assim o disse, e assim o farei vir; eu o formei, e tambem o farei.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Ouvi-me, ó duros de coração, os que estaes longe da justiça.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46:13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Faço chegar a minha justiça, e não estará ao longe, e a minha salvação não tardará: mas estabelecerei em Sião a salvação, e em Israel a minha gloria.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