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Visão d'Isaias, filho d'Amós, a qual viu sobre Judah e Jerusalem, nos dias d'Uzias, Jothão, Achaz, e Ezequias, reis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ó céus, e presta ouvido, tu ó terra; porque falla o Senhor: Criei filhos, e exalcei-os; mas elles prevaricaram contra mim.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boi conhece o seu possuidor, e o jumento a mangedoura do seu dono; mas Israel não tem conhecimento, o meu povo não entende.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da nação peccadora, do povo carregado d'iniquidade, da semente de malignos, dos filhos corruptores: deixaram ao Senhor, blasphemaram o Sancto d'Israel, tornaram-se para traz.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mais serieis castigados? ainda tanto mais vos rebellarieis: toda a cabeça está enferma e todo o coração fraco.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 planta do pé até á cabeça não ha n'elle coisa inteira, senão feridas, e inchaços, e chagas podres, não espremidas, nem vendadas, nem nenhuma d'ellas amollecida com oleo.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vossa terra é uma assolação, as vossas cidades estão abrazadas do fogo: a vossa terra os estranhos a devoram em vossa presença; e é uma assolação, como a subversão por estranhos.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filha de Sião se ficou como a cabana na vinha, como a choupana no pepinal, como a cidade cercada.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Senhor dos Exercitos nos não deixara algum pouco de resto, já como Sodoma seriamos, e similhantes a Gomorrha.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 palavra do Senhor, vós principes de Sodoma: prestae ouvidos á lei do nosso Deus, vós, ó povo de Gomorrha.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 me serve a mim a multidão de vossos sacrificios, diz o Senhor? Já estou farto dos holocaustos de carneiros, e da gordura d'animaes cevados: nem folgo com o sangue de bezerros, nem de cordeiros, nem de bodes.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vindes a apparecer perante mim, quem requereu isto de vossas mãos, que viesseis a pisar os meus atrios?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tragaes mais offertas debalde: o incenso é para mim abominação, e as luas novas, e os sabbados, e a convocação das congregações; não posso supportar iniquidade, nem mesmo o ajuntamento solemne.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vossas luas novas, e as vossas solemnidades as aborrece a minha alma; já me são pesadas: já estou cançado de as soffrer.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quando estendeis as vossas mãos, escondo de vós os meus olhos; e até quando multiplicaes a oração não ouço, porque as vossas mãos estão cheias de sangue.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Lavae-vos, purificae-vos, tirae a maldade de vossos actos de diante dos meus olhos: cessae de fazer mal: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Aprendei a fazer bem; procurae o juizo; ajudae o oppresso: fazei justiça ao orphão; tratae da causa das viuvas.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agora, e argui-me, diz o Senhor: ainda que os vossos peccados sejam como a escarlata, elles se tornarão brancos como a neve: ainda que sejam vermelhos como o carmezim, se tornarão como a branca lã.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quizerdes, e ouvirdes, comereis o bem d'esta terra.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recusardes, e fordes rebeldes, sereis devorados á espada; porque a bocca do Senhor o disse.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 fez prostituta a cidade fiel! ella que estava cheia de juizo, justiça habitava n'ella, mas agora homicidas.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prata se tornou em escorias, o teu vinho se misturou com agua.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principes são rebeldes, e companheiros dos ladrões: cada um d'elles ama as peitas, e correm após salarios: não fazem justiça ao orphão, e não chega perante elles a causa das viuvas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diz o Senhor Deus dos Exercitos, o Forte de Israel: Ah, consolar-me-hei ácerca dos meus adversarios, e vingar-me-hei dos meus inimigos: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tornarei contra a minha mão, e purificarei inteiramente as tuas escorias; e tirar-te-hei todo o teu estanho.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restituirei os teus juizes, como foram d'antes; e os teus conselheiros, como antigamente; e então te chamarão cidade de justiça, cidade fiel.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Sião será remida com juizo, e os que voltam para ella com justiça.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os transgressores e os peccadores haverá juntamente destruição; e os que deixarem o Senhor serão consumidos.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vos envergonhareis pelos carvalhos que cubiçastes, e sereis confundidos pelos jardins que escolhestes.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sereis como o carvalho, ao qual caem as folhas, e como a floresta que não tem agua.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forte se tornará em estopa, e a sua obra em faisca; e ambos arderão juntamente, e não haverá quem os apague.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