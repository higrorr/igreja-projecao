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tendo-o ouvido o rei Ezequias, rasgou os seus vestidos, e se cobriu de sacco, e entrou na casa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a Eliakim, o mordomo, e a Sebna, o escrivão, e aos anciãos dos sacerdotes, cobertos de saccos, a Isaias, filho d'Amós, o propheta.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Assim diz Ezequias: Este dia é dia d'angustia e de vituperação, e de blasphemias; porque chegados são os filhos ao parto, e força não ha para parir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Senhor teu Deus ouvirá as palavras de Rabsaké, a quem enviou o seu senhor, o rei da Assyria, para affrontar o Deus vivo, e para vituperal-o com as palavras que o Senhor teu Deus tem ouvido: faze oração pelo resto que ainda se acha.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servos do rei Ezequias vieram a Isaias.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Isaias lhes disse: Assim direis a vosso senhor: Assim diz o Senhor: Não temas á vista das palavras que ouviste, com as quaes os servos do rei da Assyria me blasphemaram.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metterei n'elle um espirito, e elle ouvirá um arroido, e voltará para a sua terra; e fal-o-hei cair morto á espada na sua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Voltou pois Rabsaké, e achou ao rei da Assyria pelejando contra Libna; porque ouvira que já se havia retirado de Lachis.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 dizer que Tirhaká, rei da Ethiopia, tinha saido para lhe fazer guerra, assim como o ouviu, tornou a enviar mensageiros a Ezequias,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fallareis a Ezequias, rei de Judah, dizendo: Não te engane o teu Deus, em quem confias, dizendo: Jerusalem não será entregue na mão do rei da Assyria.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já tens ouvido o que fizeram os reis da Assyria a todas as terras, destruindo-as totalmente: e escaparias tu?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as livraram os deuses das nações ás quaes meus paes destruiram, como a Gozan, e a Haran, e a Reseph, e aos filhos d'Eden, que estavam em Telassar?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o rei d'Hamath, e o rei d'Arpad, e o rei da cidade de Sepharvaim, Hena e Iva?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Recebendo pois Ezequias as cartas das mãos dos mensageiros, e lendo-as, subiu á casa do Senhor e Ezequias as estendeu perante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Ezequias ao Senhor,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 dos Exercitos, Deus d'Israel, que habitas entre os cherubins; tu mesmo, só tu és Deus de todos os reinos da terra; tu fizeste os céus e 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Inclina, ó Senhor, o teu ouvido, e ouve: abre, Senhor, os teus olhos, e olha; e ouve todas as palavras de Senacherib, o qual enviou para affrontar o Deus vivo.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 é, Senhor, que os reis da Assyria assolaram todas as terras, com as suas comarcas,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no fogo os seus deuses; porque deuses não eram, senão obra de mãos d'homens, madeira e pedra; por isso os destruiram.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Senhor nosso Deus, livra-nos da sua mão; e assim saberão todos os reinos da terra, que só tu és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Isaias, filho d'Amós, mandou dizer a Ezequias: Assim diz o Senhor, o Deus d'Israel: Quanto ao que me pediste ácerca de Senacherib, rei da Assyria,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palavra que o Senhor fallou d'elle: A virgem, a filha de Sião, te despreza, de ti zomba; a filha de Jerusalem menea a cabeça por detraz de ti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affrontaste e blasphemaste? e contra quem alçaste a voz, e ergueste os teus olhos ao alto? Contra o Sancto d'Israel.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meio de teus servos affrontaste o Senhor, e disseste: Com a multidão dos meus carros subi eu aos cumes dos montes, aos lados do Libano; e cortarei os seus altos cedros e as suas faias escolhidas, e entrarei na altura do seu cume, ao bosque do seu campo fertil.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cavei, e bebi as aguas; e com as plantas de meus pés sequei todos os rios do Egypto.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ouviste que já muito d'antes eu fiz isto, e já desde os dias antigos o formei? agora porém o fiz vir, para que tu fosses o que destruisses as cidades fortes, e as reduzisses a montões assolados.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os seus moradores, com as mãos caidas, andaram atemorisados e envergonhados: eram como a herva do campo, e a hortaliça verde, e o feno dos telhados, e o trigo queimado antes da seara.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sei o teu assentar, e o teu sair, e o teu entrar, e o teu furor contra mim.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 teu furor contra mim, e porque o teu tumulto subiu até aos meus ouvidos, portanto porei o meu anzol no seu nariz e o meu freio nos teus beiços, e te farei voltar pelo caminho por onde vieste.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 te seja por signal, que este anno se comerá o que de si mesmo nascer, e no segundo anno o que d'ahi proceder: porém no terceiro anno semeae e segae, e plantae vinhas, e comei os fructos d'ellas.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escapou da casa de Judah, e ficou de resto, tornará a lançar raizes para baixo, e dará fructo para cima.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 Jerusalem sairá o restante, e do monte de Sião o que escapou: o zelo do Senhor dos Exercitos fará isto.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diz o Senhor ácerca do rei da Assyria: Não entrará n'esta cidade, nem lançará n'ella frecha alguma: tão pouco virá perante ella com escudo, nem levantará contra ella tranqueira alguma.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caminho por onde vier, por esse voltará; porém n'esta cidade não entrará, diz o Senhor.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ampararei a esta cidade, para a livrar, por amor de mim e por amor do meu servo David.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o anjo do Senhor, e feriu no arraial dos assyrios a cento e oitenta e cinco mil d'elles; e, levantando-se pela manhã cedo, eis que tudo eram corpos mortos.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Senacherib, rei da Assyria, se retirou, e se foi, e voltou, e se ficou em Ninive.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37:38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estando elle prostrado na casa de Nisroch, seu deus, Adramelech e Sarezer, seus filhos, o feriram á espada; porém elles se escaparam para a terra d'Ararat, e Esarhaddon,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