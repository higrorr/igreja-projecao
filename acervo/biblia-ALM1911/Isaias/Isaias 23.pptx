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Pezo de Tyro. Uivai, navios de Tharsis, porque já assolada está até n'ella casa nenhuma mais ficar e n'ella ninguem mais entrar: desde a terra de Chittim lhes foi isto revelado.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Calae-vos, moradores da ilha, vós a quem encheram os mercadores de Sidon, navegando pelo mar.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provisão era a semente de Sichor, que vinha com as muitas aguas da sega do rio, e era a feira das nações.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Envergonha-te, ó Sidon, porque já o mar, a fortaleza do mar, falla, dizendo: Eu não tive dôres de parto, nem pari, nem ainda creei mancebos, nem eduquei donzellas.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com as novas do Egypto, assim haverá dôres quando se ouvirem as de Tyro.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Passae a Tharsis: uivae, moradores da ilha.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esta porventura a vossa cidade que andava pulando de alegria? cuja antiguidade é dos dias antigos? pois leval-a-hão os seus proprios pés para longe andarem a peregrinar.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formou este designio contra Tyro, a coroadora? cujos mercadores são principes e cujos negociantes os mais nobres da terra?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dos Exercitos formou este designio para profanar a soberba de todo o ornamento, e envilecer os mais nobres da terra.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Passa-te como rio pela tua terra, ó filha de Tharsis, pois já não ha precinta.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mão estendeu sobre o mar, e turbou os reinos: o Senhor deu mandado contra Canaan, que se destruissem as suas fortalezas.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Nunca mais pularás de alegria, ó opprimida donzella, filha de Sidon: levanta-te, passa a Chittim, e ainda ali não terás descanço.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Vêde a terra dos chaldeos, ainda este povo não era povo; a Assyria o fundou para os que moravam no deserto: levantaram as suas fortalezas, e edificaram os seus paços; porém a arruinou de todo.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Uivae, navios de Tharsis, porque já é destruida a vossa força.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n'aquelle dia que Tyro será posta em esquecimento por setenta annos, como os dias d'um rei: porém no fim de setenta annos haverá em Tyro cantigas, como a cantiga d'uma prostituta.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a harpa, rodeia a cidade, ó prostituta entregue ao esquecimento; toca bem, canta e repete a aria, para que haja memoria de ti.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será no fim de setenta annos que o Senhor visitará a Tyro, e se tornará á sua ganancia de prostituta, e fornicará com todos os reinos da terra que ha sobre a face da terra.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commercio e a sua ganancia de prostituta será consagrado ao Senhor; não se enthesourará, nem se fechará; mas o seu commercio será para os que habitam perante o Senhor, para que comam até se saciarem, e tenham vestimenta duravel.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