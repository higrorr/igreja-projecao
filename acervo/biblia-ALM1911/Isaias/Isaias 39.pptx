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enviou Merodach-baladan, filho de Baladan, rei de Babylonia, cartas e um presente a Ezequias, porque tinha ouvido dizer que havia estado doente e que já tinha convalescido.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Ezequias se alegrou d'elles, e lhes mostrou a casa do seu thesouro, a prata, e o oiro, e as especiarias, e os melhores unguentos, e toda a sua casa d'armas, e tudo quanto se achou nos seus thesouros: coisa nenhuma houve, nem em sua casa, nem em todo o seu dominio, que Ezequias lhes não mostrasse.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propheta Isaias veiu ao rei Ezequias, e lhe disse: Que é o que aquelles homens disseram, e d'onde vieram a ti? E disse Ezequias: D'uma terra remota vieram a mim, de Babylonia.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Que é o que viram em tua casa? E disse Ezequias: Viram tudo quanto ha em minha casa; coisa nenhuma ha nos meus thesouros que eu deixasse de lhes mostrar.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Isaias a Ezequias: Ouve a palavra do Senhor dos Exercitos: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veem dias em que tudo quanto houver em tua casa, e o que enthesouraram teus paes até ao dia d'hoje será levado para Babylonia: não ficará coisa alguma, disse 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até de teus filhos, que procederem de ti, e tu gerares, tomarão, para que sejam eunuchos no palacio do rei de Babylonia.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Ezequias a Isaias: Boa é a palavra do Senhor que disseste. Disse mais: Pois haja paz e verdade em meus dias.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