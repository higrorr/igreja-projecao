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de Sião me não calarei, e por amor de Jerusalem me não aquietarei; até que saia a sua justiça como um resplandor, e a sua salvação como uma tocha accesa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verão a tua justiça, e todos os reis a tua gloria; e chamar-te-hão por um nome novo, que a bocca do Senhor nomeará.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serás uma corôa de gloria na mão do Senhor, e um diadema real na mão do teu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te chamarão: Desamparada, nem a tua terra nunca mais nomearão: Assolada; mas chamar-te-hão: O meu prazer está n'ella; e a tua terra: A casada; porque o Senhor se agrada de ti; e a tua terra se casará.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mancebo se casa com a donzella, assim teus filhos se casarão comtigo: e, como o noivo se alegra da noiva, assim se alegrará de ti o teu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Jerusalem, sobre os teus muros puz guardas, que todo o dia e toda a noite de continuo se não calarão: ó vós, os que fazeis menção do Senhor, não haja silencio em vós,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lhe deis a elle silencio, até que confirme, e até que ponha a Jerusalem por louvor na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 pela sua mão direita, e pelo braço da sua força, que nunca mais darei o teu trigo por comida aos teus inimigos, nem os estranhos beberão o teu mosto, em que trabalhaste.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que o ajuntarem o comerão, e louvarão ao Senhor: e os que o colherem beberão nos atrios do meu sanctuario.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Passae, passae pelas portas; preparae o caminho ao povo: aplainae, aplainae a estrada, limpae-a das pedras; arvorae a bandeira aos povos.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Senhor fez ouvir até ás extremidades da terra: Dizei á filha de Sião: Eis que a tua salvação vem: eis que comsigo o seu galardão, e a sua obra diante d'elle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chamal-os-hão: Povo sancto, remidos do Senhor; e tu serás chamada Buscada, a cidade não desamparada.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