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o Senhor castigará com a sua espada dura, grande e forte, ao Leviathan, aquella serpente comprida, e ao Leviathan, aquella serpente tortuosa, e matará o dragão, que está no 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haverá uma vinha de vinho tinto; cantae d'ella.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o Senhor a guardo, e cada momento a regarei; para que ninguem lhe faça damno, de noite e de dia a guardarei.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não ha furor em mim: quem me poria sarças e espinheiros diante de mim na guerra? eu iria contra elles e juntamente os queimaria.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pegue da minha força, e faça paz comigo: paz fará comigo.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Dias virão em que Jacob lançará raizes, e florescerá e brotará Israel, e encherão de fructo a face do mundo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feriu-o elle como feriu aos que o feriram? ou matou-o elle assim como matou aos que foram mortos por elle?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medida contendeste com ella, quando a rejeitaste, quando a tirou com o seu vento forte, no tempo do vento leste.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se expiará a iniquidade de Jacob, e este será todo o fructo, de se ter dado peccado: quando fizer a todas as pedras do altar como pedras de cal feitas em pedaços, então os bosques e as imagens do sol não poderão ficar em pé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forte cidade ficará solitaria, e a morada será rejeitada e desamparada como um deserto; ali pastarão os bezerros, e ali se deitarão, e devorarão as suas ramas.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as suas ramas se seccarem, serão quebradas, e, vindo as mulheres, as accenderão, porque este povo não é povo de entendimento, pelo que aquelle que o fez não se compadecerá d'elle, nem aquelle que o formou lhe fará graça alguma.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n'aquelle dia que o Senhor o padejará como se padeja o trigo, desde as correntes do rio, até ao rio do Egypto; e vós, ó filhos de Israel, sereis colhidos um a um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n'aquelle dia que se tocará uma grande trombeta, e os que andavam perdidos pela terra da Assyria, e os que foram desterrados para a terra do Egypto tornarão a vir, e adorarão ao Senhor no monte sancto em Jerusalem.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