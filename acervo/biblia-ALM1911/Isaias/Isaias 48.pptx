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isto, casa de Jacob, que vos chamaes do nome d'Israel, e saistes das aguas de Judah, que juraes pelo nome do Senhor, e fazeis menção do Deus de Israel, porém não em verdade nem em justiça.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da sancta cidade se nomeiam, e se firmam sobre o Deus de Israel; o Senhor dos Exercitos é o seu nome.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coisas passadas já desde então annunciei, e procederam da minha bocca, e eu as fiz ouvir: apressuradamente as fiz, e vieram.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sabia que eras duro, e a tua cerviz um nervo de ferro, e a tua testa de bronze.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t'o annunciei desde então, e t'o fiz ouvir antes que viesse, para que porventura não dissesses: O meu idolo fez estas coisas, ou a minha imagem de esculptura, ou a minha imagem de fundição as mandou.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tens ouvido; olha bem para tudo isto; porventura assim vós o não annunciareis? desde agora te faço ouvir coisas novas e occultas, e que nunca conheceste.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foram creadas, e não desde então, e antes d'este dia não as ouviste, para que porventura não digas: Eis que já eu as sabia.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tu as ouviste, nem tu as conheceste, nem tão pouco desde então foi aberto o teu ouvido, porque eu sabia que obrarias muito perfidamente, e que foste chamado prevaricador desde o ventre.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do meu nome dilatarei a minha ira, e por amor do meu louvor me refrearei para comtigo, para que te não venha a cortar.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já te purifiquei, porém não como a prata: escolhi-te na fornalha da afflicção.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de mim, por amor de mim o farei, porque como seria profanado o meu nome? e a minha honra não a darei a outrem.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ouvidos, ó Jacob, e tu, ó Israel, a quem chamei; eu sou o mesmo, eu o primeiro, eu tambem o ultimo.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minha mão fundou a terra, e a minha dextra mediu os céus a palmos; eu os chamarei, e apparecerão juntos.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Ajuntae-vos todos vós, e ouvi: Quem ha, d'entre elles, que annunciasse estas coisas? O Senhor o amou, e executará a sua vontade contra Babylonia, e o seu braço será contra os chaldeos.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eu o tenho dito; tambem já eu o chamei, e o farei vir, e farei prospero o seu caminho.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Chegae-vos a mim, ouvi isto: Não fallei em occulto desde o principio, mas desde o tempo em que aquillo se fez eu estava ali, e agora o Senhor Jehovah me enviou o seu Espirito.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teu Redemptor, o Sancto de Israel: Eu sou o Senhor, o teu Deus, que te ensina o que é util, e te guia pelo caminho em que deves andar.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se déras ouvidos aos meus mandamentos! então seria a tua paz como o rio, e a tua justiça como as ondas do mar.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tua semente seria como a areia, e os que procedem das tuas entranhas como o burgalhão d'ella, cujo nome nunca seria cortado nem destruido da minha face.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Sahi de Babylonia, fugi de entre os chaldeos. E annunciae com voz de jubilo; fazei ouvir isso, e levae-o até ao fim da terra: dizei: O Senhor remiu a seu servo Jacob.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tinham sêde, quando os levava pelos desertos; fez-lhes correr agua da rocha: fendendo elle as rochas, as aguas manavam d'ellas.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impios não teem paz, disse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