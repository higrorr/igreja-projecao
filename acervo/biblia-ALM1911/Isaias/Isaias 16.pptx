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Enviae o cordeiro ao dominador da terra desde Sela, ao deserto, até ao monte da filha de Sião.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D'outro modo succederá que serão as filhas de Moab junto aos váos de Arnon como o passaro vagueante, lançado do ninho.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conselho, faze juizo, põe a tua sombra no pino do meio-dia como a noite; esconde os desterrados, e não descubras os vagueantes.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Habitem entre ti os meus desterrados, ó Moab: serve-lhes de refugio perante a face do destruidor; porque o oppressor tem fim; a destruição é desfeita, e os atropelladores já são consumidos sobre a terra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throno se confirmará em benignidade, e sobre elle no tabernaculo de David em verdade se assentará um que julgue, e busque o juizo, e se apresse á justiça.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ouvimos a soberba de Moab, que é soberbissimo: a sua altivez, e a sua soberba, e o seu furor; os seus ferrolhos não são tão seguros.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Moab uivará por Moab; todos uivarão: gemereis pelos fundamentos de Kir-hareseth, pois já estão quebrados.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os campos d'Hesbon enfraqueceram, como tambem a vide de Sibma; já os senhores das nações atropellaram as suas melhores plantas; vão chegando a Jazer; andam vagueando pelo deserto: os seus renovos se estenderam e já passaram além do mar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prantearei, com o pranto de Jazer, a vide de Sibma; regar-te-hei com as minhas lagrimas, ó Hesbon e Eleale; porque já o jubilo dos teus fructos de verão e da tua sega caiu.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já se tirou o folguedo e a alegria do fertil campo, e já nas vinhas se não canta, nem jubilo algum se faz: já o pisador não pisará as uvas nos lagares; já fiz cessar o jubilo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minhas entranhas fazem ruido por Moab como harpa, e o meu interior por Kirheres.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quando virem que já Moab está cançado nos altos, então entrará no seu sanctuario a orar, porém nada alcançará.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palavra que fallou o Senhor desde então contra Moab.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agora fallou o Senhor, dizendo: Dentro em tres annos (taes quaes os annos de jornaleiros), então se virá a envilecer a gloria de Moab, com toda a sua grande multidão; e o residuo será pouco, pequeno e impotente.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