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se compadecerá de Jacob, e ainda escolherá a Israel e os porá na sua propria terra: e ajuntar-se-hão com elles os estranhos, e se achegarão á casa de Jacob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povos os receberão, e os levarão aos seus logares, e a casa d'Israel os possuirá por servos e por servas, na terra do Senhor: e captivarão aquelles que os captivaram, e dominarão sobre os seus oppressores.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 no dia em que Deus vier a dar-te descanço do teu trabalho, e do teu tremor, e da dura servidão com que te fizeram servir,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levantarás este dito contra o rei de Babylonia, e dirás: Como já cessou o oppressor? como já cessou a cidade dourada?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quebrantou o Senhor o bastão dos impios e o sceptro dos dominadores.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feria aos povos com furor, com praga sem cessar, o que com ira dominava sobre as nações agora é perseguido, sem que alguem o possa impedir.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descança, já está socegada toda a terra: exclamam com jubilo.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as faias se alegram sobre ti, e os cedros do Libano, dizendo: Desde que tu ahi estás por terra já ninguem sobe contra nós que nos possa cortar.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inferno debaixo se turbou por ti, para te sair ao encontro na tua vinda: desperta por ti os mortos, e todos os principes da terra, e faz levantar dos seus thronos a todos os reis das 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todos responderão, e te dirão: Tu tambem adoeceste como nós, e foste similhante a nós.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foi derribada no inferno a tua soberba com o som dos teus alaudes: os bichinhos debaixo de ti se estenderão, e os bichos te cobrirão.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caiste desde o céu, ó estrella da manhã, filha da alva do dia? como foste cortado por terra, tu que debilitavas as nações?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dizias no teu coração: Eu subirei ao céu, por cima das estrellas de Deus exaltarei o meu throno, e no monte da congregação me assentarei, da banda dos lados do norte.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Subirei sobre as alturas das nuvens, e serei similhante ao Altissimo.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comtudo derribado serás no inferno, aos lados da cova.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te virem te contemplarão, considerar-te-hão, e dirão: É este o varão que fazia estremecer a terra, e que fazia tremer os reinos?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punha o mundo como o deserto, e assolava as suas cidades? que a seus presos não deixava ir soltos para suas casas?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reis das nações, todos quantos elles são, jazem com honra, cada um na sua casa.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és lançado da tua sepultura, como um renovo abominavel, como um vestido de mortos atravessados á espada, como os que descem ao covil de pedras, como corpo morto e atropellado.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elles não serás ajuntado na sepultura; porque destruiste a tua terra e mataste o teu povo: a semente dos malignos não será nomeada para sempre.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Preparae a matança para os seus filhos pela maldade de seus paes, para que não se levantem, e possuam a terra, e encham o mundo de cidades.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levantarei contra elles, diz o Senhor dos Exercitos, e desarraigarei de Babylonia o nome, e os residuos, e o filho, e o neto, diz 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pôl-a-hei por possessão das corujas e lagôas d'aguas: e varrel-a-hei com vassoura de perdição, diz o Senhor dos Exercitos.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Exercitos jurou, dizendo: Como pensei, assim succederá, e como determinei, assim se effectuará.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Quebrantarei a Assyria na minha terra, e nas minhas montanhas a atropellarei, para que o seu jugo se aparte d'elles e a sua carga se desvie dos seus hombros.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conselho que se consultou sobre toda esta terra; e esta é a mão que está estendida sobre todas as nações.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dos Exercitos o determinou; quem pois o invalidará? e a sua mão estendida está; quem pois a tornará atraz?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em que morreu o rei Achaz, aconteceu esta carga.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alegres, ó tu, toda a Philistia, de que é quebrantada a vara que te feria; porque da raiz da cobra sairá um basilisco, e o seu fructo será uma serpente ardente, voadora.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primogenitos dos pobres serão apascentados, e os necessitados se deitarão seguros; porém farei morrer de fome a tua raiz, e elle matará os teus residuos.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uivos, ó porta, grita, ó cidade, que já tu, ó Philistia, estás toda derretida; porque do norte vem um fumo, e nenhum solitario haverá nas suas congregações.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responderá pois aos mensageiros do povo? Que o Senhor fundou a Sião, para que os oppressos do seu povo n'ella tenham refugio.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