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ao seu ungido, a Cyro, a quem tomo pela sua mão direita, para abater as nações diante de sua face, e eu soltarei os lombos dos reis, para abrir diante d'elle as portas, e as portas não se fecharão.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 diante de ti, e endireitarei os caminhos tortos: quebrarei as portas de bronze, e despedeçarei os ferrolhos de ferro.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darei os thesouros das escuridades, e as riquezas encobertas, para que possas saber que eu sou o Senhor, o Deus de Israel, que te chama pelo teu nome.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de meu servo Jacob, e de Israel, meu eleito, eu a ti te chamei pelo teu nome, puz-te o teu sobrenome, ainda que me não conhecesses.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Senhor, e não ha outro: fóra de mim não ha Deus: eu te cingirei, ainda que tu me não conheças.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saiba desde o nascente do sol, e desde o poente, que fóra de mim não ha outro: eu sou o Senhor, e não ha outro.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fórmo a luz, e crio as trevas; eu faço a paz, e crio o mal: eu, o Senhor, faço todas estas coisas.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Distillae vós, céus, d'essas alturas, e as nuvens chovam justiça, abra-se a terra, e produza-se toda a sorte de salvação, e a justiça fructifique, juntamente; eu o Senhor, as creei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 que contende com o que o formou; o caco contenda com os cacos de barro: porventura dirá o barro ao que o formou: Que fazes? ou a tua obra: Não tens mãos?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 que diz ao pae: Que é o que geras? e á mulher: Que é o que pares?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o Sancto de Israel, aquelle que o formou: Perguntae-me as coisas futuras; demandae-me ácerca de meus filhos, e ácerca da obra das minhas mãos.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fiz a terra, e creei n'ella o homem; eu o fiz; as minhas mãos estenderam os céus, e a todos os seus exercitos dei as minhas ordens.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 despertei em justiça, e todos os seus caminhos endireitarei: elle edificará a minha cidade, e soltará os meus captivos, não por preço nem por presentes, diz o Senhor dos Exercitos.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O trabalho do Egypto, e o commercio dos ethiopes, e dos sabeos, homens d'alta estatura, se passarão para ti, e serão teus; irão atraz de ti, passarão em grilhões, e a ti se prostrarão; far-te-hão as suas supplicas diante de ti, dizendo: Devéras Deus está em ti, e nenhum outro deus ha mais.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Verdadeiramente tu és o Deus que se encobre, o Deus de Israel, o Salvador.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Envergonhar-se-hão, e tambem se confundirão todos: cairão juntamente na affronta os que fabricam imagens.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Israel é salvo pelo Senhor, por uma eterna salvação; pelo que não sereis envergonhados nem confundidos em todas as eternidades.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que tem creado os céus, o Deus que formou a terra, e a fez; elle a confirmou, não a creou vasia, mas a formou para que fosse habitada: Eu sou o Senhor e não ha outro.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fallei em occulto, nem em logar algum escuro da terra: não disse á semente de Jacob: Buscae-me em vão: eu sou o Senhor, que falla a justiça, e annuncio coisas rectas.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Congregae-vos, e vinde; chegae-vos juntos, os que escapastes das nações: nada sabem os que trazem em procissão as suas imagens de esculptura, de madeira feitas, e rogam a um deus que não pode salvar.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Annunciae, e chegae-vos, e tomae conselho todos juntos: quem fez ouvir isto desde a antiguidade? quem desde então o annunciou? porventura não sou eu, o Senhor? e não ha outro Deus senão eu; Deus justo e Salvador não o ha fóra de mim.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Virae-vos para mim, e sereis salvos, vós, todos os termos da terra; porque eu sou Deus, e não ha outro.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mesmo tenho jurado, e já saiu da minha bocca a palavra de justiça, e não tornará atraz: que diante de mim se dobrará todo o joelho, e por mim jurará toda a lingua.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mim se dirá: Devéras no Senhor ha justiças e força: até elle chegarão; mas serão envergonhados todos os que se indignarem contra 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Senhor será justificada, e se gloriará toda a semente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