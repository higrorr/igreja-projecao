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agora, assim diz o Senhor que te creou, ó Jacob, e que te formou, ó Israel: Não temas, porque eu te remi: chamei-te pelo teu nome, tu és meu.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passares pelas aguas estarei comtigo, e quando pelos rios, não te submergirão: quando passares pelo fogo, não te queimarás, nem a chamma arderá em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sou o Senhor teu Deus, o Sancto d'Israel, o teu Salvador: dei ao Egypto por teu resgate a Ethiopia e a Seba, em teu logar.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foste precioso aos meus olhos, tambem foste glorificado, e eu te amei, pelo que dei os homens por ti, e os povos pela tua alma.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pois, porque estou comtigo: trarei a tua semente desde o oriente, e te ajuntarei desde o occidente.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 ao norte; Dá; e ao sul; Não retenhas: trazei meus filhos de longe, e minhas filhas das extremidades da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chamados do meu nome, e os que creei para a minha gloria, os formei, e tambem os fiz.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Trazei o povo cego, que tem olhos; e os surdos, que teem ouvidos.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nações se congreguem juntamente, e os povos se reunam; quem d'entre elles pode annunciar isto, e fazer-nos ouvir as coisas antigas? produzam as suas testemunhas, para que se justifiquem, e se ouça, e se diga: Verdade 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sois as minhas testemunhas, diz o Senhor, e o meu servo, a quem escolhi; para que o saibaes, e me creiaes, e entendaes que eu sou o mesmo, e que antes de mim deus nenhum se formou, e depois de mim nenhum haverá.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eu sou o Senhor, e fóra de mim não ha Salvador.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annunciei, e eu salvei, e eu o fiz ouvir, e Deus estranho não houve entre vós, pois vós sois as minhas testemunhas, diz o Senhor; eu sou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antes que houvesse dia, eu sou; e ninguem ha que possa fazer escapar das minhas mãos: obrando eu, quem o desviará?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teu Redemptor, o Sancto d'Israel: Por amor de vós enviei a Babylonia, e a todos os fiz descer como fugitivos, a saber, os chaldeos, nos navios em que exultavam.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Senhor, vosso Sancto, o Creador d'Israel, vosso 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o que preparou no mar um caminho, e nas aguas impetuosas uma vereda;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trouxe o carro e o cavallo, o exercito e a força: elles juntamente se deitaram, e nunca se levantarão: já estão apagados; como um pavio se apagaram.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lembreis das coisas passadas, nem considereis as antigas.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farei uma coisa nova, agora sairá á luz: porventura não a sabereis? porque porei um caminho no deserto, e rios no ermo.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animaes do campo me servirão, os dragões, e os filhos do abestruz; porque porei aguas no deserto, e rios no ermo, para dar de beber ao meu povo, ao meu eleito.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 povo formei para mim; o meu louvor relatarão.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tu não me invocaste a mim, ó Jacob, mas te cançaste de mim, ó 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trouxeste o gado miudo dos teus holocaustos, nem me honraste com os teus sacrificios; não te fiz servir com presentes, nem te fatiguei com incenso.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compraste por dinheiro canna aromatica, nem com a gordura dos teus sacrificios me encheste, mas me déste trabalho com os teus peccados, e me cançaste com as tuas maldades.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eu sou o que apago as tuas transgressões por amor de mim, e dos teus peccados me não lembro.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Faze-me lembrar; entremos em juizo juntamente: aponta tu as tuas razões, para que te possa justificar.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primeiro pae peccou, e os teus interpretes prevaricaram contra mim.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profanarei os maioraes do sanctuario; e farei de Jacob um anathema, e de Israel um opprobrio.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