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Que libello de divorcio é este de vossa mãe, pelo qual eu a repudiei? ou quem é o meu crédor, a quem eu vos tenha vendido? eis que por vossas maldades fostes vendidos, e por vossas prevaricações vossa mãe foi repudiada.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vim eu, e ninguem appareceu? chamei, e ninguem respondeu? porventura tanto se encolheu a minha mão, que já não possa remir? ou não ha mais força em mim para livrar? eis que com a minha reprehensão faço seccar o mar, torno os rios em deserto, até que cheirem mal os seus peixes, porquanto não teem agua e morrem de sêde.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visto os céus de negridão, e pôr-lhes-hei um sacco para a sua cobertura.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Jehovah me deu uma lingua erudita, para que saiba fallar a seu tempo uma boa palavra com o cançado: desperta-me todas as manhãs, desperta-me o ouvido para que ouça, como aquelles que aprendem.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Jehovah me abriu os ouvidos, e eu não sou rebelde: não me retiro para traz.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costas dou aos que me ferem, e as minhas faces aos que me arrancam os cabellos: não escondo a minha face de opprobrios e de escarros.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Jehovah me ajuda, pelo que me não confundo: por isso puz o meu rosto como um seixo, porque sei que não serei confundido.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está o que me justifica; quem contenderá comigo? compareçamos juntamente: quem tem alguma causa contra mim? chegue-se para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Jehovah me ajuda; quem ha que me condemne? eis que todos elles como vestidos se envelhecerão, e a traça os comerá.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ha entre vós que tema a Jehovah, e ouça a voz do seu servo? quando andar em trevas, e não tiver luz nenhuma, confie no nome do Senhor, e firme-se sobre o seu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todos vós, que accendeis fogo, e vos cingis com faiscas, andae entre as labaredas do vosso fogo, e entre as faiscas que accendestes: isto vos vem da minha mão, e em tormentos jazereis.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