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no anno decimo quarto do rei Ezequias que Senacherib, rei da Assyria subiu contra todas as cidades fortes de Judah, e as tomou.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da Assyria enviou a Rabsaké, desde Lachis a Jerusalem, ao rei Ezequias com um grande exercito, e parou junto ao cano de agua do viveiro mais alto, junto ao caminho do campo do lavandeiro.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a elle Eliakim, filho de d'Hilkias, o mordomo, e Sebna, o escrivão, e Joah, filho d'Asaph, o chanceller.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Rabsaké lhes disse: Ora dizei a Ezequias: Assim diz o grande rei, o rei da Assyria: Que confiança é esta, em que confias?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podera eu dizer (porém palavra de labios é): Ha conselho e poder para a guerra: em quem pois agora confias, que contra mim te rebellas?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confias n'aquelle bordão de canna quebrada, a saber, no Egypto, o qual, se alguem se encostar n'elle lhe entrará pela mão, e lh'a furará: assim é Pharaó, rei do Egypto, para com todos os que n'elle confiam.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me disseres: No Senhor, nosso Deus, confiamos; porventura não é este aquelle cujos altos e cujos altares Ezequias tirou, e disse a Judah e a Jerusalem: Perante este altar vos inclinareis?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pois, dá agora refens ao meu senhor, o rei da Assyria, e dar-te-hei dois mil cavallos, se tu poderes dar cavalleiros para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farias que se torne o rosto a um só principe dos minimos servos do meu senhor? porém tu confias no Egypto, por causa dos carros e cavalleiros.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subi eu porventura sem o Senhor contra esta terra, para destruil-a? O Senhor mesmo me disse: Sobe contra esta terra, e destroe-a.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Eliakim, e Sebna, e Joah, a Rabsaké: Pedimos-te que falles aos teus servos em syriaco, porque bem o entendemos, e não nos falles em judaico, aos ouvidos do povo que está em cima do muro.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Rabsaké disse: Porventura mandou-me o meu senhor só ao teu senhor e a ti, para fallar estas palavras? e não antes aos homens que estão assentados em cima do muro, para que comam comvosco o seu esterco, e bebam a sua urina?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Rabsaké pois se poz em pé, e clamou em alta voz em judaico, e disse: Ouvi as palavras do grande rei, do rei da Assyria.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rei: Não vos engane Ezequias; porque não vos poderá livrar.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Ezequias vos faça confiar no Senhor, dizendo: Infallivelmente nos livrará o Senhor, e esta cidade não será entregue nas mãos do rei da Assyria.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deis ouvidos a Ezequias; porque assim diz o rei da Assyria: Contratae comigo por presentes, e sahi a mim, e comei vós cada um da sua vide, e da sua figueira, e bebei cada um da agua da sua cisterna;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eu venha, e vos leve para uma terra como a vossa: terra de trigo e de mosto, terra de pão e de vinhas.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engane Ezequias, dizendo: O Senhor nos livrará. Porventura os deuses das nações livraram cada um a sua terra das mãos do rei da Assyria?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estão os deuses d'Hamath e d'Arpad? onde estão os deuses de Sepharvaim? porventura livraram a Samaria da minha mão?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Quaes são elles, d'entre todos os deuses d'estas terras, os que livraram a sua terra das minhas mãos, para que o Senhor livrasse a Jerusalem das minhas mãos?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se calaram, e palavra nenhuma lhe responderam; porque havia mandado do rei, dizendo: Não lhe respondereis.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Eliakim, filho d'Hilkias, o mordomo, e Sebna, o escrivão, e Joah, filho d'Asaph, o chanceller, vieram a Ezequias, com os vestidos rasgados, e lhe fizeram saber as palavras de Rabsaké.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