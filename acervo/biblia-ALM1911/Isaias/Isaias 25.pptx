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Senhor, tu és o meu Deus; exaltar-te-hei a ti, e louvarei o teu nome, porque fizeste maravilhas: os teus conselhos antigos são verdade e firmeza.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da cidade fizeste um montão de pedras, e da forte cidade uma inteira ruina, e do paço dos estranhos, que não seja mais cidade, e jámais se torne a edificar.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te glorificará um poderoso povo, e a cidade das nações formidaveis te temerá.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foste a fortaleza do pobre, e a fortaleza do necessitado, na sua angustia: refugio contra o alagamento, e sombra contra o calor; porque o sopro dos tyrannos é como o alagamento contra o muro.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o calor em logar secco, assim abaterás o impeto dos estranhos; como se aplaca o calor pela sombra da espessa nuvem, assim o cantico dos tyrannos será humilhado.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dos Exercitos fará n'este monte a todos os povos um convite de cevados, convite de vinhos puros, de tutanos gordos, e de vinhos puros, bem purificados.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devorará n'este monte a mascara do rosto, com que todos os povos andam cobertos, e a cobertura com que todas as nações se cobrem.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Devorará tambem a morte com victoria, e assim enxugará o Senhor Jehovah as lagrimas de todos os rostos, e tirará o opprobrio do seu povo de toda a terra; porque o Senhor o disse.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n'aquelle dia se dirá: Eis-que este é o nosso Deus, a quem aguardavamos, e elle nos salvará: este é o Senhor, a quem aguardavamos: na sua salvação pois nos gozaremos e alegraremos.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mão do Senhor descançará n'este monte; mas Moab será trilhado debaixo d'elle, como se trilha a palha no monturo.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estenderá as suas mãos por entre elles, como as estende o nadador para nadar: e abaterá a sua altivez com as ciladas das suas mãos d'elles.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abaixará as altas fortalezas dos teus muros, as abaterá e as derribará em terra até ao pó.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