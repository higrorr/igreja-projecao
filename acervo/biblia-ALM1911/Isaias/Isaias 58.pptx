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Clama em alta voz, não te retenhas, levanta a tua voz como a trombeta e annuncia ao meu povo a sua transgressão, e á casa de Jacob os seus peccados.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me buscam cada dia, tomam prazer em saber os meus caminhos, como um povo que obra justiça, e não deixa o direito do seu Deus: perguntam-me pelos direitos da justiça, e teem prazer em se chegarem a Deus,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Dizendo: Porque jejuamos nós, e tu não attentas para isso? Porque affligimos as nossas almas, e tu o não sabes? Eis que no dia em que jejuaes achaes o vosso contentamento, e estreitamente requereis todo o vosso trabalho.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para contendas e debates jejuaes, e para dardes punhadas impiamente: não jejueis como hoje, para fazer ouvir a vossa voz no alto.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Seria este o jejum que eu escolheria, que o homem um dia afflija a sua alma? que incline a sua cabeça como o junco, e estenda debaixo de si sacco e cinza? chamarias tu a isto jejum e dia aprazivel ao Senhor?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este o jejum que escolhi? que soltes as ligaduras da impiedade, que desfaças as ataduras do jugo? e que deixes livres os quebrantados, e despedaces todo o jugo?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Porventura não é tambem que repartas o teu pão com o faminto, e recolhas em casa os pobres desterrados? e, vendo o nú, o cubras, e não te escondas da tua carne?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romperá a tua luz como a alva, e a tua cura apressadamente brotará, e a tua justiça irá adiante da tua face, e a gloria do Senhor será a tua rectaguarda.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clamarás, e o Senhor te responderá; gritarás, e elle dirá: Eis-me aqui: se tirares do meio de ti o jugo, o estender do dedo, e o fallar vaidade;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abrires a tua alma ao faminto, e fartares a alma afflicta: então a tua luz nascerá nas trevas, e a tua escuridão será como o meio dia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te guiará continuamente, e fartará a tua alma em grandes sequidões, e fortificará os teus ossos; e serás como um jardim regado, e como um manancial de aguas, cujas aguas nunca faltam.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que de ti procederem edificarão os logares antigamente assolados; e levantarás os fundamentos de geração em geração: e chamar-te-hão reparador das roturas, e restaurador de veredas para morar.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desviares o teu pé do sabbado, de fazeres a tua vontade no meu sancto dia, e chamares ao sabbado deleitoso, e o sancto dia do Senhor, digno de honra, e o honrares não seguindo os teus caminhos, nem pretendendo fazer a tua propria vontade, nem fallares as tuas proprias palavras,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Isaías 58:14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te deleitarás no Senhor, e te farei cavalgar sobre as alturas da terra, a te sustentarei com a herança de teu pae Jacob; porque a bocca do Senhor o fallou.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