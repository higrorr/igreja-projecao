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Visao que viu Isaias, filho de Amós, no tocante a Judah e a Jerusalem: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no ultimo dos dias que se firmará o monte da casa do Senhor no cume dos montes, e se exalçará por cima dos outeiros: e concorrerão a elle todas as nações.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irão muitos povos, e dirão: Vinde, subamos ao monte do Senhor, á casa do Deus de Jacob, para que nos ensine ácerca dos seus caminhos, e andemos nas suas veredas; porque de Sião sairá a lei, e de Jerusalem a palavra do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julgará entre as gentes, e reprehenderá a muitos povos; e converterão as suas espadas em enxadões e as suas lanças em foices: não alçará espada nação contra nação, nem aprenderão mais a guerrear.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ó casa de Jacob: e andemos na luz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desamparaste ao teu povo, a casa de Jacob; porque se encheram d'impiedade mais do que os do oriente e são agoureiros como os philisteos; e mostram o seu contentamento nos filhos dos estranhos.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terra está cheia de prata e oiro, e não ha fim de seus thesouros: tambem está cheia a sua terra de cavallos, e dos seus carros não ha fim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está cheia a sua terra de idolos: inclinaram-se perante a obra das suas mãos, perante o que fabricaram os seus dedos.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o povo se abate, e os nobres se humilham: portanto lhes não perdoarás.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entra nas rochas, e esconde-te no pó, da presença espantosa do Senhor e da gloria da sua magestade.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altivos dos homens serão abatidos, e a altivez dos varões será humilhada: e só o Senhor será exaltado n'aquelle 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dia do Senhor dos Exercitos será contra todo o soberbo e altivo, e contra todo o exalçado, para que seja abatido;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contra todos os cedros do Libano, altos e sublimes, e contra todos os carvalhos de Basan;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contra todos os montes altos, e contra todos os outeiros levantados;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contra toda a torre alta, e contra todo o muro firme;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contra todos os navios de Tarsis, e contra todas as pinturas desejaveis.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altivez do homem será humilhada, e a altivez dos varões se abaterá, e só o Senhor será exaltado n'aquelle dia.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idolos totalmente perecerão.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metter-se-hão pelas cavernas das rochas, e pelas concavidades da terra, por causa da presença espantosa do Senhor, e por causa da gloria da sua magestade, quando elle se levantar para espantar a terra.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o homem lançará ás toupeiras e aos morcegos os seus idolos de prata, e os seus idolos d'oiro, que se fizeram para se prostrarem diante d'elles.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metter-se-hão pelas fendas das rochas, e pelas cavernas das penhas, por causa da presença espantosa do Senhor, e por causa da gloria da sua magestade, quando elle se levantar para espantar 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deixae-vos do homem cujo folego está no seu nariz; porque em que se deve elle estimar?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