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dirás n'aquelle dia: Graças te dou, ó Senhor, de que, ainda que te iraste contra mim, comtudo a tua ira se retirou, e tu me consolas.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Deus é a minha salvação; n'elle confiarei, e não temerei; porque a minha força e o meu cantico é Deus Jehovah, e elle foi a minha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tirareis aguas com alegria das fontes da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direis n'aquelle dia: Dae graças ao Senhor, invocae o seu nome, manifestae os seus feitos entre os povos, contae quão exalçado é o seu nome.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Psalmodiae ao Senhor, porque fez coisas grandiosas: saiba-se isto em toda 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Exulta e canta de gozo, ó moradora de Sião, porque o Sancto de Israel grande é no meio de ti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