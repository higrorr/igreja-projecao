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7:1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Succedeu pois nos dias de Achaz, filho de Jothão, filho d'Uzias, rei de Judah, que Resin, rei da Syria, e Peka, filho de Remalias, rei d'Israel, subiram a Jerusalem, para pelejar contra ella, porém, pelejando, nada poderam contra ella.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7:2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deram aviso á casa de David, dizendo: A Syria repousa sobre Ephraim. Então se commoveu o seu coração, e o coração do seu povo, como se commovem as arvores do bosque com o vento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7:3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o Senhor a Isaias: Agora tu e teu filho Sear-jasub sahi ao encontro de Achaz, ao fim do canal do viveiro superior, ao caminho do campo do lavandeiro.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7:4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dize-lhe: Guarda-te, e está descançado, não temas, nem se desanime o teu coração por causa d'estes dois rabos de tições fumegantes, por causa do ardor da ira de Resin, e da Syria, e do filho de Remalias.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7:5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Porquanto a Syria teve contra ti maligno conselho, com Ephraim, e com o filho de Remalias, dizendo: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7:6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Vamos subir contra Judah, e despertemol-o, e repartamol-o entre nós, e façamos reinar no meio d'elle como rei o filho de Tabeal.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7:7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Senhor Deus: Isto não subsistirá, nem tão pouco acontecerá.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7:8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o cabeça da Syria será Damasco, e o cabeça de Damasco Resin: e dentro de sessenta e cinco annos Ephraim será quebrantado, e deixará de ser povo.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7:9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Entretanto o cabeça de Ephraim será Samaria, e o cabeça de Samaria o filho de Remalias: se o não crerdes, devéras não ficareis firmes.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7:10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continuou o Senhor a fallar com Achaz, dizendo: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7:11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Pede para ti ao Senhor teu Deus um signal; pede-o ou em baixo nas profundezas ou em cima nas alturas.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7:12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disse Achaz: Não o pedirei, nem tentarei ao Senhor.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7:13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disse: Ouvi agora, ó casa de David: Pouco vos é afadigardes os homens, senão que ainda afadigareis tambem ao meu Deus?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7:14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o mesmo Senhor vos dará um signal: Eis que a virgem conceberá, e parirá um filho, e chamará o seu nome Emmanuel.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7:15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Manteiga e mel comerá, até que elle saiba rejeitar o mal e escolher o bem.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7:16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verdade, antes que este menino saiba rejeitar o mal e escolher o bem, a terra de que te enfadas será desamparada dos seus dois reis.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7:17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o Senhor fará vir sobre ti, e sobre o teu povo, e sobre a casa de teu pae, dias taes, quaes nunca vieram, desde o dia em que Ephraim se desviou de Judah, pelo rei d'Assyria.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7:18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ha de acontecer que n'aquelle dia assobiará o Senhor ás moscas, que ha no extremo dos rios do Egypto, e ás abelhas que andam na terra da Assyria;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7:19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virão, e pousarão todas nos valles desertos e nas fendas das penhas, e em todos os espinhos e em todas as florestas.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7:20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N'aquelle dia rapará o Senhor com uma navalha alugada, que está d'além do rio, com o rei da Assyria, a cabeça e os cabellos dos pés: e até a barba totalmente tirará.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7:21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succederá n'aquelle dia que alguem creará uma vacca e duas ovelhas: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7:22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acontecerá que por causa da abundancia do leite que lhe derem comerá manteiga; e manteiga e mel comerá todo aquelle que ficar de resto no meio da terra.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7:23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Succederá tambem n'aquelle dia que todo o logar, em que houver mil vides, do valor de mil moedas de prata, será para as sarças e para os espinheiros.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7:24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arco e frechas se entrará n'elle, porque toda a terra será sarças e espinheiros.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7:25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tambem todos os montes, que costumam cavar com enxadas, se não irá a elles por causa do temor das sarças e dos espinheiros, porém servirão para enviarem ali bois e serem pisados do gado miudo.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