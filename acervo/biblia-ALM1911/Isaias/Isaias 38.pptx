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Ezequias adoeceu d'uma enfermidade mortal: e veiu a elle Isaias, filho d'Amós, o propheta, e lhe disse: Assim diz o Senhor: Ordena a tua casa, porque morrerás, e não viverás.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virou Ezequias o seu rosto para a parede; e orou ao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Ah Senhor, lembra-te, te peço, de que andei diante de ti em verdade, e com coração perfeito, e fiz o que era recto aos teus olhos. E chorou Ezequias muitissimo.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palavra do Senhor a Isaias, dizendo: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dize a Ezequias: Assim diz o Senhor, o Deus de David teu pae: Ouvi a tua oração, e vi as tuas lagrimas; eis que accrescento sobre os teus dias quinze annos.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livrar-te-hei das mãos do rei da Assyria, a ti, e a esta cidade, e ampararei a esta cidade.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te será por signal da parte do Senhor de que o Senhor cumprirá esta palavra que fallou.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farei tornar a sombra dos graus, que declinou com o sol pelos graus do relogio d'Achaz dez graus atraz. Assim tornou o sol dez graus atraz, pelos graus que já tinha descido.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Escripturas d'Ezequias, rei de Judah, de quando adoeceu e sarou de sua enfermidade.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disse no cessar de meus dias: Ir-me-hei ás portas da sepultura: já estou privado do resto de meus annos.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tambem: Já não verei mais ao Senhor, digo, na terra dos viventes: jámais verei o homem com os moradores do mundo.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 tempo da minha vida se foi, e foi trespassado de mim, como choça de pastor: cortei a minha vida, como tecelão que corta a sua teia; como desde os liços me cortará; desde o dia até á noite me acabarás.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me propunha até á madrugada, que, como um leão, quebrantaria todos os meus ossos: desde o dia até á noite me acabarás.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grou, ou a andorinha, assim chilreava, e gemia como a pomba: alçava os meus olhos ao alto; ó Senhor ando opprimido, fica por meu fiador.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direi? como m'o prometteu, assim o fez: assim passarei mansamente por todos os meus annos, por causa da amargura da minha alma.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com estas coisas se vive, e em todas ellas está a vida do meu espirito, porque tu me curaste e me saraste.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até na paz a amargura me foi amarga; tu porém tão amorosamente abraçaste a minha alma, que não caiu na cova da corrupção; porque lançaste para traz das tuas costas todos os meus peccados.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te louvará a sepultura, nem a morte te glorificará: nem tão pouco esperarão em tua verdade os que descem á cova.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vivente, o vivente, esse te louvará como eu hoje o faço: o pae aos filhos fará notoria a tua verdade.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veiu salvar-me; pelo que, tangendo em meus instrumentos, lhe cantaremos todos os dias de nossa vida na casa do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 Isaias: Tomem uma pasta de figos, e a ponham como emplasto sobre a chaga; e sarará.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dissera Ezequias: Qual será o signal de que hei de subir á casa do Senhor?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