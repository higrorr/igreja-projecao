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filhos que se rebellam, diz o Senhor, que tomaram conselho, mas não de mim; e que se cobriram com cobertura, mas não que venha do meu espirito; para assim accrescentarem peccado sobre peccado.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vão descer ao Egypto, e não perguntam á minha bocca; para se fortificarem com a força de Pharaó, e para confiarem na sombra do Egypto.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força de Pharaó se vos tornará em vergonha, e a confiança na sombra do Egypto em confusão.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estado os seus principes em Zoan, e havendo chegado os seus embaixadores a Hanes,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se envergonharão de um povo que de nada lhes aproveitará nem d'ajuda, nem de proveito, antes de vergonha, e até d'opprobrio, lhes servirá.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Peso das bestas do sul. Para a terra d'afflicção e de angustia (d'onde vem a leôa e o leão, o basilisco, e o aspide ardente voador) levarão ás costas de jumentinhos as suas fazendas, e sobre as corcovas de camelos os seus thesouros, a um povo que de nada lhes aproveitará.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Egypto os ajudará em vão, e por demais: pelo que clamei ácerca d'isto: No estarem quietos será a sua força.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pois agora, escreve isto n'uma taboa perante elles, e aponta-o n'um livro; para que fique firme até ao dia ultimo, para sempre e perpetuamente.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povo rebelde é este, são filhos mentirosos, filhos que não querem ouvir a lei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dizem aos videntes: Não vejaes; e aos que attentam: Não attenteis para nós no que é recto: dizei-nos coisas apraziveis, e vede para nós enganadoras lisonjas.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Desviae-vos do caminho, apartae-vos da vereda: fazei que cesse o Sancto de Israel de vir perante nós.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diz o Sancto de Israel: Porquanto rejeitaes esta palavra, e confiaes na oppressão e perversidade, e sobre isso vos estribaes,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esta maldade vos será como a parede fendida, que vae caindo e já fórma barriga desde o mais alto muro, cuja queda virá subitamente n'um momento.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quebrará como quebram o vaso do oleiro, e, quebrando-os, não se compadecerá d'elles: nem ainda um se achará entre os seus pedaços para tomar fogo do lar, ou tirar agua da poça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Jehovah, o Sancto d'Israel: Tornando-vos e descançando, ficarieis livres, e no socego e na confiança estaria a vossa força, porém não quizestes.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dizeis: Não; antes sobre cavallos fugiremos; mas por isso mesmo fugireis; e, Sobre cavallos ligeiros cavalgaremos; por isso os vossos perseguidores tambem serão ligeiros.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homens fugirão ao grito d'um, e ao grito de cinco todos vós fugireis, até que sejaes deixados como o mastro no cume do monte, e como a bandeira no outeiro.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pois o Senhor esperará, para ter misericordia de vós; e por isso será exalçado, para se compadecer de vós, porque o Senhor é um Deus de equidade: bemaventurados todos os que o esperam.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povo em Sião habitará, em Jerusalem: não chorarás de nenhuma sorte; certamente se compadecerá de ti, á voz do teu clamor, e, ouvindo-a, te responderá.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vos dará o Senhor, pão d'angustia e agua d'aperto, mas os teus doutores nunca mais fugirão de ti, como voando com azas; antes os teus olhos verão a todos os teus mestres.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teus ouvidos ouvirão a palavra do que está por detraz de ti, dizendo: Este é o caminho, andae n'elle, sem vos desviardes nem para a direita nem para a esquerda.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por contaminadas as coberturas das tuas esculpturas de prata, e a coberta das tuas esculpturas fundidas d'oiro; e as lançarás fóra como um panno immundo, e dirás a cada uma d'ellas: Fóra d'aqui.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dará chuva sobre a tua semente, com que semeares a terra, como tambem pão da novidade da terra; e esta será fertil e cheia: n'aquelle dia tambem o teu gado pastará em logares largos de pasto.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bois e os jumentinhos que lavram a terra, comerão grão puro, que fôr padejado com a pá, e cirandado com a ciranda.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em todo o monte alto, e em todo o outeiro levantado, ribeiros e correntes d'aguas, no dia da grande matança, quando cairem as torres.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a luz da lua como a luz do sol, e a luz do sol sete vezes maior, como a luz de sete dias, no dia em que o Senhor soldar a quebradura do seu povo, e curar a chaga da sua ferida.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nome do Senhor vem de longe, a sua ira está ardendo, e a carga é pesada: os seus labios estão cheios de indignação, e a sua lingua como um fogo consumidor.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assopro como o ribeiro trasbordando, que chega até ao pescoço: para sacudir as nações com sacudidura de vaidade, e como um freio de fazer errar nas queixadas dos povos.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cantico haverá entre vós, como na noite em que se sanctifica a festa; e alegria de coração, como aquelle que anda com gaita, para vir ao monte do Senhor, á Rocha d'Israel.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fará ouvir a gloria da sua voz, e fará ver o abaixamento do seu braço, com indignação de ira, e labareda de fogo consumidor, raios e diluvio e pedra de saraiva.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a voz do Senhor será desfeita em pedaços Assyria, que feriu com a vara.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será, em todas as partes por onde passar o bordão affincado, que, sobre aquelle que o Senhor o puzer, ali estarão com tamboris e harpas; porque com combates de agitação combaterá contra elles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Tophet está preparada desde hontem, e já está preparada para o rei, já a afundou e alargou: a sua facha é de fogo, e tem muita lenha; o assopro do Senhor como a torrente de enxofre a accenderá.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