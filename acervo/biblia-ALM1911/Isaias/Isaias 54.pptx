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alegremente, ó esteril, que não parias: exclama de prazer com alegre canto, e exulta, tu que não tiveste dôres de parto; porque mais são os filhos da solitaria, do que os filhos da casada, diz 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Alarga o logar da tua tenda, e as cortinas das tuas habitações se estendam; não o impeças: alonga as tuas cordas, e affixa bem as tuas estacas.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trasbordarás á mão direita e á esquerda; e a tua semente possuirá as nações e farão habitar as cidades assoladas.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porque não serás envergonhada; e não te envergonhes, porque não serás confundida: antes te esquecerás da vergonha da tua mocidade, e não te lembrarás mais do opprobrio da tua viuvez.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teu Creador é o teu marido, o Senhor dos Exercitos é o seu nome; e o Sancto de Israel é o teu Redemptor; será chamado o Deus de toda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 chamou como a mulher desamparada, e triste de espirito: comtudo tu és a mulher da mocidade, ainda que foste desprezada, diz o teu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um pequeno momento te deixei, porém com grandes misericordias te recolherei;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uma pouca de ira escondi a minha face de ti por um momento; porém com benignidade eterna me compadecerei de ti, diz o Senhor, o teu Redemptor.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 será para mim como as aguas de Noé, quando jurei que as aguas de Noé não passariam mais sobre a terra: assim jurei que não me irarei mais contra ti, nem te reprehenderei.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montes se desviarão, e os outeiros tremerão; porém a minha benignidade se não desviará de ti, e o concerto da minha paz se não mudará, diz o Senhor, que se compadece de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opprimida, arrojada com a tormenta e desconsolada, eis que eu porei as tuas pedras com todo o ornamento, e te fundarei sobre as safiras.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tuas janellas farei crystallinas, e as tuas portas de rubins, e todos os teus termos de pedras apraziveis.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teus filhos serão doutrinados do Senhor; e a paz de teus filhos será abundante.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justiça serás confirmada: alonga-te da oppressão, porque já não temerás; como tambem do espanto, porque não chegará a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certamente se ajuntarão contra ti, porém não comigo: quem se ajuntar contra ti cairá por amor de 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creei o ferreiro, que assopra as brazas no fogo, e que produz a ferramenta para a sua obra: tambem eu creei o destruidor, para desfazer.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ferramenta preparada contra ti não prosperará, e toda a lingua que se levantar contra ti em juizo tu a condemnarás: esta é a herança dos servos do Senhor, e a sua justiça vem de mim,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