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esvazia a terra, e a desola, e transtorna a sua face, e espalha os seus moradores.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como fôr o povo, assim será o sacerdote; como o servo, assim o seu senhor; como a serva, assim a sua senhora; como o comprador, assim o vendedor; como o que empresta, assim o que toma emprestado; como o que dá usura, assim o que toma usura.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se esvaziará a terra, e de todo será saqueada, porque o Senhor pronunciou esta palavra.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pranteia e se murcha: o mundo enfraquece e se murcha: enfraquecem os mais altos do povo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está contaminada por causa dos seus moradores; porquanto trespassam as leis, mudam os estatutos, e aniquilam a alliança eterna.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a maldição consome a terra; e os que habitam n'ella serão desolados; por isso serão queimados os moradores da terra, e poucos homens ficarão de resto.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Pranteia o mosto, enfraquece a vida; e suspirarão todos os alegres de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cessou o folguedo dos tamboris, acabou o arruido dos que pulam de prazer, e descançou a alegria da harpa.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cantares não beberão vinho; a bebida forte será amarga para os que a beberem.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demolida está a cidade vazia, todas as casas fecharam, ninguem já pode entrar.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lastimoso clamor por causa do vinho se ouve nas ruas: toda a alegria se escureceu, já se desterrou o gozo da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Desolação ainda ficou de resto na cidade, e com estalidos se quebra a porta.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será no interior da terra, e no meio d'estes povos, como a sacudidura da oliveira, e como os rabiscos, quando está acabada a vindima.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alçarão a sua voz, e cantarão com alegria; e por causa da gloria do Senhor exultarão desde o mar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glorificae ao Senhor nos valles, e nas ilhas do mar ao nome do Senhor Deus d'Israel.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ultimos fins da terra ouvimos psalmos para gloria do Justo; porém agora digo eu: Emmagreço, emmagreço, ai de mim! os perfidos tratam perfidamente, e com perfidia tratam os perfidos perfidamente.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temor, e a cova, e o laço veem sobre ti, ó morador da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aquelle que fugir da voz do temor cairá na cova, e o que subir da cova o laço o prenderá; porque já as janellas do alto se abrem, e os fundamentos da terra tremerão.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será quebrantada a terra, de todo se romperá a terra, e de todo se moverá 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balanceará a terra como o bebado, e será movida e removida como a choça de noite; e a sua transgressão se aggravará sobre ella, e cairá, e nunca mais se levantará.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n'aquelle dia o Senhor visitará os exercitos do alto na altura, e os reis da terra sobre 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juntamente serão amontoados como presos n'uma masmorra, e serão encarcerados n'um carcere: e outra vez serão visitados depois de muitos dias.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lua se envergonhará, e o sol se confundirá quando o Senhor dos Exercitos reinar no monte de Sião e em Jerusalem; e então perante os seus anciãos haverá gloria.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