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da corôa de soberba dos bebados de Ephraim, cujo glorioso ornamento é como a flor que cae, que está sobre a cabeça do fertil valle dos feridos do vinho.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o Senhor tem um valente e poderoso que como um alagamento de saraiva, tormenta de destruição, e como um alagamento de impetuosas aguas que trasbordam, com a mão derribará por terra.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corôa de soberba dos bebados de Ephraim será pisada aos pés.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flor caida do seu glorioso ornamento, que está sobre a cabeça do fertil valle, será como a bêbera antes do verão, que, vendo a alguem, e tendo-a ainda na mão, a engole.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dia o Senhor dos Exercitos será por corôa gloriosa, e por grinalda formosa, para os residuos de seu povo;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espirito de juizo, para o que se assenta a julgar, e por fortaleza para os que fazem retirar a peleja até á porta.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tambem estes erram com o vinho e com a bebida forte se desencaminham: até o sacerdote e o propheta erram por causa da bebida forte; são devorados do vinho; se desencaminham com a bebida forte, andam errados na visão, e tropeçam no juizo.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todas as suas mesas estão cheias de vomitos e sujidade, até não haver mais logar limpo.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quem pois se ensinaria a sciencia? e a quem se daria a entender o que se ouviu? ao desmamado do leite, e ao arrancado dos peitos.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é mandamento, sobre mandamento, mandamento sobre mandamento, regra sobre regra, regra sobre regra: um pouco aqui, um pouco ali.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por labios de gago, e por outra lingua, fallará a este povo.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qual disse: Este é o descanço, dae descanço ao cançado, e este é o refrigerio: porém não quizeram ouvir.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pois a palavra do Senhor lhes será mandamento sobre mandamento, mandamento sobre mandamento, regra sobre regra, regra sobre regra, um pouco aqui, um pouco ali; para que vão, e caiam para traz, e se quebrantem, e se enlacem, e sejam presos.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ouvi a palavra do Senhor, homens escarnecedores, que dominam este povo, que está em Jerusalem.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dizeis: Fizemos concerto com a morte, e com o inferno fizemos alliança; quando passar o diluvio do açoite, não chegará a nós, porque pozemos a mentira por nosso refugio, e debaixo da falsidade nos escondemos.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assim diz o Senhor Jehovah: Eis que eu fundo em Sião uma pedra, uma pedra já provada, pedra preciosa de esquina, que está bem firme e fundada: aquelle que crer não se apresse.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regrarei o juizo ao cordel, e a justiça ao nivel, e a saraiva varrerá o refugio da mentira, e as aguas cobrirão o esconderijo.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vosso concerto com a morte se annulará; e a vossa alliança com o inferno não subsistirá; e, quando o diluvio do açoite passar, então sereis d'elle pisados.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que começa a passar, vos arrebatará, porque todas as manhãs passará, de dia e de noite: e será que sómente o ouvir a fama causará grande turbação.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cama será tão curta que ninguem se poderá estender n'ella; e o cobertor tão estreito que se não possa cobrir com elle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se levantará como no monte de Perazim, e se irará, como no valle de Gibeon, para fazer a sua obra, a sua estranha obra, e para executar o seu acto, o seu estranho acto.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 mais não escarneçaes, para que vossas ataduras se não façam mais fortes: porque já ao Senhor Jehovah dos Exercitos ouvi fallar d'uma destruição, e essa já está determinada sobre toda a terra.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Inclinae os ouvidos, e ouvi a minha voz: attendei bem, e ouvi o meu discurso.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lavra todo o dia o lavrador, para semear? ou abre e desterroa todo o dia a sua terra?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é assim? quando já tem gradado a sua superficie, então esparge n'ella ervilhaca, e derrama cominho: ou lança n'ella do melhor trigo, ou cevada escolhida, ou centeio, cada qual no seu logar.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Deus o ensina, e o instrue ácerca do que ha de fazer.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ervilhaca não se trilha com trilho, nem sobre o cominho passa roda de carro; mas com uma vara se sacode a ervilhaca, e o cominho com um páu.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trigo é esmiuçado, mas não se trilha continuamente, nem se esmiuça com as rodas do seu carro, nem se quebranta com os seus cavallos.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28:29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isto procede do Senhor dos Exercitos; porque é maravilhoso em conselho e grande em obra.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