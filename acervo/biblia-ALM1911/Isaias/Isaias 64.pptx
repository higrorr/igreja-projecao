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se fendesses os céus, e descesses, se os montes se escoassem de diante da tua face!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 fogo de fundir arde, e o fogo faz ferver as aguas, para fazeres notorio o teu nome aos teus adversarios, e assim as nações tremessem da tua presença!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quando fazias coisas terriveis, quaes nunca esperavamos, quando descias, e os montes se escoavam de diante da tua 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desde a antiguidade não se ouviu, nem com ouvidos se percebeu, nem olho viu, fóra de ti, ó Deus, o que ha de fazer áquelle que o espera.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Saiste ao encontro áquelle que se alegrava e praticava justiça e aos que se lembram de ti nos teus caminhos: eis que te enfureceste, porque peccámos; n'elles ha eternidade, para que sejamos salvos.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todos nós somos como o immundo, e todas as nossas justiças como trapo da immundicia; e todos nós caimos como a folha, e as nossas culpas como um vento nos arrebatam.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já ninguem ha que invoque o teu nome, que se desperte, para pegar de ti; porque escondes de nós o teu rosto, e nos fazes derreter, por causa das nossas iniquidades.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agora, ó Senhor, tu és nosso Pae: nós o barro, e tu o nosso oleiro; e todos nós a obra das tuas mãos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enfureças tanto, ó Senhor, nem perpetuamente te lembres da iniquidade: eis, olha, peço-te, todos nós somos o teu povo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tuas sanctas cidades estão feitas um deserto: Sião está feita um deserto, Jerusalem está assolada.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nossa sancta e gloriosa casa, em que te louvavam nossos paes, foi queimada a fogo; e todas as nossas desejaveis coisas se tornaram em assolação.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64:12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Conter-te-hias tu ainda sobre estas coisas, ó Senhor? ficarias calado, e nos opprimirias tanto?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