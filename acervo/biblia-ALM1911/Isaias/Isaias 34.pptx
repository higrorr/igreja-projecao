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Chegae-vos, nações, para ouvir, e vós, povos, escutae: ouça a terra, e a sua plenitude, o mundo, e tudo quanto produz.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indignação do Senhor está sobre todas as nações, e o seu furor sobre todo o seu exercito: elle as destruiu totalmente, entregou-as á matança.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mortos serão arremeçados e dos seus corpos subirá o seu fedor; e os montes se derreterão com o seu sangue.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exercito dos céus se gastará, e os céus se enrolarão como um livro: e todo o seu exercito cairá, como cae a folha da vide, e como cae o figo da figueira.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minha espada se embriagou nos céus: eis que sobre Edom descerá, e sobre o povo do meu anathema para juizo.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espada do Senhor está cheia de sangue, está engordurada da gordura de sangue de cordeiros e de bodes, da gordura dos rins de carneiros; porque o Senhor tem sacrificio em Bozra, e grande matança na terra de Edom.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unicornios descerão com elles, e os bezerros com os toiros: e a sua terra beberá sangue até se fartar, e o seu pó de gordura engordará.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será o dia da vingança do Senhor, anno de retribuições pela porfia de Sião.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ribeiros se tornarão em pez, e o seu pó em enxofre, e a sua terra em pez ardente.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de noite nem de dia se apagará; para sempre o seu fumo subirá: de geração em geração será assolada; de seculo em seculo ninguem passará por ella.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pelicano e a coruja a possuirão, e o bufo e o corvo habitarão n'ella: porque estenderá sobre ella cordel de confusão e nivel de vaidade.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nobres (que já não ha n'ella) ao reino chamarão; porém todos os seus principes não serão coisa nenhuma.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 seus palacios crescerão espinhos, ortigas e cardos nas suas fortalezas; e será uma habitação de dragões, e sala para os filhos do avestruz.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cães bravos se encontrarão com os gatos bravos; e o demonio clamará ao seu companheiro: e os animaes nocturnos ali pousarão, e acharão logar de repouso para si.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se aninhará a melroa e porá os seus ovos, e tirará os seus pintãos, e os recolherá debaixo da sua sombra: tambem ali os abutres se ajuntarão uns com os outros.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Buscae no livro do Senhor, e lêde; nenhuma d'estas coisas falhará, nem uma nem outra faltará; porque a minha propria bocca o ordenou, e o seu espirito mesmo as ajuntará.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elle mesmo lançou as sortes por elles, e a sua mão lh'a repartiu com o cordel: para sempre a possuirão, de geração em geração habitarão n'ella.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