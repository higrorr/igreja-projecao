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ahi está que reinará um Rei em justiça, e dominarão os principes segundo o juizo.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aquelle Varão como um esconderijo contra o vento, e um refugio contra a tempestade, como ribeiros d'aguas em logares seccos, e como a sombra d'uma grande rocha em terra sedenta.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olhos dos que veem não olharão para traz: e os ouvidos dos que ouvem estarão attentos.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coração dos imprudentes entenderá a sabedoria; e a lingua dos gagos estará prompta para fallar distinctamente.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louco nunca mais se chamará liberal; e do avarento nunca mais se dirá que é generoso.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louco falla louquices, e o seu coração obra a iniquidade, para usar d'hypocrisia, e para fallar erros contra o Senhor, para deixar vazia a alma do faminto, e fazer com que o sedento venha a ter falta de beber.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todos os instrumentos do avarento são maus: elle maquina invenções malignas, para destruir os afflictos com palavras falsas, como tambem ao juizo, quando o pobre chega a fallar.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liberal projecta liberalidade, e pela liberalidade está em pé.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mulheres que estaes em repouso, e ouvi a minha voz: e vós, filhas, que estaes tão seguras, inclinae os ouvidos ás minhas palavras.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dias de mais do anno vireis a ser turbadas, ó filhas que estaes tão seguras; porque a vindima se acabará, e a colheita não virá.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Tremei vós que estaes em repouso, e turbae-vos vós, filhas, que estaes tão seguras: despi-vos, e ponde-vos nuas, e cingi com sacco os vossoss lombos.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Lamentar-se-ha sobre os peitos, sobre os campos desejaveis, e sobre as vides fructuosas.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terra do meu povo virão espinheiros e sarças; como tambem sobre todas as casas de alegria, na cidade que anda pulando de prazer.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palacio será desamparado, o arroido da cidade cessará: e Ophel e as torres da guarda servirão de cavernas eternamente, para alegria dos jumentos montezes, e para pasto dos gados;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se derrame sobre nós o espirito do alto: então o deserto se tornará em campo fertil, e o campo fertil será reputado por um bosque.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juizo habitará no deserto, e a justiça morará no campo fertil.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effeito da justiça será paz, e a operação da justiça repouso e segurança, para sempre.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povo habitará em morada de paz, e em moradas bem seguras, e em logares quietos de descanço.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descendo ao bosque, saraivará e a cidade se abaixará inteiramente.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vós os que semeaes sobre todas as aguas: e para lá enviaes o pé do boi e do jumento.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