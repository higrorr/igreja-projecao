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dos que descem ao Egypto a buscar soccorro, e se estribam em cavallos; e teem confiança em carros, porque são muitos, e nos cavalleiros, porque são poderosissimos: e não attentam para o Sancto d'Israel, e não buscam ao Senhor.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Todavia tambem elle é sabio, e faz vir o mal, e não retirou as suas palavras; e se levantará contra a casa dos malfeitores, e contra a ajuda dos que obram a iniquidade.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egypcios são homens, e não Deus; e os seus cavallos carne, e não espirito; e o Senhor estenderá a sua mão, e dará comsigo em terra o auxiliador, e cairá o ajudado, e todos juntamente serão consumidos.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me disse o Senhor: Como o leão, e o cachorro do leão, ruge sobre a sua preza, ainda que se convoquem contra elle uma multidão de pastores; não se espanta das suas vozes, nem se abate pela sua multidão: assim o Senhor dos Exercitos descerá, para pelejar pelo monte de Sião, e pelo seu outeiro.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as aves andam voando, assim o Senhor dos Exercitos amparará a Jerusalem: e, amparando, a livrará, e, passando, a salvará.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Convertei-vos pois áquelle contra quem os filhos d'Israel se rebellaram tão profundamente.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n'aquelle dia cada um lançará fóra os seus idolos de prata, e os seus idolos d'oiro, que vos fabricaram as vossas mãos para peccardes.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Assyria cairá pela espada, não de varão; e a espada, não de homem, a consumirá; e fugirá perante a espada, e os seus mancebos serão derrotados.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medo se passará á sua rocha, e os seus principes se assombrarão da bandeira, diz o Senhor, cujo fogo está em Sião e a sua fornalha em Jerusalem.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