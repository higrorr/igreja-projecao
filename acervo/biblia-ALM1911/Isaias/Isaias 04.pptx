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sete mulheres n'aquelle dia lançarão mão d'um homem, dizendo: Nós comeremos do nosso pão, e nos vestiremos de nossos vestidos: tão sómente que sejamos chamadas pelo teu nome; tira o nosso opprobrio.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Renovo do Senhor será um ornamento e uma gloria; e o fructo da terra excellente e formoso para os que escaparem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aquelle que ficar de resto em Sião, e o que ficar em Jerusalem, será chamado sancto: todo aquelle que em Jerusalem está escripto para vida;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lavar a immundicia das filhas de Sião, e limpar o sangue de Jerusalem do meio d'ella, com o espirito de juizo, e com o espirito de ardor.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creará o Senhor sobre toda a habitação do monte de Sião, e sobre as suas congregações, uma nuvem de dia, e um fumo, e um resplandor de fogo chammejante de noite; porque sobre toda a gloria haverá protecção.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um tabernaculo para sombra com o calor do dia: e para refugio e esconderijo contra o alagamento e contra a chuva.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