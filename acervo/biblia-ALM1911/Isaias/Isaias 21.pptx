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do deserto da banda do mar. Como os tufões de vento passam por meio da terra do sul, assim do deserto virá, da terra horrivel.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Visão dura se notificou: o perfido trata perfidamente, e o destruidor anda destruindo: sobe, ó Elam, sitía, ó médo, que já fiz cessar todo o seu gemido.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os meus lombos estão cheios de grande enfermidade, angustias se apoderaram de mim como as angustias da que pare: já me encurvo de ouvir, e estou espantado de 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anda errado, espavorece-me o horror: e o crepusculo, que desejava, me tornou em tremores.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a mesa, vigia na atalaia, come, bebe: levantae-vos, principes, e untae o escudo.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me disse o Senhor: Vae, põe uma sentinella, e que diga o que vir.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um carro com um par de cavalleiros, um carro de jumentos, e um carro de camelos, e attentou attentamente com grande attenção.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clamou: Um leão vejo, Senhor, sobre a atalaia de vigia estou em pé continuamente de dia, e sobre a minha guarda me ponho noites inteiras.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agora vem um carro de homens, e cavalleiros aos pares. Então respondeu e disse: Caída é Babylonia, caída é! e todas as imagens de esculptura dos seus deuses quebrantou contra 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malhada minha, e trigo da minha eira! o que ouvi do Senhor dos Exercitos, Deus de Israel, isso vos notifiquei.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de Duma. Dão-me gritos de Seir: Guarda, que houve de noite? guarda, que houve de noite?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guarda: Vem a manhã, e tambem a noite; se quereis perguntar, perguntae; tornae-vos, e vinde.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Pezo contra Arabia. Nos bosques de Arabia passareis a noite, ó viandantes de Dedanim.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Sahi ao encontro dos sequiosos com agua: os moradores da terra de Tema com o seu pão encontraram os que fugiam.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fogem de diante das espadas, de diante da espada nua, e de diante do arco armado, e de diante do pezo da guerra.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me disse o Senhor: Ainda dentro d'um anno, como os annos de jornaleiro, será arruinada toda a gloria de Kedar.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residuos do numero dos frecheiros, os valentes dos filhos de Kedar, serão diminuidos, porque assim o disse o Senhor, Deus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