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ouve ó Jacob, servo meu, e tu ó Israel, a quem escolhi.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que te creou e te formou desde o ventre, e que te ajudará: Não temas, ó Jacob, servo meu, e tu, Jeshurun, a quem escolhi.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derramarei agua sobre o sedento, e rios sobre a terra secca: derramarei o meu Espirito sobre a tua semente, e a minha benção sobre os teus descendentes.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brotarão entre a herva, como salgueiros junto aos ribeiros das aguas.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dirá: Eu sou do Senhor; e aquelle se chamará do nome de Jacob; e aquell'outro escreverá com a sua mão: Eu sou do Senhor, e por sobrenome se tomará o nome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Rei d'Israel, e seu Redemptor, o Senhor dos Exercitos: Eu sou o primeiro, e eu sou o ultimo, e fóra de mim não ha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chamará como eu, e d'antes annunciará isto, e o porá em ordem perante mim, desde que ordenei um povo eterno? e annunciem-lhes as coisas futuras, e as que ainda hão de vir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assombreis, nem temaes; porventura desde então não t'o fiz ouvir, e não annunciei? porque vós sois as minhas testemunhas. Porventura ha outro Deus fóra de mim? Não, não ha Rocha alguma mais, que eu conheça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artifices de imagens de esculptura são vaidade, e as suas coisas mais desejaveis são de nenhum prestimo; e ellas mesmas são as suas testemunhas; nada vêem nem entendem; pelo que serão confundidos.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forma um deus, e funde uma imagem de esculptura, que é de nenhum prestimo?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todos os seus companheiros ficarão confundidos, pois os mesmos artifices são de entre os homens: ajuntem-se todos, e levantem-se; assombrar-se-hão, e serão juntamente confundidos.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ferreiro faz o machado, e trabalha nas brazas, e o forma com martellos, e o lavra á força do seu braço: elle tem fome, e a sua força enfraquece, e não bebe agua, e desfallece.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carpinteiro estende a regoa, o debuxa com a almagra, o aplaina com o cepilho, e o debuxa com o compasso: e o faz á similhança d'um homem, segundo a forma d'um homem, para se ficar em casa.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corta para si cedros, então toma um cypreste, ou um carvalho, e esforça-se contra as arvores do bosque: planta um olmeiro, e a chuva o faz crescer.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servirá ao homem para queimar, e toma d'elles, e se aquenta, e os accende, e coze o pão: tambem faz um deus, e se prostra diante d'elle; tambem fabrica d'elle uma imagem d'esculptura, e ajoelha diante d'ella.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Metade d'elle queima no fogo, com a outra metade come carne; assa-a, e farta-se d'ella: tambem se aquenta, e diz: Ora já me aquentei, já vi o fogo.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do resto faz um deus, uma imagem de esculptura: ajoelha-se diante d'ella, e se inclina, e ora-lhe, e diz: Livra-me, porquanto tu és o meu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sabem, nem entendem; porque untou-lhes os olhos, para que não vejam, e os seus corações, para que não entendam.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nenhum d'elles toma isto a peito, e já não teem conhecimento nem entendimento para dizer: Metade queimei no fogo, e cozi pão sobre as suas brazas, assei a ellas carne, e a comi: e faria eu do resto uma abominação? ajoelhar-me-hia eu ao que saiu d'uma arvore?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Apascenta-se de cinza: o seu coração enganado o desviou; de maneira que já não pode livrar a sua alma, nem dizer: Porventura não ha uma mentira na minha mão direita?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d'estas coisas ó Jacob e Israel, porquanto és meu servo; eu mesmo te formei, meu servo és, ó Israel; não me esquecerei de ti.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Desfaço as tuas transgressões como a nevoa, e os teus peccados como a nuvem: torna-te para mim, porque já eu te remi.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alegres, ó vós, céus, porque o Senhor o fez: exultae vós, as partes mais baixas da terra, vós, montes, retumbae com jubilo; tambem vós, bosques, e todas as arvores que estão n'elles; porque o Senhor remiu a Jacob, e glorificou-se em Israel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teu redemptor, e que te formou desde o ventre: Eu sou o Senhor que faço tudo, que, só eu, estendo os céus, e espraio a terra por mim mesmo;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desfaço os signaes dos inventores de mentiras, e enlouqueço aos adivinhos; que faço tornar atraz os sabios, e endoideço a sciencia d'elles;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confirma a palavra do seu servo, e cumpre o conselho dos seus mensageiros; que diz a Jerusalem: Tu serás habitada, e ás cidades de Judah: Sereis reedificadas, e eu levantarei as suas ruinas;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diz á profundeza: Secca-te, e eu seccarei os teus rios;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diz de Cyro: É meu pastor, e cumprirá todo o meu contentamento: dizendo tambem a Jerusalem: Sê edificada; e ao templo: Funda-te.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