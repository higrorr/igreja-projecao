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o Senhor Deus dos Exercitos tirará de Jerusalem e de Judah o bordão e o cajado: a todo o sustento de pão, e a toda a borda d'agua;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valente, e ao soldado, ao juiz, e ao propheta, e ao adivinho, e ao ancião,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capitão de cincoenta, e ao respeitavel, e ao conselheiro, e ao sabio entre os artifices, e ao eloquente.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dar-lhes-hei mancebos por principes, e creanças dominarão sobre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será opprimido; um será contra o outro, e cada um contra o seu proximo: o menino se atreverá contra o ancião, e o vil contra o nobre.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algum travar de seu irmão da casa de seu pae, dizendo: Capa tens, sê nosso principe, e toma sob a tua mão esta ruina;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levantará a sua voz n'aquelle dia, dizendo: Não posso ser medico, nem tão pouco ha em minha casa pão, nem vestido algum: não me ponhaes por principe do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tropeçou Jerusalem, e Judah é caido; porquanto a sua lingua e as suas obras são contra o Senhor, para irritarem os olhos da sua gloria.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apparencia das suas faces testifica contra elles; e publicam os seus peccados como Sodoma; não os dissimulam: ai da sua alma! porque se fazem mal a si mesmos.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 ao justo que bem lhe irá; que comerão do fructo das suas obras.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 impio! mal lhe irá: porque o galardão das suas mãos se lhe dará.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exactores do meu povo são creanças, e mulheres dominam sobre elle: ah, povo meu! os que te guiam te enganam, e devoram o caminho das tuas veredas.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apresenta a pleitear, e se põe a julgar os povos.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vem em juizo contra os anciãos do seu povo, e contra os seus principes; porque vós consumistes esta vinha, o despojo do afflicto está em vossas casas.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tendes vós, que atropellaes o meu povo e moeis as faces dos afflictos? diz o Senhor, o Deus dos Exercitos.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ainda mais o Senhor: Porquanto as filhas de Sião se exalçam, e andam com o pescoço emproado, fazendo acenos com os olhos, e, indo andando, andam como dançando, e cascavelando com os pés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Senhor fará calva a mioleira das filhas de Sião, e o Senhor descobrirá as suas vergonhas.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tirará o Senhor o enfeite das ligas, e as redezinhas, e as luetas,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pendentes, e as manilhas, e os vestidos resplandecentes,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diademas, e os enfeites dos braços, e os cendaes, e as bocetas cheirosas, e as arrecadas,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anneis, e as joias pendentes do nariz,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vestidos de festa, e os mantos, e as coifas, e os alfinetes,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espelhos, e as capinhas de linho finissimas, e as toucas, e os véus.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em logar de cheiro suave haverá fedor; e por cinto uma corda; e em logar d'encrespadura de cabellos, calva; e em logar de veste larga, cingimento de sacco; e queimadura em logar de formosura.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varões cairão á espada, e teus valentes na peleja.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portas gemerão e prantearão; e ella, ficando desolada, se assentará no chão.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