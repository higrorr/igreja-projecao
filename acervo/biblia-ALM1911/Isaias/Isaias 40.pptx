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Consolae, consolae o meu povo, diz o vosso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Fallae benignamente a Jerusalem, e bradae-lhe que já a sua malicia é acabada, que já a sua iniquidade está expiada e que já recebeu em dobro da mão do Senhor, por todos os seus peccados.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do que clama no deserto: Apparelhae o caminho do Senhor: endireitae no ermo vereda a nosso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valle será exaltado, e todo o monte e todo o outeiro serão abatidos: e o torcido se endireitará, e o aspero se aplainará.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gloria do Senhor se manifestará, e toda a carne juntamente verá que a bocca do Senhor o disse.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que diz: Clama; e disse: Que hei de clamar? Toda a carne é herva e toda a sua benignidade como as flores do campo.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Secca-se a herva, e caem as flores, soprando n'ellas o Espirito do Senhor. Na verdade que herva é o povo.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Secca-se a herva, e caem as flores, porém a palavra de nosso Deus subsiste eternamente.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Sião, annunciadora de boas novas, sobe tu a um monte alto. Ah Jerusalem, annunciadora de boas novas, levanta a tua voz fortemente; levanta-a, não temas, e dize ás cidades de Judah: Eis aqui está o vosso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Jehovah virá contra o forte, e o seu braço se assenhoreará d'elle: eis que o seu galardão vem com elle, e o seu salario diante da sua 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pastor apascentará o seu rebanho; entre os seus braços recolherá os cordeirinhos, e os levará no seu seio: as paridas guiará suavemente.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mediu com o seu punho as aguas, e tomou a medida dos céus aos palmos, e recolheu na maior medida o pó da terra e pesou os montes com peso e os outeiros em balanças?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guiou o Espirito do Senhor? e que conselheiro o ensinou?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quem tomou conselho, que lhe desse entendimento, e lhe ensinasse o caminho do juizo? lhe ensinasse sabedoria, e lhe fizesse notorio o caminho da sciencia?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as nações são consideradas por elle como a gota d'um balde, e como o pó miudo das balanças: eis que lança por ahi as ilhas como a pó miudo.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todo o Libano basta para o fogo, nem os seus animaes bastam para holocaustos.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nações são como nada perante elle; e as reputa por menos que nada e como uma coisa vã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pois fareis similhante a Deus? ou que similhança lhe apropriareis?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artifice funde a imagem, e o ourives a cobre de oiro, e cadeias de prata lhe funde.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empobrecido, que já não tem que offerecer, escolhe madeira que não se corrompe: artifice sabio se busca, para apparelhar uma imagem que se não possa mover.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sabeis? porventura não ouvis? ou desde o principio se vos não notificou? ou não attentastes para os fundamentos da terra?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que está assentado sobre o globo da terra, cujos moradores são para elle como gafanhotos: elle é o que estende os céus como cortina, e os desenrola como tenda, para habitar n'elles: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torna em nada os principes, e faz como em coisa vã os juizes da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se plantam, nem se semeiam, nem se arraiga na terra o seu tronco cortado, e n'elles, soprando, se seccaram, e um tufão como pragana os levará.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pois me fareis similhante, que lhe seja similhante? diz o Sancto.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 ao alto os vossos olhos, e vede quem creou estas coisas, quem produz por conta o seu exercito, quem a todas chama pelos seus nomes; por causa da grandeza das suas forças, e porquanto é forte em poder, nenhuma d'ellas vem a faltar.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pois dizes, ó Jacob, e tu fallas, ó Israel: O meu caminho está encoberto ao Senhor, e o meu juizo passa de largo pelo meu Deus?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sabes, porventura não ouviste que o eterno Deus, o Senhor, o Creador dos fins da terra, nem se cança nem se fatiga? não ha esquadrinhação do seu entendimento.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esforço ao cançado, e multiplica as forças ao que não tem nenhum vigor.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moços se cançarão e se fatigarão, e os mancebos certamente cairão.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que esperam no Senhor renovarão as forças, subirão com azas como aguias: correrão, e não se cançarão; caminharão, e não se fatigarão.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