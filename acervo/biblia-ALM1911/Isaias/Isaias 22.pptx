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do valle da visão. Que tens agora, que toda tu subiste aos telhados?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cheia de arroidos, cidade turbulenta, cidade que salta de alegria, os teus mortos não foram mortos á espada, nem morreram na guerra.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principes juntamente fugiram, os frecheiros os amarraram: todos os que em ti se acharam, foram amarrados juntamente, e fugiram de longe.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digo: Virae de mim a vista, e chorarei amargamente: não vos canceis mais em consolar-me pela destruição da filha do meu povo.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um dia d'alvoroço, e de atropellamento, e de confusão da parte do Senhor Jehovah dos Exercitos, no valle da visão: dia de derribar o muro e de gritar até ao monte.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Elam tomou a aljava, já o homem está no carro, tambem ha cavalleiros: e Kir descobre os escudos.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os teus mais formosos valles se encherão de carros, e os cavalleiros se porão em ordem ás portas.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descobrirá a coberta de Judah, e n'aquelle dia olharás para as armas da casa do bosque.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vereis as roturas da cidade de David, porquanto já são muitas, e ajuntareis as aguas do viveiro de baixo.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contareis as casas de Jerusalem, e derribareis as casas, para fortalecer os muros.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Fareis tambem uma cova entre ambos os muros para as aguas do viveiro velho, porém não olhastes acima para o que fez isto, nem considerastes o que o formou desde a antiguidade.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Senhor, o Senhor dos Exercitos chamará n'aquelle dia ao choro, e ao pranto, e á rapadura da cabeça, e ao cingidouro do sacco.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eis aqui gozo e alegria, matando-se vaccas e degolando-se ovelhas, comendo-se carne, e bebendo-se vinho, e dizendo-se: Comamos e bebamos, porque ámanhã morreremos.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dos Exercitos se manifestou nos meus ouvidos, dizendo: Vivo eu, que esta maldade não vos será perdoada até que morraes, diz o Senhor Jehovah dos Exercitos.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 dos Exercitos: Anda e vae-te com este thesoureiro, com Sebna, o mordomo, e dize-lhe: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que tens aqui? ou a quem tens tu aqui, que te lavrasses aqui sepultura? como o que lavra em logar alto a sua sepultura e debuxa na penha uma morada para 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d'aqui te transportará do transporte de varão, e de todo te cobrirá.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te fará rodar, como se faz rodar a bola em terra larga e espaçosa: ali morrerás, e ali acabarão os carros da tua gloria, ó opprobrio da casa do teu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rejeitar-te-hei do teu estado, e te repuxará do teu assento.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chamarei a meu servo Eliakim filho d'Hilkias.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vestil-o-hei da tua tunica, e esforçal-o-hei com o teu talabarte, e entregarei nas suas mãos o teu dominio, e será como pae para os moradores de Jerusalem, e para a casa de Judah.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a chave da casa de David sobre o seu hombro, e abrirá, e ninguem fechará, e fechará, e ninguem abrirá.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pregal-o-hei como a um prego n'um logar firme, e será como um throno de honra para a casa de seu pae.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n'elle pendurarão toda a honra da casa de seu pae, dos renovos e dos descendentes, como tambem todos os vasos menores, desde os vasos das taças até todos os vasos dos odres.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diz o Senhor dos Exercitos, o prego pregado em logar firme será tirado: e será cortado, e cairá, e a carga que n'elle está se cortará, porque o Senhor o disse.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