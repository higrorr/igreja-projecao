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em que veiu Tartan a Asdod, enviando-o Sargon, rei da Assyria, e guerreou contra Asdod, e a tomou;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mesmo tempo fallou o Senhor pelo ministerio d'Isaias, filho d'Amós, dizendo: Vae, solta o sacco de teus lombos, e descalça os teus sapatos dos teus pés. E assim o fez, indo nú e descalço.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o Senhor: Assim como anda o meu servo Isaias, nú e descalço, por signal e prodigio de tres annos sobre o Egypto e sobre a Ethiopia,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 rei da Assyria levará em captiveiro os presos do Egypto, e os captivados da Ethiopia, assim moços como velhos, nús e descalços, e descobertas as nadegas para vergonha dos egypcios.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assombrar-se-hão, e envergonhar-se-hão, por causa dos ethiopes, para quem attentavam, como tambem dos egypcios, sua gloria.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dirão os moradores d'esta ilha n'aquelle dia: Olhae que tal foi aquelle, para quem attentavamos, a quem nos acolhemos por soccorro, para nos livrarmos da face do rei da Assyria! como pois escaparemos nós?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