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d'Ariel, Ariel, a cidade em que David assentou o seu arraial! accrescentae anno a anno, e sacrifiquem sacrificios festivos.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porei a Ariel em aperto, e haverá pranto e tristeza: e a cidade me será como Ariel.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cercarei com o meu arraial, e te sitiarei com baluartes, e levantarei tranqueiras contra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serás abatida, fallarás desde debaixo da terra, e a tua falla desde o pó sairá fraca, e será a tua voz desde debaixo da terra, como a d'um feiticeiro, e a tua falla assobiará desde debaixo do pó.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dos teus inimigos será como o pó miudo, e a multidão dos tyrannos como a pragana que passa, e n'um momento repentino succederá.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Senhor dos Exercitos serás visitada com trovões, e com terremotos, e grande arroido com tufão de vento, e tempestade, e labareda de fogo consumidor.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o sonho de visão de noite, assim será a multidão de todas as nações que pelejarão contra Ariel, como tambem todos os que pelejarão contra ella e contra os seus muros, e a porão em aperto.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tambem como o faminto que sonha, e eis-que lhe parece que come, porém, acordando, se acha a sua alma vazia, ou como o sequioso que sonha, e eis-que lhe parece que bebe, porém, acordando, eis-que ainda desfallecido se acha, e a sua alma com sêde: assim será toda a multidão das nações, que pelejarem contra o monte de Sião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Tardam, porém, pelo que vos maravilhae, andam folgando, portanto clamae: bebados estão, mas não de vinho, andam titubeando, mas não de bebida forte.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derramou sobre vós um espirito de profundo somno, e fechou os vossos olhos; vendou os prophetas, e os vossos cabeças, e os videntes.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toda a visão vos é como as palavras d'um livro sellado que se dá ao que sabe ler, dizendo: Ora lê isto: e elle dirá: Não posso, porque está sellado.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dá-se o livro ao que não sabe lêr, dizendo: Ora lê isto: e elle dirá: Não sei ler.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disse: Pois que este povo se chega para mim com a sua bocca, e com os seus labios me honra, porém o seu coração afugenta para longe de mim e o seu temor para comigo consiste só em mandamentos de homens, em que foi instruido;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eis-que continuarei a fazer uma obra maravilhosa no meio d'este povo; uma obra maravilhosa e um assombro, porque a sabedoria dos seus sabios perecerá, e o entendimento dos seus prudentes se esconderá.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dos que querem esconder profundamente o conselho do Senhor, e fazem as suas obras ás escuras, e dizem: Quem nos vê? e quem nos conhece?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Vossa perversidade é, como se o oleiro fosse egual ao barro, e a obra dissesse ao seu artifice: Não me fez; e o vaso formado dissesse do seu oleiro: Nada sabe.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se converterá o Libano, n'um breve momento, em campo fertil? e o campo fertil não se reputará por um bosque?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 dia os surdos ouvirão as palavras do livro, e d'entre a escuridão e d'entre as trevas as verão os olhos dos cegos.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mansos terão gozo sobre gozo no Senhor; e os necessitados entre os homens se alegrarão no sancto de Israel: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tyranno fenece, e se consome o escarnecedor, e todos os que se dão á iniquidade são extirpados;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fazem culpado ao homem por uma palavra, e armam laços ao que os reprehende na porta, e os que lançam o justo para o deserto.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Senhor, que remiu a Abrahão, ácerca da casa de Jacob: Jacob não será agora mais envergonhado, nem agora se descorará mais a sua face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vendo elle a seus filhos, a obra das minhas mãos, no meio d'elle, então sanctificarão o meu nome, e sanctificarão ao Sancto de Jacob, e temerão ao Deus de 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errados de espirito virão a ter entendimento, e os murmuradores aprenderão doutrina.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