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Daniel 11:1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Eu, pois, no primeiro anno de Dario, medo, estive para o esforçar e fortalecer.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Daniel 11:2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agora te declararei a verdade: Eis que ainda tres reis estarão na Persia, e o quarto será enriquecido de grandes riquezas mais do que todos; e, esforçando-se com as suas riquezas, suscitará a todos contra o reino da Grecia.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Daniel 11:3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Depois se levantará um rei valente, que reinará com grande dominio, e fará o que lhe aprouver.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Daniel 11:4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Mas, estando elle em pé, o seu reino será quebrado, e será repartido para os quatro ventos do céu, porém não para a sua posteridade, nem tão pouco segundo o seu dominio com que reinou, porque o seu reino será arrancado, e será para outros fóra d'estes.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Daniel 11:5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se esforçará o rei do sul, um d'entre os seus principes; mas outro se esforçará, mais do que elle, e reinará, e dominio grande será o seu dominio,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Daniel 11:6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Mas, ao cabo de alguns annos, um com outro fará concerto; e a filha do rei do sul virá ao rei do norte para fazer um tratado, mas ella não terá força de braço; nem elle persistirá, nem o seu braço, porque ella será entregue, e os que a tiverem trazido, e seu pae, e o que a esforçava n'aquelles tempos!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Daniel 11:7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do renovo das suas raizes um se levantará em seu logar, e virá com o exercito, e entrará nas fortalezas do rei do norte, e obrará contra elles, e prevalecerá.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Daniel 11:8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tambem os seus deuses com os seus principes, com os seus vasos preciosos de prata e oiro, levará captivos para o Egypto; e por alguns annos elle persistirá contra o rei do norte.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Daniel 11:9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entrará o rei do sul no reino, e tornará para a sua terra.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Daniel 11:10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seus filhos se entremetterão em guerra, e ajuntarão grande numero de exercitos, e um d'elles virá á pressa, e inundará, e passará, e tornará a entremetter-se em guerra, até chegar á sua fortaleza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Daniel 11:11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o rei do sul se exasperará, e sairá, e pelejará contra elle, a saber, contra o rei do norte, que porá em campo grande multidão, mas aquella multidão será entregue na sua mão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Daniel 11:12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Quando fôr tirada aquella multidão, o seu coração se elevará: ainda que derribará muitos milhares, comtudo não prevalecerá.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Daniel 11:13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o rei do norte tornará, e porá em campo uma multidão maior do que a primeira, e ao cabo dos tempos, isto é, annos, virá á pressa com grande exercito e com muita fazenda.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Daniel 11:14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n'aquelles tempos, muitos se levantarão contra o rei do sul; e os filhos dos prevaricadores do teu povo se levantarão para confirmar a visão, e cairão.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Daniel 11:15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rei do norte virá, e levantará baluartes, e tomará a cidade forte; e os braços do sul não poderão subsistir, nem o seu povo escolhido, pois não haverá força para subsistir.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Daniel 11:16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que pois ha de vir contra elle fará segundo a sua vontade, e não haverá quem possa subsistir diante d'elle: e estará na terra gloriosa, e haverá consumição na sua mão.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Daniel 11:17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porá o seu rosto, para vir com a potencia de todo o seu reino, e com elle os rectos, e o fará: e lhe dará uma filha das mulheres, para a destruir a ella, mas ella não subsistirá, nem será por elle.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Daniel 11:18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Depois virará o seu rosto para as ilhas, e tomará muitas; e um principe fará cessar o seu opprobrio contra elle, e ainda fará tornar sobre elle o seu opprobrio.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Daniel 11:19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Virará pois o seu rosto para as fortalezas da sua terra, mas tropeçará, e cairá, e não será achado.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Daniel 11:20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em seu logar se levantará quem fará passar o arrecadador em gloria real; mas em poucos dias será quebrantado, e isto não em ira nem em batalha.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Daniel 11:21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Depois se levantará em seu logar um homem vil, ao qual não darão a dignidade real; mas virá caladamente, e tomará o reino com engano.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Daniel 11:22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braços da inundação serão inundados de diante d'elle; e serão quebrantados, como tambem o principe do concerto.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Daniel 11:23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depois dos concertos com elle, usará de engano; e subirá, e será esforçado com pouca gente.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Daniel 11:24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Virá tambem caladamente aos logares gordos da provincia, e fará o que nunca fizeram seus paes, nem os paes de seus paes; repartirá entre elles a preza e os despojos, e a riqueza, e formará os seus projectos contra as fortalezas, porém sómente por certo tempo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Daniel 11:25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suscitará a sua força e o seu coração contra o rei do sul com um grande exercito; e o rei do sul se entremetterá na guerra com um grande e mui poderoso exercito; mas não subsistirá, porque formarão projectos contra elle.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Daniel 11:26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que comerem os seus manjares o quebrantarão; e o exercito d'elle inundará, e cairão muitos traspassados.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Daniel 11:27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Tambem estes dois reis terão o coração attento para fazerem o mal, e a uma mesma mesa fallarão a mentira, mas não prosperará, porque o fim ainda terá logar no tempo determinado.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Daniel 11:28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tornará para a sua terra com grande riqueza, e o seu coração será contra o sancto concerto; e obrará, e tornará para a sua terra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Daniel 11:29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Ao tempo determinado tornará a vir contra o sul; mas não será a ultima como a primeira vez.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Daniel 11:30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virão contra elle navios de Chittim, de que se entristecerá; e tornará, e se indignará contra o sancto concerto, e obrará, porque tornará a attender aos que tiverem desamparado o sancto concerto.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Daniel 11:31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sairão a elle uns braços, e profanarão o sanctuario e a fortaleza, e tirarão o continuo sacrificio, e porão a abominação assoladora.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Daniel 11:32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aos violadores do concerto com lisonjas fará usar de hypocrisia, mas o povo que conhece ao seu Deus se esforçará e fará proezas.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Daniel 11:33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entendidos entre o povo ensinarão a muitos; e cairão pela espada, e pelo fogo, e pelo captiveiro, e pelo roubo, por muitos dias.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Daniel 11:34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caindo elles, serão ajudados com pequeno soccorro; e muitos se ajuntarão com elles com lisonjas.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Daniel 11:35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alguns dos entendidos cairão, para os provar, e purgar, e embranquecer, até ao fim do tempo, porque será ainda até ao tempo determinado.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Daniel 11:36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este rei fará conforme a sua vontade, e se levantará, e se engrandecerá sobre todo o deus; e contra o Deus dos deuses fallará coisas maravilhosas, e será prospero, até que a ira seja acabada; porque aquillo que está determinado será feito.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Daniel 11:37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não terá respeito algum ao Deus de seus paes, nem terá respeito ao amor das mulheres, nem a algum outro deus, porque sobre tudo se engrandecerá.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Daniel 11:38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ao deus das fortalezas honrará em seu logar, a saber, ao deus a quem seus paes não conheceram honrará com oiro, e com prata, e com pedras preciosas, e com coisas desejadas.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Daniel 11:39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fará os castellos fortes com o deus estranho; aos que reconhecer multiplicará a honra, e os fará reinar sobre muitos, e repartirá a terra por preço.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Daniel 11:40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no fim do tempo, o rei do sul lhe dará marradas, e o rei do norte o accommetterá com carros, e com cavalleiros, e com muitos navios; e entrará nas terras, e as inundará, e passará.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Daniel 11:41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entrará na terra gloriosa, e muitas terras serão derribadas, mas escaparão da sua mão estes: Edom e Moab, e as primicias dos filhos d'Amon.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Daniel 11:42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estenderá a sua mão ás terras, e a terra do Egypto não escapará.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Daniel 11:43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apoderar-se-ha dos thesouros de oiro e de prata, e de todas as coisas desejadas do Egypto; e os lybios e os ethiopes o seguirão.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Daniel 11:44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os rumores do oriente e do norte o espantarão; e sairá com grande furor, para destruir e extirpar a muitos.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Daniel 11:45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armará as tendas do seu palacio entre o mar grande, no monte sancto e glorioso; mas virá ao seu fim, e não haverá quem o soccorra.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