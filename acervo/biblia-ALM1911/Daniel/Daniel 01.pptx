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terceiro do reinado de Joaquim, rei de Judah, veiu Nabucodonozor, rei de Babylonia, a Jerusalem, e a sitiou.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entregou nas suas mãos a Joaquim, rei de Judah, e uma parte dos vasos da casa de Deus, e os levou para a terra de Shinar, para a casa do seu deus, e poz os vasos na casa do thesouro do seu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a Aspenaz, chefe dos seus eunuchos, que trouxesse alguns dos filhos de Israel, e da semente real e dos principes,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Mancebos em quem não houvesse defeito algum, e formosos de parecer, e instruidos em toda a sabedoria, e sabios em sciencia, e entendidos no conhecimento, e que tivessem habilidade para assistir no palacio do rei, e que os ensinassem nas lettras e na lingua dos chaldeos.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lhes ordenou a ração de cada dia, da porção do manjar do rei, e do vinho que elle bebia, e que assim fossem creados por tres annos, para que no fim d'elles assistissem diante do rei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elles se achavam, d'entre os filhos de Judah, Daniel, Hananias, Misael e Azarias: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chefe dos eunuchos lhes poz outros nomes, a saber: a Daniel poz o de Belteshazzar, e a Hananias o de Sadrach, e a Misael o de Mesach, e a Azarias o de Abed-nego.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Daniel assentou no seu coração não se contaminar com a porção do manjar do rei, nem com o vinho que elle bebia; portanto pediu ao chefe dos eunuchos para não se contaminar.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deu Deus a Daniel graça e misericordia diante do chefe dos eunuchos.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chefe dos eunuchos a Daniel: Tenho medo do meu senhor, o rei, que ordenou a vossa comida e a vossa bebida; pois porque veria elle os vossos rostos mais tristes do que os dos mancebos que são vossos eguaes? assim arriscareis a minha cabeça para com o 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Daniel ao dispenseiro a quem o chefe dos eunuchos havia constituido sobre Daniel, Hananias, Misael e Azarias: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Experimenta, peço-te, os teus servos dez dias, e que se nos dêem legumes a comer, e agua a beber.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veja diante de ti o nosso parecer, e o parecer dos mancebos que comem a porção do manjar do rei, e, conforme vires, te hajas com os teus servos.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consentiu isto, e os experimentou dez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 fim dos dez dias, appareceram os seus semblantes melhores, e elles estavam mais gordos de carne do que todos os mancebos que comiam porção do manjar do 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succedeu que o dispenseiro tirava a porção do manjar d'elles, e o vinho de que deviam beber, e lhes dava legumes.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estes quatro mancebos, Deus lhes deu o conhecimento e a intelligencia em todas as lettras, e sabedoria; mas a Daniel deu entendimento em toda a visão e sonhos.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fim dos dias, em que o rei tinha dito que os trouxessem, o chefe dos eunuchos os trouxe diante de Nabucodonozor.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fallou com elles; porém entre todos elles não foram achados outros taes como Daniel, Hananias, Misael e Azarias; e assistiam diante do 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materia de sabedoria e de intelligencia, que o rei lhes perguntou, os achou dez vezes mais doutos do que todos os magos ou astrologos que havia em todo o seu reino.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Daniel esteve até ao primeiro anno do rei Cyro.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