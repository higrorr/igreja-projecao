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Nabucodonozor rei: a todos os povos, nações, e linguas, que moram em toda a terra: Paz vos seja multiplicada.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Pareceu-me bem fazer notorios os signaes e maravilhas que Deus, o Altissimo, tem feito para comigo.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grandes são os seus signaes, e quão poderosas as suas maravilhas! o seu reino é um reino sempiterno, e o seu dominio de geração em geração.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Nabucodonozor, estava socegado em minha casa, e florescente no meu palacio.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Tive um sonho, que me espantou; e as imaginações na minha cama e as visões da minha cabeça me turbaram.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pois se fez um decreto, para introduzir á minha presença todos os sabios de Babylonia, para que me fizessem saber a interpretação do sonho.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entraram os magos, os astrologos, os chaldeos, e os adivinhadores, e eu contei o sonho diante d'elles; mas não me fizeram saber a sua interpretação.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por fim entrou na minha presença Daniel, cujo nome é Belteshazzar, segundo o nome do meu deus, e no qual ha o espirito dos deuses sanctos; e eu contei o sonho diante d'elle: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Belteshazzar, principe dos magos, pois eu sei que ha em ti o espirito dos deuses sanctos, e nenhum segredo te é difficil; dize-me as visões do meu sonho que tive e a sua interpretação.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Eram pois as visões da minha cabeça, na minha cama: eu estava vendo, e eis uma arvore no meio da terra, cuja altura era grande;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Crescia esta arvore, e se fazia forte, de maneira que a sua altura chegava até ao céu; e foi vista até á extremidade de toda a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folhagem era formosa, e o seu fructo muito, e havia n'ella sustento para todos: debaixo d'ella as bestas do campo achavam sombra, e as aves do céu faziam morada nos seus ramos, e toda a carne se mantinha d'ella.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vendo nas visões da minha cabeça, na minha cama; e eis que um vigia, um sancto, descia do céu,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Clamando fortemente, e dizendo assim: Cortae a arvore, e decotae-lhe os ramos, sacudi as suas folhas, espalhae o seu fructo; afugentem-se as bestas de debaixo d'ella, e as aves dos seus 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tronco com as suas raizes deixae na terra, e com atadura de ferro e de bronze, na herva do campo: e seja molhado do orvalho do céu, e a sua porção seja com as bestas na gramma da terra: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mudado o seu coração, que não seja mais coração de homem, e lhe seja dado coração de besta; e passem sobre elle sete tempos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sentença é por decreto dos vigiadores, e este mando por dito dos sanctos; a fim de que conheçam os viventes que o Altissimo domina sobre os reinos dos homens; e os dá a quem quer, e até ao mais baixo dos homens constitue sobre 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em sonho vi eu, rei Nabucodonozor: tu, pois, Belteshazzar, dize a interpretação: porque todos os sabios do meu reino não poderam fazer-me saber a sua interpretação; mas tu podes; pois ha em ti o espirito dos deuses sanctos.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Daniel, cujo nome era Belteshazzar, esteve attonito quasi uma hora, e os seus pensamentos o turbavam; fallou pois o rei, e disse: Belteshazzar, não te espante o sonho, nem a sua interpretação. Respondeu Belteshazzar, e disse; Senhor meu: o sonho seja contra os que te teem odio, e a sua interpretação aos teus inimigos.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arvore que viste, que cresceu, e se fez forte, cuja altura chegava até ao céu, e que foi vista por toda a terra,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cujas folhas eram formosas, e o seu fructo muito, e em que para todos havia mantimento, debaixo da qual moravam as bestas do campo, e em cujos ramos habitavam as aves do céu;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arvore és tu, ó rei, que cresceste, e te fizeste forte; e a tua grandeza cresceu, e chegou até ao céu, e o teu dominio até á extremidade da terra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 que viu o rei, um vigia, um sancto, que descia do céu, e disse: Cortae a arvore, e a destrui, porém o tronco com as suas raizes deixae na terra, e com atadura de ferro e de bronze, na herva do campo; e seja molhado do orvalho do céu, e a sua porção seja com as bestas do campo, até que passem sobre elle sete tempos: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interpretação, ó rei: e este é o decreto do Altissimo, que virá sobre o rei, meu senhor,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saber: Lançar-te-hão de entre os homens, e a tua morada será com as bestas do campo, e te farão comer herva como os bois, e serás molhado do orvalho do céu; e passar-se-hão sete tempos por cima de ti: até que conheças que o Altissimo domina sobre o reino dos homens, e os dá a quem quer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 que foi dito, que deixassem o tronco com as raizes da arvore, o teu reino te ficará firme, depois que tiveres conhecido que o céu reina.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ó rei, acceita o meu conselho, e desfaze os teus peccados pela justiça, e as tuas iniquidades usando de misericordia com os pobres, se porventura houver prolongação da tua paz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estas coisas vieram sobre o rei Nabucodonozor.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ao cabo de doze mezes, quando andava passeando sobre o palacio real de Babylonia,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o rei, e disse: Porventura não é esta a grande Babylonia que eu edifiquei para a casa real, com a força da minha potencia, e para gloria da minha magnificencia?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estava a palavra na bocca do rei, quando caiu uma voz do céu: A ti se diz, ó rei Nabucodonozor: Passou de ti o reino.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lançarão d'entre os homens, e a tua morada será com as bestas do campo: far-te-hão comer herva como os bois, e passar-se-hão sete tempos sobre ti, até que conheças que o Altissimo domina sobre os reinos dos homens, e os dá a quem quer.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mesma hora se cumpriu a palavra sobre Nabucodonozor, e foi lançado d'entre os homens, e comia herva como os bois, e o seu corpo foi molhado do orvalho do céu, até que lhe cresceu pello, como as pennas da aguia, e as suas unhas como as das aves.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 fim d'aquelles dias eu, Nabucodonozor, levantei os meus olhos ao céu, e tornou-me a vir o meu entendimento, e eu bemdisse o Altissimo, e louvei e glorifiquei ao que vive para sempre, cujo dominio é um dominio sempiterno, e cujo reino é de geração em geração.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moradores da terra são reputados em nada, e segundo a sua vontade faz com o exercito do céu e os moradores da terra: não ha quem possa estorvar a sua mão, e lhe diga, Que fazes?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mesmo tempo me tornou a vir o meu entendimento, e para a dignidade do meu reino tornou-me a vir a minha magestade e o meu resplandor; e me buscaram os meus capitães e os meus grandes; e fui restabelecido no meu reino, e se me accrescentou uma gloria maior do que nunca.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eu, Nabucodonozor, louvo, e exalço, e glorifico ao rei do céu; porque todas as suas obras são verdade, e os seus caminhos juizo, e pode humilhar aos que andam na soberba.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