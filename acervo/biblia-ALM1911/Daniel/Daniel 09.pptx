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primeiro de Dario, filho de Assuero, da nação dos medos, o qual foi constituido rei sobre o reino dos chaldeos,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primeiro do seu reinado, eu, Daniel, entendi pelos livros que o numero dos annos, dos quaes fallou o Senhor ao propheta Jeremias, em que haviam de acabar as assolações de Jerusalem, era de setenta annos.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dirigi o meu rosto ao Senhor Deus, para o buscar com oração e rogos, com jejum, e sacco e cinza.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orei ao Senhor meu Deus, e confessei, e disse: Ah! Senhor! Deus grande e tremendo, que guardas o concerto e a misericordia para com os que te amam e guardam os teus mandamentos.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Peccámos, e commettemos iniquidade, e fizemos impiamente, e fomos rebeldes, apartando-nos dos teus mandamentos e dos teus juizos;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démos ouvidos aos teus servos, os prophetas, que em teu nome fallaram aos nossos reis, aos nossos principes, e a nossos paes, como tambem a todo o povo da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Tua, ó Senhor, é a justiça, mas a nós pertence confusão de rosto, como se vê n'este dia, aos homens de Judah, e aos moradores de Jerusalem, e a todo o Israel; aos de perto e aos de longe, em todas as terras por onde os tens lançado, por causa da sua prevaricação, com que prevaricaram contra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a nós pertence a confusão de rosto, aos nossos reis, aos nossos principes, e a nossos paes, porque peccámos contra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Senhor, nosso Deus, pertencem as misericordias e os perdões; ainda que nos rebellámos contra elle,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obedecemos á voz do Senhor, nosso Deus, para andarmos nas suas leis, que nos deu pela mão de seus servos, os prophetas.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 traspassou a tua lei, apartando-se para não obedecer á tua voz; por isso a maldição e o juramento, que está escripto na lei de Moysés, servo de Deus, se derramou sobre nós; porque peccámos contra 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confirmou a sua palavra, que fallou contra nós, e contra os nossos juizes que nos julgavam, trazendo sobre nós um grande mal; que nunca foi feito debaixo de todo o céu como foi feito em Jerusalem.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 na lei de Moysés, todo aquelle mal nos sobreveiu: comtudo não supplicámos á face do Senhor nosso Deus, para nos convertermos das nossas iniquidades, e para nos applicarmos á tua verdade.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apressurou-se o Senhor sobre o mal, e o trouxe sobre nós; porque justo é o Senhor, nosso Deus, em todas as suas obras, que fez, pois não obedecemos á sua voz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pois, ó Senhor, nosso Deus, que tiraste o teu povo da terra do Egypto com mão poderosa, e ganhaste para ti nome, como se vê n'este dia, peccámos; obrámos impiamente.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segundo todas as tuas justiças pois, aparte-se a tua ira e o teu furor da tua cidade de Jerusalem, do teu sancto monte; porque por causa dos nossos peccados, e por causa das iniquidades de nossos paes, vieram Jerusalem e o teu povo a servir de opprobrio a todos os que nos estão em redor.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Deus nosso, ouve a oração do teu servo, e as suas supplicas, e sobre o teu sanctuario assolado faze resplandecer o teu rosto, por amor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Inclina, ó Deus meu, os teus ouvidos; e ouve: abre os teus olhos, e olha para a nossa desolação, e para a cidade a qual é chamada pelo teu nome, porque não lançamos as nossas supplicas perante a tua face fiados em nossas justiças, mas em tuas muitas misericordias.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ouve: ó Senhor, perdoa; ó Senhor, attende-nos e obra sem tardar; por amor de ti mesmo, ó Deus meu; porque a tua cidade e o teu povo se chamam pelo teu nome.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eu ainda fallando e orando, e confessando o meu peccado, e o peccado do meu povo Israel, e lançando a minha supplica perante a face do Senhor, meu Deus, pelo monte sancto do meu Deus,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eu, digo, ainda fallando na oração, o varão Gabriel, que eu tinha visto ao principio, veiu, voando rapidamente, tocando-me, como á hora do sacrificio da tarde.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instruiu, e fallou comigo, e disse: Daniel, agora sahi para fazer-te entender o sentido.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principio das tuas supplicas, saiu a palavra, e eu vim, para t'o declarar, porque és mui amado: toma pois bem sentido da palavra, e entende a visão.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Setenta semanas estão determinadas sobre o teu povo, e sobre a tua sancta cidade, para consumir a transgressão, e para acabar os peccados, e para expiar a iniquidade, e para trazer a justiça eterna, e para sellar a visão e o propheta, e para ungir o Sancto dos sanctos.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 e entende: desde a saida da palavra para fazer tornar, e para edificar a Jerusalem, até ao Messias, o Principe, sete semanas, e sessenta e duas semanas: as ruas e as tranqueiras se reedificarão, porém em tempos angustiados.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das sessenta e duas semanas será desarreigado o Messias, e não será mais: e o povo do principe, que virá, destruirá a cidade e o sanctuario, e o seu fim será com uma innundação; e até ao fim da guerra estão determinadas as assolações.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confirmará concerto com muitos uma semana: e na metade da semana fará cessar o sacrificio e a offerta de manjares; e sobre a ala das abominações virá assolador, e isso até á consummação; e o que está determinado será derramado sobre o assolado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