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terceiro do reinado do rei Belshazzar appareceu-me uma visão, a mim, Daniel, depois d'aquella que me appareceu no principio.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 n'uma visão (e aconteceu, quando vi, que eu estava na cidadella de Susan, que está na provincia de Elam), vi pois, n'uma visão, que eu estava junto ao rio Ulai.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levantei os meus olhos, e vi, e eis que um carneiro estava diante do rio, o qual tinha duas pontas; e as duas pontas eram altas, porém uma era mais alta do que a outra; e a que era mais alta subiu por ultimo.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 que o carneiro dava marradas para o occidente, e para o norte e para o meio-dia; e nenhuns animaes podiam parar diante d'elle, nem havia quem livrasse da sua mão; e fazia conforme a sua vontade, e se engrandecia.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eu considerando, eis que um bode vinha do occidente sobre toda a terra, e não tocava a terra; e aquelle bode tinha uma ponta insigne entre os olhos;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vinha ao carneiro que tinha as duas pontas, ao qual eu tinha visto em pé diante do rio; e correu contra elle com todo o impeto da sua força.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vi chegar perto do carneiro, e se irritou contra elle, e feriu o carneiro, e lhe quebrou as duas pontas, pois não havia força no carneiro para parar diante d'elle, e o lançou por terra, e o pizou a pés; nem houve quem livrasse o carneiro da sua mão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bode se engrandeceu em grande maneira; mas, estando na sua maior força, aquella grande ponta foi quebrada: e subiram no seu logar outras quatro insignes, para os quatro ventos do céu.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uma d'ellas saiu uma ponta mui pequena, a qual cresceu muito para o meio-dia, e para o oriente, e para a terra formosa.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engrandeceu até ao exercito do céu: e a alguns do exercito, e das estrellas, deitou por terra, e as pizou.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engrandeceu até ao principe do exercito: e por elle foi tirado o continuo sacrificio, e o logar do seu sanctuario foi lançado por terra.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exercito foi entregue por causa das transgressões contra o continuo sacrificio; e lançou a verdade por terra, e o fez, e prosperou.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ouvi um sancto que fallava; e disse o sancto áquelle que fallava: Até quando durará a visão do continuo sacrificio, e da transgressão assoladora, para que seja entregue o sanctuario, e o exercito, para ser pizado?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me disse: Até duas mil e trezentas tardes e manhãs; e o sanctuario será justificado.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havendo eu, Daniel, visto a visão, busquei o entendimento, e eis que se me apresentou diante um com o parecer de homem.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 uma voz de homem entre as margens do Ulai, a qual gritou, e disse: Gabriel, dá a entender a este a visão.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perto d'onde eu estava; e, vindo elle, me assombrei, e cahi sobre o meu rosto; porém elle me disse: Entende, filho do homem, porque acontecerá esta visão no fim do tempo.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elle fallando comigo, cahi adormecido sobre o meu rosto por terra: elle, pois, me tocou, e me fez estar em pé.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Eis que te farei saber o que ha de acontecer no ultimo tempo da ira; porque no tempo determinado será o fim.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carneiro que viste com duas pontas são os reis da Media e da Persia,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bode pelludo é o rei da Grecia; e a ponta grande que tinha entre os olhos é o rei primeiro;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que, sendo quebrada ella, se levantassem quatro em logar d'ella, significa que quatro reinos se levantarão da mesma nação, mas não com a força d'ella.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no fim do seu reinado, quando os prevaricadores acabarem de prevaricar, se levantará um rei, feroz de cara, e será entendido em adivinhações.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fortalecerá a sua força, mas não pela força d'elle mesmo; e destruirá maravilhosamente, e prosperará, e o seu prazer fará: e destruirá os fortes e o povo sancto.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pelo seu entendimento tambem fará prosperar o engano na sua mão; e no seu coração se engrandecerá, e pela tranquillidade destruirá muitos; e se levantará contra o principe dos principes, mas sem mão será quebrado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visão da tarde e da manhã, que foi dita, é verdade: tu, porém, cerra a visão, porque é para muitos dias.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eu, Daniel, enfraqueci, e estive enfermo alguns dias; então levantei-me e fiz o negocio do rei: e espantei-me ácerca da visão, e não havia quem a entendesse.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