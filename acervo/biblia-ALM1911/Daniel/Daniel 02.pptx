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segundo anno do reinado de Nabucodonozor sonhou Nabucodonosor sonhos; e o seu espirito se perturbou, e passou-se-lhe o seu somno.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mandou chamar os magos, e os astrologos, e os encantadores, e os chaldeos, para que declarassem ao rei os seus sonhos: os quaes vieram e se apresentaram diante do 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lhes disse: Tive um sonho; e para saber o sonho está perturbado o meu espirito.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chaldeos disseram ao rei em syriaco: Ó rei, vive eternamente! dize o sonho a teus servos, e declararemos a interpretação.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o rei, e disse aos chaldeos: A coisa me tem escapado; se me não fizerdes saber o sonho e a sua interpretação, sereis despedaçados, e as vossas casas serão feitas um monturo;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vós me declarardes o sonho e a sua interpretação, recebereis de mim dons, e dadivas, e grande honra; portanto declarae-me o sonho e a sua interpretação.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 segunda vez, e disseram: Diga o rei o sonho a seus servos, e declararemos a sua interpretação.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o rei, e disse: Conheço eu certamente que vós quereis ganhar tempo; porque vêdes que a coisa me tem escapado.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que, se me não fazeis saber o sonho, uma só sentença será a vossa; pois vós preparastes palavras mentirosas e perversas para as proferir na minha presença, até que se mude o tempo: portanto dizei-me o sonho, para que eu entenda que me podeis declarar a sua interpretação.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 os chaldeos na presença do rei, e disseram: Não ha ninguem sobre a terra que possa declarar a palavra ao rei; pois nenhum rei ha, grande ou dominador, que requeresse coisa similhante d'algum mago, ou astrologo, ou chaldeo.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coisa que o rei requer é difficil; nem ha outro que a possa declarar diante do rei, senão os deuses, cuja morada não é com a carne.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o rei muito se irou e enfureceu; e ordenou que matassem a todos os sabios de Babylonia.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o mandado, e sairam a matar os sabios; e buscaram a Daniel e aos seus companheiros, para que fossem mortos.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Daniel fallou avisada e prudentemente a Arioch, capitão da guarda do rei, que tinha saido para matar os sabios de Babylonia.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Respondeu, e disse a Arioch, prefeito do rei: Porque se apressa tanto o mandado da parte do rei? Então Arioch fez saber a coisa a Daniel.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Daniel entrou; e pediu ao rei que lhe désse tempo, para declarar a interpretação ao rei.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Daniel foi para a sua casa, e fez saber a coisa a Hananias, Misael e Azarias, seus companheiros: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pedissem misericordia ao Deus do céu, sobre este segredo, afim de que Daniel e seus companheiros não perecessem, juntamente com o resto dos sabios de Babylonia.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 revelado o segredo a Daniel n'uma visão de noite: então Daniel louvou o Deus do céu.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Daniel, e disse: Seja bemdito o nome de Deus desde o seculo até ao seculo, porque d'elle é a sabedoria e a força;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muda os tempos e as horas; elle remove os reis e estabelece os reis: elle dá sabedoria aos sabios e sciencia aos entendidos.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revela o profundo e o escondido: conhece o que está em trevas, e com elle a luz mora.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 de meus paes, te louvo e celebro eu, que me déste sabedoria e força; e agora me fizeste saber o que te pedimos, porque nos fizeste saber a coisa do rei.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Daniel entrou a Arioch, ao qual o rei tinha constituido para matar os sabios de Babylonia: entrou, e disse-lhe assim: Não mates os sabios de Babylonia; introduze-me na presença do rei, e declararei ao rei a interpretação.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Arioch depressa introduziu a Daniel na presença do rei, e disse-lhe assim: Achei um d'entre os filhos dos captivos de Judah, o qual fará saber ao rei a interpretação.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o rei, e disse a Daniel (cujo nome era Belteshazzar): Podes tu fazer-me saber o sonho que vi e a sua interpretação?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Daniel na presença do rei, e disse: O segredo que o rei requer, nem sabios, nem astrologos, nem magos, nem adivinhos o podem declarar ao rei;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ha um Deus nos céus, o qual revela os segredos; elle pois fez saber ao rei Nabucodonozor o que ha de ser no fim dos dias; o teu sonho e as visões da tua cabeça na tua cama são estas: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tu, ó rei, na tua cama, subiram os teus pensamentos, ácerca do que ha de ser depois d'isto. Aquelle pois que revela os segredos te fez saber o que ha de ser.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mim, não pela sabedoria que em mim haja, mais do que em todos os viventes, me foi revelado este segredo, mas para que a interpretação se fizesse saber ao rei, e para que entendesse os pensamentos do teu coração.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ó rei, estavas vendo, e eis aqui uma grande estatua: esta estatua era grande, e o seu esplendor era excellente, e estava em pé diante de ti; e a sua vista era terrivel.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cabeça d'aquella estatua era de oiro fino; o seu peito e os seus braços de prata; o seu ventre e as suas coxas de cobre;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pernas de ferro; os seus pés em parte de ferro e em parte de barro.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Estavas vendo, até que uma pedra foi cortada, sem mão, a qual feriu a estatua nos pés de ferro e de barro, e os esmiuçou.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 juntamente esmiuçado o ferro, o barro, o cobre, a prata e o oiro, e se fizeram como pragana das eiras do estio, e o vento os levou, e não se achou logar algum para elles; mas a pedra, que feriu a estatua, se fez um grande monte, e encheu toda a terra.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sonho; tambem a interpretação d'elle diremos na presença do rei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ó rei, és rei de reis: pois o Deus do céu te tem dado o reino, a potencia, e a força, e a magestade.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onde quer que habitem filhos de homens, bestas do campo, e aves do céu, t'os entregou na tua mão, e fez que dominasses sobre todos elles; tu és a cabeça de oiro.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de ti se levantará outro reino, inferior ao teu; e outro terceiro reino, de metal, o qual dominará sobre toda a terra.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quarto reino será forte como ferro; da maneira que o ferro esmiuça e enfraquece tudo, como o ferro, que quebranta todas estas coisas, assim esmiuçará e quebrantará.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ao que viste dos pés e dos dedos, em parte de barro de oleiro, e em parte de ferro, isso será um reino dividido; comtudo haverá n'elle alguma coisa da firmeza do ferro, porquanto viste o ferro misturado com barro de lodo.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dedos dos pés, em parte de ferro e em parte de barro, querem dizer: por uma parte o reino será forte, e por outra será fragil.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que viste do ferro misturado com barro de lodo, misturar-se-hão com semente humana, mas não se apegarão um ao outro, assim como o ferro se não mistura com o barro.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nos dias d'estes reis, o Deus do céu levantará um reino que não será jámais destruido; e este reino não será deixado a outro povo: esmiuçará e consumirá todos estes reinos, mas elle mesmo estará estabelecido para sempre.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maneira que viste que do monte foi cortada uma pedra, sem mãos, e ella esmiuçou o ferro, o cobre, o barro, a prata e o oiro, o Deus grande fez saber ao rei o que ha de ser depois d'isto; e certo é o sonho, e fiel a sua interpretação.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Nabucodonozor caiu sobre o seu rosto, e adorou a Daniel, e ordenou que lhe sacrificassem offerta de manjares e perfumes suaves.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o rei a Daniel, e disse: Certo é que o vosso Deus é Deus de deuses, e o Senhor dos reis, e o revelador dos segredos, pois podeste revelar este segredo.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engrandeceu a Daniel, e lhe deu muitos e grandes dons, e o poz por governador de toda a provincia de Babylonia, como tambem por principe dos prefeitos sobre todos os sabios de Babylonia.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2:49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pediu Daniel ao rei, e constituiu elle sobre os negocios da provincia de Babylonia a Sadrach, Mesach e Abed-nego; porém Daniel estava á porta do 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