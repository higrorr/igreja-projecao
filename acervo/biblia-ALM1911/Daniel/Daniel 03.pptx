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Nabucodonozor fez uma estatua de oiro, a altura da qual era de sessenta covados, e a sua largura de seis covados: levantou-a no campo de Dura, na provincia de Babylonia.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Nabucodonozor mandou ajuntar os sátrapas, os prefeitos e presidentes, os juizes, os thesoureiros, os conselheiros, os officiaes, e todos os governadores das provincias, para que viessem á consagração da estatua que o rei Nabucodonozor tinha levantado.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ajuntaram os sátrapas, os prefeitos e presidentes, os juizes, os thesoureiros, os conselheiros, os officiaes, e todos os governadores das provincias, á consagração da estatua que o rei Nabucodonozor tinha levantado, e estavam em pé diante da estatua que Nabucodonozor tinha levantado.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pregoeiro apregoava em alta voz: Ordena-se a vós, ó povos, nações e linguagens: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ouvirdes o som da buzina, do pifaro, da harpa, da sambuca, do psalterio, da symphonia, e de toda a sorte de musica, vos prostrareis, e adorareis a estatua de oiro que o rei Nabucodonozor tem levantado.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qualquer que se não prostrar e a não adorar, será na mesma hora lançado dentro do forno de fogo ardente.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no mesmo instante em que todos os povos ouviram o som da buzina, do pifaro, da harpa, da sambuca, do psalterio, e de toda a sorte de musica, se prostraram todos os povos, nações e linguas, e adoraram a estatua de oiro que o rei Nabucodonozor tinha levantado.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isso, no mesmo instante se chegaram alguns homens chaldeos, e accusaram os judeos.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fallaram, e disseram ao rei Nabucodonozor: Ó rei, vive eternamente!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ó rei, fizeste um decreto, que todo o homem que ouvisse o som da buzina, do pifaro, da harpa, da sambuca, do psalterio, e da symphonia, e de toda a sorte de musica, se prostrasse e adorasse a estatua de oiro;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qualquer que se não prostrasse e adorasse, fosse lançado dentro do forno de fogo ardente.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 uns homens judeos, os quaes constituiste sobre os negocios da provincia de Babylonia: Sadrach, Mesach e Abed-nego: estes homens, ó rei, não fizeram caso de ti; a teus deuses não servem, nem a estatua de oiro, que levantaste, adoraram.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Nabucodonozor, com ira e furor, mandou trazer a Sadrach, Mesach e Abed-nego. E trouxeram a estes homens perante o rei.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Nabucodonozor, e lhes disse: Porventura de proposito, ó Sadrach, Mesach e Abed-nego, vós não servis a meus deuses nem adoraes a estatua de oiro que levantei?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se estaes promptos, quando ouvirdes o som da buzina, do pifaro, da guitarra, da harpa, do psalterio, da symphonia, e de toda a sorte de musica, para vos prostrardes e adorardes a estatua que fiz, bom é; mas, se a não adorardes, sereis lançados, na mesma hora, dentro do forno de fogo ardente: e quem é o Deus que vos poderá livrar das minhas mãos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Responderam Sadrach, Mesach e Abed-nego, e disseram ao rei Nabucodonozor: Não necessitamos de te responder sobre este negocio.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é nosso Deus, a quem nós servimos, que nos pode livrar; elle nos livrará do forno de fogo ardente, e da tua mão, ó rei.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não, sabe tu, ó rei, que não serviremos a teus deuses nem adoraremos a estatua de oiro que levantaste.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Nabucodonozor se encheu de furor, e se mudou o aspecto do seu semblante contra Sadrach, Mesach e Abed-nego: respondeu, e ordenou que o forno se accendesse sete vezes mais do que se costumava accender.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ordenou aos homens mais valentes de força, que estavam no seu exercito, que atassem a Sadrach, Mesach e Abed-nego, para os lançar no forno de fogo ardente.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estes homens foram atados com as suas capas, seus calções, e seus chapeus, e seus vestidos, e foram lançados dentro do forno de fogo ardente.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porque a palavra do rei apertava, e o forno estava sobre-maneira acceso, a chamma do fogo matou aquelles homens que levantaram a Sadrach, Mesach e Abed-nego.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tres homens, Sadrach, Mesach e Abed-nego, cairam atados dentro do forno de fogo ardente.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Nabucodonozor se espantou, e se levantou depressa: fallou, e disse aos seus capitães: Porventura não lançámos tres homens atados dentro do fogo? Responderam e disseram ao rei: Verdade é, ó rei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Respondeu, e disse: Eis aqui vejo quatro homens soltos, que andam passeando dentro do fogo, e nada ha de lesão n'elles; e o aspecto do quarto é similhante ao filho dos deuses.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chegou Nabucodonozor á porta do forno de fogo ardente; fallou, e disse: Sadrach, Mesach e Abed-nego, servos do Deus Altissimo, sahi e vinde! Então Sadrach, Mesach e Abed-nego sairam do meio do fogo.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ajuntaram-se os sátrapas, os prefeitos, e os presidentes, e os capitães do rei, contemplando estes homens, como o fogo não tinha tido poder algum sobre os seus corpos: nem um só cabello da sua cabeça se tinha queimado, nem as suas capas se mudaram, nem cheiro de fogo tinha passado sobre elles.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Nabucodonozor, e disse: Bemdito seja o Deus de Sadrach, Mesach e Abed-nego, que enviou o seu anjo, e livrou os seus servos, que confiaram n'elle, pois violaram a palavra do rei, e entregaram os seus corpos, para que não servissem nem adorassem algum outro deus, senão o seu Deus.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mim pois se faz um decreto, que todo o povo, nação e lingua que disser blasphemia contra o Deus de Sadrach, Mesach e Abed-nego, seja despedaçado, e a sua casa seja feita um monturo; porquanto não ha outro Deus que possa livrar como este.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fez prosperar a Sadrach, Mesach e Abed-nego, na provincia de Babylonia.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