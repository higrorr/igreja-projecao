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terceiro de Cyro, rei da Persia, foi revelada uma palavra a Daniel, cujo nome se chama Belteshazzar; e a palavra é verdadeira, porém trata d'uma guerra prolongada, e entendeu esta palavra, e tinha entendimento da visão.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eu, Daniel, me entristeci tres semanas de dias.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Manjar desejavel não comi, nem carne nem vinho entrou na minha bocca, nem me untei com unguento, até que se cumpriram as tres semanas de dias.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vinte e quatro do primeiro mez eu estava na borda do grande rio Hiddekel;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levantei os meus olhos, e olhei, e eis um homem vestido de linho, e os seus lombos cingidos com oiro fino d'Uphaz: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corpo era como turqueza, e o seu rosto parecia um relampago, e os seus olhos como tochas de fogo, e os seus braços e os seus pés como de côr de bronze açacalado; e a voz das suas palavras como a voz d'uma multidão.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eu, Daniel, vi aquella visão; mas os homens que estavam comigo não viram aquella visão: comtudo caiu sobre elles um grande temor, e fugiram, escondendo-se.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Fiquei pois eu só, e vi esta grande visão, e não ficou força em mim; e mudou-se em mim a minha formosura em desmaio, sem reter força alguma.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a voz das suas palavras; e, ouvindo a voz das suas palavras, eu cahi n'um profundo somno sobre o meu rosto, com o meu rosto em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uma mão me tocou, e fez que me movesse sobre os meus joelhos e sobre as palmas das minhas mãos.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Daniel, homem mui desejado, está attento ás palavras que eu fallarei comtigo, e levanta-te sobre os teus pés; porque agora sou enviado a ti. E, fallando elle comigo esta palavra, eu estava tremendo.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Não temas, Daniel, porque desde o primeiro dia em que applicaste o teu coração a entender e a humilhar-te perante o teu Deus são ouvidas as tuas palavras; e eu vim por causa das tuas palavras.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principe do reino da Persia se poz defronte de mim vinte e um dias, e eis que Michael, um dos primeiros principes, veiu para ajudar-me, e eu fiquei ali com os reis da Persia.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vim, para fazer-te entender o que ha de acontecer ao teu povo nos derradeiros dias; porque a visão ainda está para muitos dias.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fallando elle comigo estas palavras, abaixei o meu rosto em terra, e emmudeci.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aqui alguem, similhante aos filhos dos homens, me tocou os labios: então abri a minha bocca, e fallei, e disse áquelle que estava diante de mim: Senhor meu, por causa da visão sobrevieram-me dôres, e não me ficou força alguma.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pode o servo d'este meu Senhor fallar com aquelle meu Senhor? porque, quanto a mim, desde agora não resta força em mim, e não ficou em mim folego.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alguem, que tinha apparencia d'um homem, me tocou outra vez, e me confortou.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Não temas, homem mui desejado, paz seja comtigo; esforça-te, sim, esforça-te. E, fallando elle comigo, esforcei-me, e disse: Falla, meu Senhor, porque me confortaste.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Sabes porque eu vim a ti? agora, pois, tornarei a pelejar contra o principe dos persas; e, saindo eu, eis que virá o principe da Grecia.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te declararei o que está escripto na escriptura da verdade; e ninguem ha que se esforce comigo contra aquelles, senão Michael, vosso principe.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