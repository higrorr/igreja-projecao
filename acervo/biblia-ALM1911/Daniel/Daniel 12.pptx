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tempo se levantará Michael, o grande principe, que se levanta a favor dos filhos do teu povo, e haverá um tempo de angustia, qual nunca houve, desde que houve nação até áquelle tempo; porém n'aquelle tempo livrar-se-ha o teu povo, todo aquelle que se achar escripto no livro.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que dormem no pó da terra resuscitarão, uns para vida eterna, e outros para vergonha e para nojo eterno.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entendidos pois resplandecerão como o resplandor do firmamento, e os que a muitos ensinam a justiça como as estrellas sempre e eternamente.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Daniel, fecha estas palavras e sella este livro, até ao fim do tempo: então muitos passarão, lendo-o, e a sciencia se multiplicará.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Daniel, olhei, e eis que estavam em pé outros dois, um d'esta banda, á beira do rio, e o outro da outra banda, á beira do 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 ao homem vestido de linho, que estava sobre as aguas do rio: Até quando será o fim das maravilhas?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 homem vestido de linho, que estava sobre as aguas do rio, e levantou a sua mão direita e a sua mão esquerda ao céu, e jurou por aquelle que vive eternamente que depois do determinado tempo, determinados tempos e a metade do tempo, e quando acabar de espalhar o poder do povo sancto, todas estas coisas serão cumpridas.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pois ouvi, mas não entendi; por isso eu disse: Senhor meu, qual será o fim d'estas coisas?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Vae, Daniel, porque estas palavras estão fechadas e selladas até ao tempo do fim.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serão purgados, e embranquecidos, e provados; mas os impios obrarão impiamente, e nenhum dos impios entenderá, mas os entendidos entenderão.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o tempo em que o continuo sacrificio fôr tirado, e posta a abominação assoladora, serão mil, duzentos e noventa dias.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que espera e chega até mil, trezentos e trinta e cinco dias.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vae até ao fim; porque repousarás, e te levantarás na tua sorte, no fim dos dias.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