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anno de Belshazzar, rei de Babylonia, teve Daniel um sonho e visões da sua cabeça estando na sua cama: escreveu logo o sonho, e relatou a summa das coisas.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Daniel, e disse: Eu estava vendo na minha visão da noite, e eis que os quatro ventos do céu combatiam no mar grande.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quatro animaes grandes, differentes uns dos outros, subiam do 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primeiro era como leão, e tinha azas de aguia: eu estava olhando, até que lhe foram arrancadas as azas; e foi levantado da terra, e posto em pé como um homem, e foi-lhe dado um coração de homem.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aqui outro segundo animal, similhante a um urso, o qual se levantou de um lado, e tinha na bocca tres costellas entre os seus dentes, e foi-lhe dito assim: Levanta-te, devora muita carne.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d'isto, eu estava olhando, e eis aqui outro, que era como leopardo, e tinha quatro azas de ave nas suas costas: tinha tambem este animal quatro cabeças, e foi-lhe dado dominio.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d'isto, eu estava olhando nas visões da noite, e eis aqui o quarto animal, terrivel e espantoso, e muito forte, o qual tinha dentes grandes de ferro, devorava e fazia em pedaços, e pizava aos seus pés o que sobejava; e era differente de todos os animaes que foram antes d'elle, e tinha dez pontas.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eu considerando as pontas, eis que outra ponta pequena subia entre ellas, e tres das pontas primeiras foram arrancadas de diante d'elle; e eis que n'esta ponta havia olhos, como olhos de homem, e uma bocca que fallava grandiosamente.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estive olhando, até que foram postos uns thronos, e o ancião de dias se assentou: o seu vestido era branco como a neve, e o cabello da sua cabeça como a limpa lã; o seu throno chammas de fogo, e as rodas d'elle fogo ardente.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rio de fogo manava e sahia de diante d'elle: milhares de milhares o serviam, e milhões de milhões estavam em pé diante d'elle: assentou-se o juizo, e abriram-se os livros.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estive olhando, por causa da voz das grandes palavras que fallava a ponta: estive olhando até que mataram o animal, e o seu corpo foi desfeito, e entregue para ser queimado pelo fogo.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aos outros animaes, foi-lhes tirado o dominio; todavia foi-lhes dado prolongação de vida até certo espaço de tempo.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estava vendo nas minhas visões da noite, e eis que era vindo nas nuvens do céu um como o filho do homem: e chegou até ao ancião dos dias, e o fizeram chegar perante 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 dado o dominio e a honra, e o reino, e que todos os povos, nações e linguas o servissem: o seu dominio é um dominio eterno, que não passará, e o seu reino se não destruirá.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mim, Daniel, o meu espirito foi abatido dentro do corpo, e as visões da minha cabeça me espantavam.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Cheguei-me a um dos que estavam em pé, e pedi-lhe a certeza ácerca de tudo isto. E elle me disse, e fez-me saber a interpretação das coisas.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grandes animaes, que são quatro, são quatro reis, que se levantarão da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sanctos do Altissimo receberão o reino, e possuirão o reino para todo o sempre, e de eternidade em eternidade.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tive desejo de ter certeza do quarto animal, que era differente de todos os outros, muito terrivel, cujos dentes eram de ferro, e as suas unhas de metal; que devorava, fazia em pedaços e pizava a pés o que sobrava.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das dez pontas que tinha na cabeça, e da outra que subia, de diante da qual cairam tres, d'aquella ponta, digo, que tinha olhos, e bocca que fallava grandiosamente, e cujo parecer era maior do que o das suas companheiras.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olhava, e eis que esta ponta fazia guerra contra os sanctos, e os vencia.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veiu o ancião de dias, e se deu o juizo aos sanctos do Altissimo, e chegou o tempo em que os sanctos possuiram o reino.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assim: O quarto animal será o quarto reino na terra, o qual será differente de todos os reinos; e devorará toda a terra, e a pizará aos pés, e a fará em pedaços.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ás dez pontas, d'aquelle mesmo reino se levantarão dez reis; e depois d'elles se levantará outro, o qual será differente dos primeiros, e abaterá a tres reis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fallará palavras contra o Altissimo, e destruirá os sanctos do Altissimo, e cuidará em mudar os tempos e a lei; e serão entregues na sua mão por um tempo, e tempos, e a metade d'um tempo.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juizo estará assentado, e tirarão o seu dominio, para o destruir e para o desfazer até ao fim.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reino, e o dominio, e a magestade dos reinos debaixo de todo o céu se dará ao povo dos sanctos do Altissimo: o seu reino será um reino eterno, e todos os dominios o servirão, e lhe obedecerão: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aqui foi o fim do negocio. Quanto a mim, Daniel, os meus pensamentos muito me espantavam, e mudou-se em mim o meu semblante; mas guardei o negocio no meu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