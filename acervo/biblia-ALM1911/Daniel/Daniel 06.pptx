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pareceu bem a Dario constituir sobre o reino a cento e vinte presidentes, que estivessem sobre todo o reino;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elles tres principes, dos quaes Daniel era um, aos quaes estes presidentes déssem conta, para que o rei não soffresse damno.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mesmo Daniel sobrepujou a estes principes e presidentes; porque n'elle havia um espirito excellente; porquanto o rei pensava constituil-o sobre todo o reino.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principes e os presidentes procuravam achar occasião contra Daniel a respeito do reino; mas não podiam achar occasião ou culpa alguma; porque elle era fiel, e não se achava n'elle nenhum vicio nem culpa.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estes homens disseram: Nunca acharemos occasião alguma contra este Daniel, se não a acharmos contra elle na lei do seu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estes principes e presidentes foram juntos ao rei, e disseram-lhe assim: Ó rei Dario, vive para sempre!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principes do reino, os prefeitos e presidentes, capitães e governadores, tomaram conselho afim de estabelecerem um edicto real e fazerem um mandamento firme: que qualquer que, por espaço de trinta dias, fizer uma petição a qualquer deus, ou a qualquer homem, e não a ti, ó rei, seja lançado na cova dos leões.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rei, confirma o edicto, e assigna a escriptura, para que não se mude, conforme a lei dos medos e dos persas, que se não pode revogar.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esta causa o rei Dario assignou esta escriptura e edicto.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Daniel, pois, quando soube que a escriptura estava assignada, entrou na sua casa (ora havia no seu quarto janellas abertas da banda de Jerusalem), e tres vezes no dia se punha de joelhos, e orava, e confessava diante do seu Deus, como tambem antes costumava fazer.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homens foram juntos, e acharam a Daniel orando e supplicando diante do seu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chegaram, e disseram diante do rei: No tocante ao edicto real, porventura não assignaste o edicto, que todo o homem que fizesse uma petição a qualquer deus, ou a qualquer homem, por espaço de trinta dias, e não a ti, ó rei, fosse lançado na cova dos leões? Respondeu o rei, e disse: Esta palavra é certa, conforme a lei dos medos e dos persas, que se não pode revogar.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responderam, e disseram diante do rei: Daniel, que é dos transportados de Judah, não tem feito caso de ti, ó rei, nem do edicto que assignaste, antes tres vezes por dia faz a sua oração.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então o rei o negocio, ficou muito penalisado, e a favor de Daniel propoz dentro do seu coração tiral-o; e até ao pôr do sol trabalhou por o salvar.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homens se foram juntos ao rei, e disseram ao rei: Sabe, ó rei, que é uma lei dos medos e dos persas que nenhum edicto ou ordenança, que o rei determine, se pode mudar.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ordenou que trouxessem a Daniel, e o lançaram na cova dos leões. E, fallando o rei, disse a Daniel: O teu Deus, a quem tu continuamente serves, elle te livrará.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trazida uma pedra, e foi posta sobre a bocca da cova; e o rei a sellou com o seu annel e com o annel dos seus grandes, para que se não mudasse a sentença ácerca de Daniel.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se foi para o seu palacio, e passou a noite em jejum, e não deixou trazer á sua presença instrumentos de musica; e fugiu d'elle o somno.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se levantou pela manhã cedo, e foi com pressa á cova dos leões.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chegando-se á cova, chamou por Daniel com voz triste; e, fallando o rei, disse a Daniel: Daniel, servo do Deus vivo! dar-se-hia o caso que o teu Deus, a quem tu continuamente serves, te podesse livrar dos leões?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Daniel fallou ao rei: Ó rei, vive para sempre!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Deus enviou o seu anjo, e fechou a bocca dos leões, para que não me fizessem damno, porque foi achada em mim innocencia diante d'elle; e tambem contra ti, ó rei, não tenho commettido delicto algum.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muito se alegrou em si mesmo, e mandou tirar a Daniel da cova: assim foi tirado Daniel da cova, e nenhum damno se achou n'elle, porque crêra no seu Deus.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ordenou o rei, e foram trazidos aquelles homens que tinham accusado a Daniel, e foram lançados na cova dos leões, elles, seus filhos e suas mulheres; e ainda não tinham chegado ao fundo da cova quando os leões se apoderaram d'elles, e lhes esmigalharam todos os ossos.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Dario escreveu a todos os povos, nações e linguas que moram em toda a terra: A paz vos seja multiplicada.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minha parte é feito um decreto, que em todo o dominio do meu reino tremam todos e temam perante o Deus de Daniel; porque elle é o Deus vivo e permanecente para sempre, e o seu reino não se pode destruir, e o seu dominio dura até ao fim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faz escapar e livra, e faz signaes e maravilhas no céu e na terra, o qual fez escapar a Daniel do poder dos leões.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Daniel, pois, prosperava no reinado de Dario, e no reinado de Cyro, o persa.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