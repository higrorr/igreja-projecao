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mais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houve duas mulheres, filhas de uma mãe.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fornicaram no Egypto; na sua mocidade fornicaram; ali foram apertados os seus peitos, e ali foram apalpados os seios da sua virgindade.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nomes eram: Ohola, a mais velha, e Oholiba, sua irmã; e foram minhas, e pariram filhos e filhas; e, quanto aos seus nomes, Samaria é Ohola, e Jerusalem é Oholiba.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fornicou Ohola, sendo minha; e enamorou-se dos seus amantes, dos assyrios, seus visinhos,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Vestidos de azul, prefeitos e magistrados, todos mancebos de cobiçar, cavalleiros montados a cavallo.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commetteu ella as suas fornicações com elles, os quaes todos eram a flôr dos filhos da Assyria, e com todos os de quem se enamorava; com todos os seus idolos se contaminou.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fornicações, que trouxe do Egypto, não as deixou; porque com ella se deitaram na sua mocidade, e elles apalparam os seios da sua virgindade, e derramaram sobre ella a sua fornicação.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 entreguei na mão dos seus amantes, na mão dos filhos da Assyria, de quem se enamorara.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descobriram a sua vergonha, levaram seus filhos e suas filhas, mas a ella mataram á espada; e foi afamada entre as mulheres, e n'ella exerceram os juizos.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vendo sua irmã Oholiba, corrompeu o seu amor mais do que ella, e as suas fornicações mais do que as fornicações de sua irmã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Enamorou-se dos filhos da Assyria, dos prefeitos e dos magistrados seus visinhos, vestidos com primor, cavalleiros que andam montados em cavallos, todos mancebos de cobiçar.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que se tinha contaminado; que o caminho de ambas era o mesmo.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augmentou as suas fornicações, porque viu homens pintados na parede, imagens dos chaldeos, pintadas de vermelho;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Cingidos de cinto nos seus lombos, e tiaras largas tingidas nas suas cabeças, todos de parecer de capitães, á similhança dos filhos de Babylonia em Chaldea, terra do seu nascimento.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enamorou d'elles, vendo-os com os seus olhos: e lhes mandou mensageiros a Chaldea.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a ella os filhos de Babylonia para a cama dos amores, e a contaminaram com as suas fornicações: e ella se contaminou com elles; então apartou-se d'elles a alma d'ella.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descobriu as suas fornicações, e descobriu a sua vergonha: então a minha alma se apartou d'ella, como já se tinha apartado a minha alma de sua irmã.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multiplicou as suas fornicações, lembrando-se dos dias da sua mocidade, em que fornicara na terra do Egypto.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enamorou-se dos seus amantes, cujas carnes são como carnes de jumentos, e cujo fluxo é como o fluxo de cavallos.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trouxeste á memoria a enormidade da tua mocidade, quando os do Egypto apalpavam os teus seios, por causa dos peitos da tua mocidade.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isso, ó Oholiba, assim diz o Senhor Jehovah: Eis que eu suscitarei contra ti os teus amantes, dos quaes se tinha apartado a tua alma, e os trarei contra ti de em redor: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Babylonia, e todos os chaldeos de Pecod, e de Soa, e de Coa, e todos os filhos da Assyria com elles, mancebos de cobiçar, prefeitos e magistrados todos elles, capitães e homens afamados, todos elles montados a cavallo.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virão contra ti com carros, carretas e rodas, e com ajuntamento de povos; e se porão contra ti em redor com rodelas, e escudos, e capacetes: e porei diante d'elles o juizo, e julgar-te-hão segundo os teus juizos.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contra ti o meu zelo, e usarão de indignação comtigo: o nariz e as orelhas te tirarão, e o que te ficar de resto cairá á espada: teus filhos e tuas filhas elles te tomarão, e o que ficar por ultimo em ti será consumido pelo fogo.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te despirão os teus vestidos, e te tomarão as tuas joias de enfeite.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farei cessar em ti a tua enormidade e a tua fornicação da terra do Egypto; e não levantarás os teus olhos para elles, nem te lembrarás mais do Egypto.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Eis que eu te entregarei na mão dos que aborreces, na mão d'aquelles de quem se tinha apartado a tua alma.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tratarão com odio, e levarão todo o teu trabalho, e te deixarão nua e despida: e descobrir-se-ha a vergonha da tua fornicação, e a tua enormidade, e as tuas fornicações.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se te farão, porquanto tu fornicaste após os gentios, e porquanto te contaminaste com os seus idolos.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caminho de tua irmã andaste; por isso te darei o seu copo na tua mão.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Beberás o copo de tua irmã, fundo e largo: servirás de riso e escarneo; elle leva muito.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embriaguez e de dôr te encherás: o copo de tua irmã Samaria é copo de espanto e de assolação.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Bebel-o-has pois, e esgotal-o-has, e os seus cacos roerás, e os teus peitos arrancarás; porque eu o fallei, diz o Senhor Jehovah.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Porquanto te esqueceste de mim, e me lançaste para traz das tuas costas, leva tu pois tambem a tua enormidade e as tuas fornicações.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 o Senhor: Filho do homem, porventura julgarias a Ohola e a Oholiba? mostra-lhes pois as suas abominações.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commetteram adulterio, e sangue se acha nas suas mãos, e com os seus idolos commetteram adulterio, e até os seus filhos, que me geraram, fizeram passar pelo fogo por si, para os consumir.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isto me fizeram: contaminaram o meu sanctuario no mesmo dia, e profanaram os meus sabbados.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havendo sacrificado seus filhos aos seus idolos, vinham ao meu sanctuario no mesmo dia para o profanarem; e eis que assim fizeram no meio da minha casa.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 que mais é, enviaram uns homens, que haviam de vir de longe, aos quaes fôra enviado um mensageiro, e eis que vieram, por amor dos quaes te lavaste, coloriste os teus olhos, e te enfeitaste de enfeites.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assentaste sobre um leito de honra, diante do qual estava uma mesa preparada: e pozeste sobre ella o meu incenso e o meu oleo.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 com ella a voz de uma multidão satisfeita, e com varões da classe baixa foram trazidos beberrões do deserto; e pozeram braceletes nas suas mãos, e corôas de esplendor nas suas cabeças.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á envelhecida em adulterios: Agora devéras fornicarão as suas fornicações, como tambem ella.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entraram a ella, como quem entra a uma prostituta: assim entraram a Ohola e a Oholiba, mulheres infames.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homens justos elles as julgarão conforme o juizo das adulteras, e conforme o juizo das que derramam o sangue; porque adulteras são, e sangue ha nas suas mãos.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Farei subir contra ellas uma congregação, e as entregarei ao desterro e ao roubo.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congregação as apedrejará com pedras, e as acutilarão com as suas espadas: a seus filhos e a suas filhas matarão, e as suas casas queimarão a fogo.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farei cessar a infamia da terra, para que se escarmentem todas as mulheres, e não façam conforme a vossa infamia.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23:49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vossa infamia carregarão sobre vós, e levareis os peccados dos vossos idolos; e sabereis que eu sou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