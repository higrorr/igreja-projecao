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 levanta uma lamentação sobre os principes d'Israel.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dize: Quem foi tua mãe? uma leoa entre leões deitada creou os seus cachorros no meio dos leõesinhos.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crescer um dos seus cachorrinhos, e veiu a ser leãosinho e aprendeu a apanhar a preza; e devorou os homens,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fallar d'elle as nações, foi apanhado na cova d'ellas, e o trouxeram com ganchos á terra do Egypto.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ella que havia esperado muito, e que a sua expectação era perdida, tomou outro dos seus cachorros, e fez d'elle um leãosinho.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pois, andando continuamente no meio dos leões, veiu a ser leãosinho, e aprendeu a apanhar a preza: e devorou homens.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conheceu os seus palacios, e destruiu as suas cidades; e assolou-se a terra, e a sua plenitude, ao ouvir o seu rugido.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ajuntavam contra elle as gentes das provincias em roda, e estenderam sobre elle a rede, e foi apanhado na cova d'ellas.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metteram-n'o em carcere com ganchos, e o levaram ao rei de Babylonia; fizeram-n'o entrar nos logares fortes, para que se não ouvisse mais a sua voz nos montes de Israel.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mãe era como uma videira na tua quietação, plantada á borda das aguas, fructificando, e foi cheia de ramos, por causa das muitas aguas.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 varas fortes para sceptros de dominadores, e elevou-se a sua estatura entre os espessos ramos; e foi vista na sua altura com a multidão dos seus ramos.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foi arrancada com furor, foi abatida até á terra, e o vento oriental seccou o seu fructo; quebraram-se e seccaram-se as suas fortes varas, o fogo as consumiu,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está plantada no deserto, n'uma terra secca e sedenta.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d'uma vara dos seus ramos saiu fogo que consumiu o seu fructo de maneira que n'ella não ha mais vara forte, sceptro para dominar. Esta é a lamentação, e servirá de lamentação.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