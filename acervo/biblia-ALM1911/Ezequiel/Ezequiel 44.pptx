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a:t>
            </a:r>
          </a:p>
          <a:p>
            <a:pPr algn="ctr"/>
            <a:r>
              <a:rPr sz="4400">
                <a:solidFill>
                  <a:srgbClr val="FFFFFF"/>
                </a:solidFill>
                <a:latin typeface="Arial"/>
              </a:rPr>
              <a:t>Então me fez voltar para o caminho da porta do sanctuario exterior, que olha para o oriente, a qual estava fechada.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a:t>
            </a:r>
          </a:p>
          <a:p>
            <a:pPr algn="ctr"/>
            <a:r>
              <a:rPr sz="4400">
                <a:solidFill>
                  <a:srgbClr val="FFFFFF"/>
                </a:solidFill>
                <a:latin typeface="Arial"/>
              </a:rPr>
              <a:t>E disse-me o Senhor: Esta porta estará fechada, não se abrirá, nem ninguem entrará por ella; porquanto o Senhor Deus de Israel entrou por ella: por isso estará fechada.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44:3</a:t>
            </a:r>
          </a:p>
          <a:p>
            <a:pPr algn="ctr"/>
            <a:r>
              <a:rPr sz="4400">
                <a:solidFill>
                  <a:srgbClr val="FFFFFF"/>
                </a:solidFill>
                <a:latin typeface="Arial"/>
              </a:rPr>
              <a:t>O principe, o principe, elle se assentará n'ella, para comer o pão diante do Senhor; pelo caminho do vestibulo da porta entrará, e pelo caminho d'elle sairá.</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44:4</a:t>
            </a:r>
          </a:p>
          <a:p>
            <a:pPr algn="ctr"/>
            <a:r>
              <a:rPr sz="4400">
                <a:solidFill>
                  <a:srgbClr val="FFFFFF"/>
                </a:solidFill>
                <a:latin typeface="Arial"/>
              </a:rPr>
              <a:t>Depois me levou pelo caminho da porta do norte, diante da casa; e olhei, e eis que a gloria do Senhor encheu a casa do Senhor; então cahi sobre o meu rosto.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44:5</a:t>
            </a:r>
          </a:p>
          <a:p>
            <a:pPr algn="ctr"/>
            <a:r>
              <a:rPr sz="4400">
                <a:solidFill>
                  <a:srgbClr val="FFFFFF"/>
                </a:solidFill>
                <a:latin typeface="Arial"/>
              </a:rPr>
              <a:t>E disse-me o Senhor: Filho do homem, põe no teu coração, e olha com os teus olhos, e ouve com os teus ouvidos, tudo quanto eu fallar comtigo de todos os estatutos da casa do Senhor, e de todas as suas leis; e põe o teu coração na entrada da casa, com todas as saidas do sanctuario.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44:6</a:t>
            </a:r>
          </a:p>
          <a:p>
            <a:pPr algn="ctr"/>
            <a:r>
              <a:rPr sz="4400">
                <a:solidFill>
                  <a:srgbClr val="FFFFFF"/>
                </a:solidFill>
                <a:latin typeface="Arial"/>
              </a:rPr>
              <a:t>E dize ao rebelde, á casa de Israel: Assim diz o Senhor Jehovah: Bastem-vos todas as vossas abominações, ó casa d'Israel!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44:7</a:t>
            </a:r>
          </a:p>
          <a:p>
            <a:pPr algn="ctr"/>
            <a:r>
              <a:rPr sz="4400">
                <a:solidFill>
                  <a:srgbClr val="FFFFFF"/>
                </a:solidFill>
                <a:latin typeface="Arial"/>
              </a:rPr>
              <a:t>Porque introduzistes estranhos, incircumcisos de coração e incircumcisos de carne, para estarem no meu sanctuario, para o profanarem em minha casa, quando offereceis o meu pão, a gordura, e o sangue; e elles invalidaram o meu concerto, por causa de todas as vossas abominações.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44:8</a:t>
            </a:r>
          </a:p>
          <a:p>
            <a:pPr algn="ctr"/>
            <a:r>
              <a:rPr sz="4400">
                <a:solidFill>
                  <a:srgbClr val="FFFFFF"/>
                </a:solidFill>
                <a:latin typeface="Arial"/>
              </a:rPr>
              <a:t>E não guardastes a ordenança das minhas coisas sagradas; antes vos constituistes, a vós mesmos, guardas da minha ordenança no meu sanctuario.</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44:9</a:t>
            </a:r>
          </a:p>
          <a:p>
            <a:pPr algn="ctr"/>
            <a:r>
              <a:rPr sz="4400">
                <a:solidFill>
                  <a:srgbClr val="FFFFFF"/>
                </a:solidFill>
                <a:latin typeface="Arial"/>
              </a:rPr>
              <a:t>Assim diz o Senhor Jehovah: Nenhum estranho, incircumciso de coração nem incircumciso de carne, entrará no meu sanctuario, d'entre os estranhos que se acharem no meio dos filhos de Israel.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44:10</a:t>
            </a:r>
          </a:p>
          <a:p>
            <a:pPr algn="ctr"/>
            <a:r>
              <a:rPr sz="4400">
                <a:solidFill>
                  <a:srgbClr val="FFFFFF"/>
                </a:solidFill>
                <a:latin typeface="Arial"/>
              </a:rPr>
              <a:t>Mas os levitas que se apartaram para longe de mim, quando Israel andava errado, os quaes andavam errados, desviados de mim, por irem atraz dos seus idolos, bem levarão sobre si a sua iniquidade.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44:11</a:t>
            </a:r>
          </a:p>
          <a:p>
            <a:pPr algn="ctr"/>
            <a:r>
              <a:rPr sz="4400">
                <a:solidFill>
                  <a:srgbClr val="FFFFFF"/>
                </a:solidFill>
                <a:latin typeface="Arial"/>
              </a:rPr>
              <a:t>Comtudo serão ministros no meu sanctuario, nos officios das portas da casa, e servirão a casa: elles degolarão o holocausto, e o sacrificio para o povo, e elles estarão perante elles, para os servir.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44:12</a:t>
            </a:r>
          </a:p>
          <a:p>
            <a:pPr algn="ctr"/>
            <a:r>
              <a:rPr sz="4400">
                <a:solidFill>
                  <a:srgbClr val="FFFFFF"/>
                </a:solidFill>
                <a:latin typeface="Arial"/>
              </a:rPr>
              <a:t>Porque lhes ministraram diante dos seus idolos, e serviram á casa de Israel de tropeço de maldade: por isso eu levantei a minha mão sobre elles, diz o Senhor Jehovah, e elles levarão sobre si a sua iniquidade.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44:13</a:t>
            </a:r>
          </a:p>
          <a:p>
            <a:pPr algn="ctr"/>
            <a:r>
              <a:rPr sz="4400">
                <a:solidFill>
                  <a:srgbClr val="FFFFFF"/>
                </a:solidFill>
                <a:latin typeface="Arial"/>
              </a:rPr>
              <a:t>E não se chegarão a mim, para me servirem no sacerdocio, nem para se chegarem a alguma de todas as minhas coisas sagradas, ás sanctidades de sanctidades, mas levarão sobre si a sua vergonha e as suas abominações que commetteram.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44:14</a:t>
            </a:r>
          </a:p>
          <a:p>
            <a:pPr algn="ctr"/>
            <a:r>
              <a:rPr sz="4400">
                <a:solidFill>
                  <a:srgbClr val="FFFFFF"/>
                </a:solidFill>
                <a:latin typeface="Arial"/>
              </a:rPr>
              <a:t>Comtudo, os constituirei guardas da ordenança da casa, em todo o seu serviço, e em tudo o que n'ella se fizer.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44:15</a:t>
            </a:r>
          </a:p>
          <a:p>
            <a:pPr algn="ctr"/>
            <a:r>
              <a:rPr sz="4400">
                <a:solidFill>
                  <a:srgbClr val="FFFFFF"/>
                </a:solidFill>
                <a:latin typeface="Arial"/>
              </a:rPr>
              <a:t>Mas os sacerdotes leviticos, os filhos de Zadoc, que guardaram a ordenança do meu sanctuario quando os filhos de Israel andavam errados de mim, elles se chegarão a mim, para me servirem, e estarão diante de mim, para me offerecerem a gordura e o sangue, diz o Senhor Jehovah.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44:16</a:t>
            </a:r>
          </a:p>
          <a:p>
            <a:pPr algn="ctr"/>
            <a:r>
              <a:rPr sz="4400">
                <a:solidFill>
                  <a:srgbClr val="FFFFFF"/>
                </a:solidFill>
                <a:latin typeface="Arial"/>
              </a:rPr>
              <a:t>Elles entrarão no meu sanctuario, e elles se chegarão á minha mesa, para me servirem, e guardarão a minha ordenança.</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44:17</a:t>
            </a:r>
          </a:p>
          <a:p>
            <a:pPr algn="ctr"/>
            <a:r>
              <a:rPr sz="4400">
                <a:solidFill>
                  <a:srgbClr val="FFFFFF"/>
                </a:solidFill>
                <a:latin typeface="Arial"/>
              </a:rPr>
              <a:t>E será que, quando entrarem pelas portas do atrio interior, se vestirão de vestiduras de linho; e não subirá lã sobre elles, quando servirem nas portas do atrio interior, e dentro.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44:18</a:t>
            </a:r>
          </a:p>
          <a:p>
            <a:pPr algn="ctr"/>
            <a:r>
              <a:rPr sz="4400">
                <a:solidFill>
                  <a:srgbClr val="FFFFFF"/>
                </a:solidFill>
                <a:latin typeface="Arial"/>
              </a:rPr>
              <a:t>Coifas de linho estarão sobre as suas cabeças, e ceroulas de linho estarão sobre os seus lombos: não se cingirão de modo que lhes venha suor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44:19</a:t>
            </a:r>
          </a:p>
          <a:p>
            <a:pPr algn="ctr"/>
            <a:r>
              <a:rPr sz="4400">
                <a:solidFill>
                  <a:srgbClr val="FFFFFF"/>
                </a:solidFill>
                <a:latin typeface="Arial"/>
              </a:rPr>
              <a:t>E, saindo elles ao atrio exterior, ao atrio exterior ao povo, despirão as suas vestiduras com que elles ministraram, e as porão nas sanctas camaras, e se vestirão de outros vestidos, para que não sanctifiquem o povo estando com as suas vestiduras.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44:20</a:t>
            </a:r>
          </a:p>
          <a:p>
            <a:pPr algn="ctr"/>
            <a:r>
              <a:rPr sz="4400">
                <a:solidFill>
                  <a:srgbClr val="FFFFFF"/>
                </a:solidFill>
                <a:latin typeface="Arial"/>
              </a:rPr>
              <a:t>E a sua cabeça não raparão, nem deixarão crescer o seu cabello; antes, como convem, tosquiarão as suas cabeças.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44:21</a:t>
            </a:r>
          </a:p>
          <a:p>
            <a:pPr algn="ctr"/>
            <a:r>
              <a:rPr sz="4400">
                <a:solidFill>
                  <a:srgbClr val="FFFFFF"/>
                </a:solidFill>
                <a:latin typeface="Arial"/>
              </a:rPr>
              <a:t>E nenhum sacerdote beberá vinho quando entrar no atrio interior.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44:22</a:t>
            </a:r>
          </a:p>
          <a:p>
            <a:pPr algn="ctr"/>
            <a:r>
              <a:rPr sz="4400">
                <a:solidFill>
                  <a:srgbClr val="FFFFFF"/>
                </a:solidFill>
                <a:latin typeface="Arial"/>
              </a:rPr>
              <a:t>E elles não se casarão nem com viuva nem com repudiada, mas tomarão virgens da semente da casa de Israel, ou viuva que fôr viuva de sacerdote.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44:23</a:t>
            </a:r>
          </a:p>
          <a:p>
            <a:pPr algn="ctr"/>
            <a:r>
              <a:rPr sz="4400">
                <a:solidFill>
                  <a:srgbClr val="FFFFFF"/>
                </a:solidFill>
                <a:latin typeface="Arial"/>
              </a:rPr>
              <a:t>E a meu povo ensinarão a differença entre o sancto e o profano, e lhe farão saber a differença entre o impuro e o puro.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44:24</a:t>
            </a:r>
          </a:p>
          <a:p>
            <a:pPr algn="ctr"/>
            <a:r>
              <a:rPr sz="4400">
                <a:solidFill>
                  <a:srgbClr val="FFFFFF"/>
                </a:solidFill>
                <a:latin typeface="Arial"/>
              </a:rPr>
              <a:t>E, quando houver pleito, elles assistirão a elle para o julgarem; pelos meus juizos o julgarão: e as minhas leis e os meus estatutos em todas as minhas solemnidades guardarão, e os meus sabbados sanctificarão.</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44:25</a:t>
            </a:r>
          </a:p>
          <a:p>
            <a:pPr algn="ctr"/>
            <a:r>
              <a:rPr sz="4400">
                <a:solidFill>
                  <a:srgbClr val="FFFFFF"/>
                </a:solidFill>
                <a:latin typeface="Arial"/>
              </a:rPr>
              <a:t>E elles não entrarão a homem morto, para se contaminarem; mas por pae, ou por mãe, ou por filho, ou por filha, ou por irmão, ou por irmã que não tiver marido, se poderão contaminar.</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44:26</a:t>
            </a:r>
          </a:p>
          <a:p>
            <a:pPr algn="ctr"/>
            <a:r>
              <a:rPr sz="4400">
                <a:solidFill>
                  <a:srgbClr val="FFFFFF"/>
                </a:solidFill>
                <a:latin typeface="Arial"/>
              </a:rPr>
              <a:t>E, depois da sua purificação, lhe contarão sete dias.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44:27</a:t>
            </a:r>
          </a:p>
          <a:p>
            <a:pPr algn="ctr"/>
            <a:r>
              <a:rPr sz="4400">
                <a:solidFill>
                  <a:srgbClr val="FFFFFF"/>
                </a:solidFill>
                <a:latin typeface="Arial"/>
              </a:rPr>
              <a:t>E, no dia em que elle entrar no logar sancto, no atrio interior, para ministrar no logar sancto, offerecerá a sua expiação pelo peccado, diz o Senhor Jehovah.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44:28</a:t>
            </a:r>
          </a:p>
          <a:p>
            <a:pPr algn="ctr"/>
            <a:r>
              <a:rPr sz="4400">
                <a:solidFill>
                  <a:srgbClr val="FFFFFF"/>
                </a:solidFill>
                <a:latin typeface="Arial"/>
              </a:rPr>
              <a:t>E isto lhes será por herança: eu serei a sua herança: não lhes dareis portanto possessão em Israel: eu sou a sua possessão.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44:29</a:t>
            </a:r>
          </a:p>
          <a:p>
            <a:pPr algn="ctr"/>
            <a:r>
              <a:rPr sz="4400">
                <a:solidFill>
                  <a:srgbClr val="FFFFFF"/>
                </a:solidFill>
                <a:latin typeface="Arial"/>
              </a:rPr>
              <a:t>A offerta de manjares, e o sacrificio pelo peccado, e o sacrificio pela culpa elles comerão; e toda a coisa consagrada em Israel será d'elles.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44:30</a:t>
            </a:r>
          </a:p>
          <a:p>
            <a:pPr algn="ctr"/>
            <a:r>
              <a:rPr sz="4400">
                <a:solidFill>
                  <a:srgbClr val="FFFFFF"/>
                </a:solidFill>
                <a:latin typeface="Arial"/>
              </a:rPr>
              <a:t>E as primicias de todos os primeiros fructos de tudo, e toda a offerta de todas as vossas offertas, serão dos sacerdotes; tambem as primeiras das vossas massas dareis ao sacerdote; para que faça repousar a benção sobre a tua casa.</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00000"/>
        </a:solidFill>
        <a:effectLst/>
      </p:bgPr>
    </p:bg>
    <p:spTree>
      <p:nvGrpSpPr>
        <p:cNvPr id="1" name=""/>
        <p:cNvGrpSpPr/>
        <p:nvPr/>
      </p:nvGrpSpPr>
      <p:grpSpPr/>
      <p:sp>
        <p:nvSpPr>
          <p:cNvPr id="2" name="TextBox 1"/>
          <p:cNvSpPr txBox="1"/>
          <p:nvPr/>
        </p:nvSpPr>
        <p:spPr>
          <a:xfrm>
            <a:off x="457200" y="457200"/>
            <a:ext cx="11277295" cy="5943600"/>
          </a:xfrm>
          <a:prstGeom prst="rect">
            <a:avLst/>
          </a:prstGeom>
          <a:noFill/>
        </p:spPr>
        <p:txBody>
          <a:bodyPr wrap="square" anchor="ctr">
            <a:spAutoFit/>
          </a:bodyPr>
          <a:lstStyle/>
          <a:p>
            <a:pPr algn="ctr">
              <a:spcAft>
                <a:spcPts val="1200"/>
              </a:spcAft>
            </a:pPr>
            <a:r>
              <a:rPr sz="2600" b="0">
                <a:solidFill>
                  <a:srgbClr val="FFFFFF"/>
                </a:solidFill>
                <a:latin typeface="Arial"/>
              </a:rPr>
              <a:t>Ezequiel 44:31</a:t>
            </a:r>
          </a:p>
          <a:p>
            <a:pPr algn="ctr"/>
            <a:r>
              <a:rPr sz="4400">
                <a:solidFill>
                  <a:srgbClr val="FFFFFF"/>
                </a:solidFill>
                <a:latin typeface="Arial"/>
              </a:rPr>
              <a:t>Nenhuma coisa, que de si mesmo haja morrido ou haja sido arrebatada de aves e das bestas, comerão os sacerdotes.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