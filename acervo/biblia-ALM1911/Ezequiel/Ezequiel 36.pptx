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ó filho do homem, prophetiza aos montes de Israel, e dize: Montes de Israel, ouvi a palavra do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Porquanto diz o inimigo sobre vós: Ah! ah! até as eternas alturas são por nossa herança;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prophetiza, e dize: Assim diz o Senhor Jehovah: Porquanto vos assolaram e devoraram em redor, para que vós ficasseis feitos herança do resto das nações, e estaes levantados em labios do paroleiro, e em infamia do povo,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ouvi, ó montes de Israel, a palavra do Senhor Jehovah: Assim diz o Senhor Jehovah aos montes e aos outeiros, ás correntes e aos valles, aos logares assolados e solitarios, e ás cidades desamparadas, que se tornaram em rapina e em escarneo ao resto das nações que lhes estão em redor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assim diz o Senhor Jehovah: Certamente no fogo do meu zelo fallei contra o resto das nações, e contra todo o Edom, que se appropriaram da minha terra, com alegria de todo o coração, e com menosprezo da alma, para ser lançada fóra á rapina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prophetiza sobre a terra de Israel, e dize aos montes e aos outeiros, ás correntes e aos valles: Assim diz o Senhor Jehovah: Eis que fallei no meu zelo e no meu furor, porquanto levastes sobre vós o opprobrio dos gentios.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assim diz o Senhor Jehovah: Eu levantei a minha mão, para que os gentios que vos estão em redor levem o seu opprobrio sobre si mesmos.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vós, ó montes de Israel, ainda produzireis o vosso ramo, e dareis o vosso fructo para o meu povo de Israel; porque estão para vir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eis que eu estou comvosco; e eu me virarei para vós, e sereis lavrados e semeados.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multiplicarei os homens sobre vós, a toda a casa de Israel, a toda ella: e as cidades serão habitadas, e as solidões serão edificadas.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multiplicarei homens e bestas sobre vós, e se multiplicarão, e fructificarão: e vos farei habitar como d'antes, e o farei melhor que nos vossos principios; e sabereis que eu sou 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andar sobre vós uns homens; o meu povo de Israel: elles te possuirão, e serás a sua herança, e nunca mais os desfilharás.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Porquanto vos dizem: Tu és uma terra que devora os homens, e és uma terra que desfilha os seus povos;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tu não devorarás mais os homens, nem desfilharás mais os teus povos, diz o Senhor Jehovah.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que nunca mais se ouça em ti a affronta dos gentios; nem levarás mais sobre ti o opprobrio das gentes nem mais desfilharás a tua nação, diz o Senhor Jehovah.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quando a casa de Israel habitava na sua terra, então a contaminaram com os seus caminhos e com as suas acções: como a immundicia de uma mulher separada, era o seu caminho perante o meu rosto.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Derramei pois o meu furor sobre elles, por causa do sangue que derramaram sobre a terra, e dos seus idolos, com que a contaminaram.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espalhei entre as nações, e foram espalhados pelas terras: conforme os seus caminhos, e conforme os seus tratos, os julguei.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ás nações para onde se foram, profanaram o meu sancto nome; porquanto se dizia d'elles: Estes são o povo do Senhor, e sairam da sua terra.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poupei por amor do meu sancto nome, o qual a casa de Israel profanou entre as nações para onde foi.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 portanto á casa de Israel: Assim diz o Senhor Jehovah: Não é por vosso respeito que eu o faço, ó casa de Israel, porém pelo meu sancto nome, que profanaste entre as nações para onde vós fostes.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sanctificarei o meu grande nome, que foi profanado entre as nações, o qual profanastes no meio d'ellas; e as nações saberão que eu sou o Senhor, diz o Senhor Jehovah, quando eu fôr sanctificado aos seus olhos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tomarei d'entre as nações, e vos congregarei de todas as terras, e vos trarei para a vossa terra.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espalharei agua pura sobre vós, e ficareis purificados: de todas as vossas immundicias e de todos os vossos idolos vos purificarei.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darei um coração novo, e porei dentro de vós um espirito novo; e tirarei o coração de pedra da vossa carne, e vos darei um coração de carne.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dentro de vós o meu espirito, e farei que andeis nos meus estatutos, e guardeis os meus juizos, e os façaes.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habitareis na terra que eu dei a vossos paes, e vós me sereis por povo, e eu vos serei por Senhor.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livrarei de todas as vossas immundicias; e chamarei o trigo, e o multiplicarei, e não trarei fome sobre vós.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multiplicarei o fructo das arvores, e a novidade do campo, para que nunca mais recebaes o opprobrio da fome entre as nações.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vos lembrareis dos vossos maus caminhos, e dos vossos tratos, que não foram bons; e tereis nojo em vós mesmos das vossas maldades e das vossas abominações.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por amor de vós que eu faço isto, diz o Senhor Jehovah; notorio vos seja: envergonhae-vos, e ficae confusa sobre os vossos caminhos, ó casa de Israel.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No dia em que eu vos purificar de todas as vossas maldades, então farei com que sejam habitadas as cidades e sejam edificadas as solidões.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terra assolada se lavrará, em logar de ser assolada aos olhos de todos os que passavam.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dirão: Esta terra assolada ficou como jardim do Eden; e as cidades solitarias, e assoladas, e destruidas, estão fortalecidas e habitadas.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saberão as nações, que ficarem de resto em redor de vós, que eu, o Senhor, reedifico as cidades destruidas, e planto o assolado: eu, o Senhor, o fallei, e farei.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Ainda por isso serei requerido da casa de Israel, que lh'o faça: multiplical-os-hei de homens, como a um rebanho.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36:38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rebanho sanctificado, como o rebanho de Jerusalem nas suas solemnidades, assim as cidades desertas serão cheias de rebanhos de homens; e saberão que eu sou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