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no nono anno, no decimo mez, aos dez do mez,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escreve o nome d'este dia, d'este mesmo dia; porque o rei de Babylonia se achega a Jerusalem n'este mesmo 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usa de uma comparação para com a casa rebelde, e dize-lhe: Assim diz o Senhor Jehovah: Põe a panella ao lume, põe-n'a, e deita-lhe tambem agua dentro.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 n'ella os seus pedaços, todos os bons pedaços, as pernas e as espadoas; enche-a de ossos escolhidos.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Pega no melhor do rebanho, e queima tambem os ossos debaixo d'ella: faze-a ferver bem, e cozam-se dentro d'ella os seus ossos.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Ai da cidade sanguinaria, da panella cuja escuma está n'ella, e cuja escuma não saiu d'ella! tira d'ella pedaços a pedaços, não caia sorte sobre ella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seu sangue está no meio d'ella, sobre uma penha descalvada o poz: não o derramou sobre a terra, para o cobrir com pó.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eu faça subir a indignação, para tomar vingança, tambem eu puz o seu sangue n'uma penha descalvada, para que não se encubra.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Ai da cidade sanguinaria! tambem eu farei uma grande fogueira.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Amontoa muita lenha, accende o fogo, consome a carne, e tempera-a com especiarias, e ardam os ossos.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porás vazia sobre as suas brazas, para que ella aqueça, e se queime a sua ferrugem, e se funda a sua immundicia no meio d'ella, e se consuma a sua escuma.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vaidades me cançou; e não saiu d'ella a sua muita escuma; ao fogo irá a sua escuma.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immundicia ha infamia, porquanto te purifiquei, e tu não te purificaste; nunca mais serás purificada da tua immundicia, emquanto eu não fizer descançar sobre ti a minha indignação.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o Senhor, o fallei; virá, e o farei: não me tornarei atraz, e não pouparei, nem me arrependerei; conforme os teus caminhos, e conforme os teus tratos, te julgarão,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eis que tirarei de ti o desejo dos teus olhos d'um golpe, mas não lamentarás, nem chorarás, nem te correrão as lagrimas.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Refreia-te de gemer, não farás luto por mortos, ata o teu turbante, e mette nos pés os teus sapatos; e não te rebuçarás, e o pão dos homens não comerás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fallei ao povo pela manhã, e á tarde morreu minha mulher: e fiz pela manhã como se me deu ordem.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me disse: Porventura não nos farás saber o que nos significam estas coisas que tu estás fazendo?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lhes disse: Veiu a mim a palavra do Senhor,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á casa de Israel: Assim diz o Senhor Jehovah: Eis que eu profanarei o meu sanctuario, a gloria da vossa fortaleza, o desejo dos vossos olhos, e o regalo das vossas almas; e vossos filhos e vossas filhas, que deixastes, cairão á espada.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fareis como eu fiz: não vos rebuçareis, e não comereis o pão dos homens.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tereis nas cabeças os vossos turbantes, e os vossos sapatos nos pés; não lamentareis, nem chorareis, mas definhar-vos-heis nas vossas maldades, e dareis gemidos uns com os outros.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vos servirá Ezequiel de signal; conforme tudo quanto fez fareis: vendo isto, então sabereis que eu sou o Senhor Jehovah.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filho do homem, porventura não será no dia que eu lhes tirar a sua fortaleza, o gozo do seu ornamento, o desejo dos seus olhos, e a saudade das suas almas, seus filhos e suas filhas,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dia em que virá ter comtigo algum que escapar, para t'o fazer ouvir com os ouvidos?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abrir-se-ha a tua bocca para com aquelle que escapar, e fallarás, e mais não ficarás mudo: assim lhes virás a ser um signal maravilhoso, e saberão que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