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das tribus: desde o fim do norte, da banda do caminho de Hethlon, vindo para Hamath, Hazer-enon, o termo de Damasco para o norte, ao pé de Hamath: e ella terá a banda do oriente e do occidente; Dan terá uma porção.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Dan, desde a banda do oriente até á banda do occidente, Aser terá uma porção.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Aser, desde a banda do oriente até á banda do occidente, Naphtali uma porção.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Naphtali, desde a banda do oriente até á banda do occidente, Manassés uma porção.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Manassés, desde a banda do oriente até á banda do occidente, Ephraim uma porção.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Ephraim, desde a banda do oriente até á banda do occidente, Ruben uma porção.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Ruben, desde a banda do oriente até á banda do occidente, Judah uma porção.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Judah, desde a banda do oriente até á banda do occidente, será a offerta que haveis de offerecer, vinte e cinco mil cannas de largura, e de comprimento como uma das demais partes, desde a banda do oriente até á banda do occidente; e o sanctuario estará no meio d'ella.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offerta que haveis de offerecer ao Senhor será do comprimento de vinte e cinco mil cannas, e da largura de dez mil.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será a offerta sancta para os sacerdotes, para o norte vinte e cinco mil cannas de comprimento, e para o occidente dez mil de largura, e para o oriente dez mil de largura, e para o sul vinte e cinco mil de comprimento: e o sanctuario do Senhor estará no meio d'ella.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para os sacerdotes sanctificados d'entre os filhos de Zadoc, que guardaram a minha ordenança, que não andaram errados, quando os filhos d'Israel andavam errados, como erraram os outros levitas.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offerecido da offerta da terra lhes será sanctidade de sanctidades, junto ao termo dos levitas.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 terão defronte do termo dos sacerdotes vinte e cinco mil cannas de comprimento, e de largura dez mil: todo o comprimento será vinte e cinco mil, e a largura dez mil.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venderão d'isto, nem trocarão, nem transferirão as primicias da terra, porque é sanctidade ao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as cinco mil, as que ficaram da largura diante das vinte e cinco mil, ficarão profanas para a cidade, para habitação e para arrabaldes; e a cidade estará no meio d'ellas.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serão as suas medidas: a banda do norte de quatro mil e quinhentas cannas, e a banda do sul de quatro mil e quinhentas, e a banda do oriente de quatro mil e quinhentas, e a banda do occidente de quatro mil e quinhentas.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arrabaldes da cidade serão para o norte de duzentas e cincoenta cannas, e para o sul de duzentas e cincoenta, e para o oriente de duzentas e cincoenta, e para o occidente de duzentas e cincoenta.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 que ficou do resto do comprimento, defronte da sancta offerta, será dez mil para o oriente, e dez mil para o occidente; e estará defronte da sancta offerta; e a sua novidade será para sustento d'aquelles que servem a cidade.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servem a cidade servil-a-hão d'entre todas as tribus d'Israel.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offerta será de vinte e cinco mil cannas com mais vinte e cinco mil: em quadrado offerecereis a sancta offerta, com a possessão da cidade.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ficou de resto será para o principe; d'esta e da outra banda da sancta offerta, e da possessão da cidade, diante das vinte e cinco mil cannas da offerta, até ao termo do oriente e do occidente, diante das vinte e cinco mil, até ao termo do occidente, defronte das porções, será para o principe: e a offerta sancta e o sanctuario da casa será no meio d'ella.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a possessão dos levitas, e desde a possessão da cidade, no meio do que será para o principe, entre o termo de Judah e o termo de Benjamin, será para o principe.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 resto das tribus, desde a banda do oriente até á banda do occidente, Benjamin terá uma porção.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Benjamin, desde a banda do oriente até á banda do occidente, Simeão uma porção.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Simeão, desde a banda do oriente até á banda do occidente, Issacar uma porção.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Issacar, desde a banda do oriente até á banda do occidente, Zebulon uma porção.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Zebulon, desde a banda do oriente até á banda do occidente, Gad uma porção.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termo de Gad, ao sul, da banda do sul, será o termo de Tamar até ás aguas da contenda de Cades, junto ao ribeiro até ao mar grande.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terra que sorteareis em herança ás tribus de Israel; e estas são as suas porções, diz o Senhor Jehovah.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saidas da cidade, desde a banda do norte: quatro mil e quinhentas medidas.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portas da cidade serão conforme os nomes das tribus de Israel: tres portas para o norte: a porta de Ruben uma, a porta de Judah outra, a porta de Levi outra.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banda do oriente quatro mil e quinhentas medidas, e tres portas, a saber: a porta de José uma, a porta de Benjamin outra, a porta de Dan outra.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banda do sul quatro mil e quinhentas medidas, e tres portas: a porta de Simeão uma, a porta de Issacar outra, a porta de Zebulon outra.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banda do occidente quatro mil e quinhentas medidas, e as suas tres portas: a porta de Gad uma, a porta de Aser outra, a porta de Naphtali outra.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Dezoito mil medidas em redor; e o nome da cidade desde aquelle dia será: O Senhor está ali.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