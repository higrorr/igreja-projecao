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contra o monte de Seir, e prophetiza contra 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dize-lhe: Assim diz o Senhor Jehovah: Eis que eu estou contra ti, ó monte de Seir, e estenderei a minha mão contra ti, e te porei em assolação e espanto.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cidades porei em solidão, e tu te tornarás em assolação; e saberás que eu sou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guardas inimizade perpetua, e fizeste derramar os filhos d'Israel pela violencia da espada no tepmo da extrema iniquidade,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vivo eu, diz o Senhor Jehovah, que te preparei para sangue, e o sangue te perseguirá; pois que não aborreceste o sangue, o sangue te perseguirá.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do monte de Seir uma extrema assolação, e exterminarei d'elle o que por elle passar, e o que por elle tornar.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encherei os seus montes dos seus traspassados; nos teus outeiros, e nos teus valles, e em todas as tuas correntes cairão os traspassados á espada.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assolações perpetuas te porei, e as tuas cidades nunca mais serão habitadas: assim sabereis que eu sou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dizes: Os dois povos e as duas terras serão minhas, e as possuiremos, sendo que o Senhor se achava ali,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vivo eu, diz o Senhor Jehovah, que usarei conforme a tua ira, e conforme a tua inveja, de que usaste, com o teu odio, contra elles; e serei conhecido d'elles, quando te julgar.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saberás que eu, o Senhor, ouvi todas as tuas blasphemias, que disseste contra os montes d'Israel, dizendo: Já estão assolados, a nós nos são entregues por pasto.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vos engrandecestes contra mim com a vossa bocca, e multiplicastes as vossas palavras contra mim: eu o ouvi.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Quando se alegra toda a terra te porei em assolação.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te alegraste da herança da casa de Israel, porque está assolada, assim te farei a ti: em assolação serás tomado, ó monte de Seir, e todo o Edom, todo, digo; e saberão que eu sou o Senhor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