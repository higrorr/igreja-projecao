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faze conhecer a Jerusalem as suas abominações.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dize: Assim diz o Senhor Jehovah a Jerusalem: A tua origem e o teu nascimento procedem da terra dos cananeos: teu pae era amorrheo, e a tua mãe hethea.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ao teu nascimento, no dia em que nasceste não te foi cortado o umbigo, nem foste lavada com a agua, vendo-te eu; nem tão pouco foste esfregada com sal, nem envolta em faixas.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compadeceu de ti olho algum, para te fazer alguma coisa d'isto, compadecido de ti; antes foste lançada na face do campo, pelo nojo da tua alma, no dia em que tu nasceste.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passando eu por ao pé de ti, vi-te pizada no teu sangue, e disse-te: Ainda que estejas no teu sangue, vive; sim, disse-te: Ainda que estejas no teu sangue, vive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fiz multiplicar como o renovo do campo, e cresceste, e te engrandeceste, e chegaste á grande formosura: avultaram os peitos, e brotou o teu pello; porém estavas nua e descoberta.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passando eu por ao pé de ti, vi-te, e eis que o teu tempo era tempo de amores; e estendi sobre ti a ourela do meu manto, e cobri a tua nudez; e dei-te juramento, e entrei em concerto comtigo, diz o Senhor Jehovah, e tu ficaste sendo minha.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te lavei na agua, e te enxuguei do teu sangue, e te ungi com oleo.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vesti de bordadura, e te calcei de pello de texugo, e te cingi de linho fino, e te cobri de seda.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ornei com ornamentos, e te puz braceletes nas mãos e um collar á rodo do teu pescoço.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puz uma joia pendente na testa, e pendentes nas orelhas, e uma corôa de gloria na cabeça.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foste ornada de oiro e prata, e o teu vestido foi de linho fino, e de seda e bordadura: nutriste-te de flor de farinha, e mel e oleo; e foste formosa em extremo, e foste prospera, até chegares a ser rainha.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de ti a fama entre as nações, por causa da tua formosura, porque perfeita era, por causa da minha gloria que eu tinha posto sobre ti, diz o Senhor Jehovah.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confiaste na tua formosura, e fornicaste por causa da tua fama; derramaste as tuas fornicações a todo o que passava, para seres sua.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tomaste dos teus vestidos, e fizeste logares altos enfeitados, de diversas côres, e fornicaste sobre elles: taes coisas não vieram, nem hão de vir.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tomaste as tuas joias de enfeite, que eu te dei do meu oiro e da minha prata, e fizeste imagens do homens, e fornicaste com ellas.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tomaste os teus vestidos bordados, e os cobriste; e o meu oleo e o meu perfume pozeste diante d'ellas.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meu pão que te dei, a flor de farinha, e o oleo e o mel com que eu te sustentava tambem pozeste diante d'ellas em cheiro suave; e assim foi, diz o Senhor Jehovah.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Além d'isto, tomaste a teus filhos e tuas filhas, que me tinhas gerado, e os sacrificaste a ellas, para os consumirem: acaso é pequena a tua fornicação?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mataste a meus filhos, e os entregaste a ellas para os fazerem passar pelo fogo.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todas as tuas abominações, e tuas fornicações, não te lembraste dos dias da tua mocidade, quando tu estavas nua e descoberta, e pizada no teu sangue.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succedeu, depois de toda a tua maldade (ai! ai de ti! diz o Senhor Jehovah),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edificaste uma abobada, e fizeste logares altos por todas as ruas.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cada canto do caminho edificaste o teu logar alto, e fizeste abominavel a tua formosura, e alargaste os teus pés a todo o que passava: e assim multiplicaste as tuas fornicações.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fornicaste com os filhos do Egypto, teus visinhos de grandes carnes, e multiplicaste a tua fornicação para me provocares á ira.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eis que estendi a minha mão sobre ti, e diminui a tua porção; e te entreguei á vontade das que te aborrecem, a saber, das filhas dos philisteos, as quaes se envergonhavam do teu caminho depravado.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fornicaste com os filhos da Assyria, porquanto eras insaciavel; e, fornicando com elles, nem ainda assim ficaste farta;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multiplicaste as tuas fornicações na terra de Canaan até Chaldea, e nem ainda com isso te fartaste.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fraco está o teu coração, diz o Senhor Jehovah, fazendo tu todas estas coisas, obras d'uma mulher meretriz e imperiosa!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Edificando tu a tua abobada ao canto de cada caminho, e fazendo o teu logar alto em cada rua! nem foste como a meretriz, desprezando a paga;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como a mulher adultera que, em logar de seu marido, recebe os estranhos.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todas as meretrizes dão paga, mas tu dás os teus presentes a todos os teus amantes; e lhes dás presentes, para que venham a ti de todas as partes, por tuas fornicações.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comtigo succede o contrario das mulheres nas tuas fornicações, pois após ti não andam para fornicar; porque, dando tu a paga, e a ti não sendo dada a paga, te fizeste contraria ás outras.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ó meretriz, ouve a palavra do Senhor.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Porquanto se derramou o teu dinheiro, e se descobriu a tua nudez nas tuas fornicações com os teus amantes, como tambem com todos os idolos das tuas abominações, e no sangue de teus filhos que lhes deste: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eis que ajuntarei a todos os teus amantes, com os quaes te misturaste, como tambem a todos os que amaste, com todos os que aborreceste, e ajuntal-os-hei contra ti em redor, e descobrirei a tua nudez diante d'elles, para que vejam toda a tua nudez.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julgar-te-hei segundo o teu juizo das adulteras e das que derramam sangue; e entregar-te-hei ao sangue de furor e de ciume.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entregar-te-hei nas suas mãos, e derribarão a tua abobada, e transtornarão os teus altos logares, e te despirão os teus vestidos, e tomarão as tuas joias de enfeite, e te deixarão nua e descoberta.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farão subir contra ti um ajuntamento, e te apedrejarão com pedra, e te traspassarão com as suas espadas.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queimarão as tuas casas a fogo, e executarão juizos contra ti, aos olhos de muitas mulheres; e te farei cessar de ser meretriz, e paga não darás mais.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farei descançar em ti o meu furor, e os meus ciumes se desviarão de ti, e me aquietarei, e nunca mais me indignarei.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não te lembraste dos dias da tua mocidade, e me provocaste á ira com tudo isto: pelo que, eis que tambem eu farei recair o teu caminho sobre a tua cabeça, diz o Senhor Jehovah, e não farás tal enormidade de mais sobre todas as tuas abominações.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todo o que usa de proverbios usará de ti n'este proverbio, dizendo: Qual a mãe, tal sua filha.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a filha de tua mãe, que tinha nojo de seu marido e de seus filhos; e tu és a irmã de tuas irmãs, que tinham nojo de seus maridos e de seus filhos: vossa mãe foi hethea, e vosso pae amorrheo.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tua irmã maior é Samaria, ella e suas filhas, a qual habita á tua esquerda: e tua irmã menor que tu, que habita á tua mão direita, é Sodoma e suas filhas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não andaste nos caminhos, nem fizeste conforme as suas abominações, como se isto mui pouco fôra; porém te corrompeste mais do que ellas, em todos os teus caminhos.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Vivo eu, diz o Senhor Jehovah, que não fez Sodoma, tua irmã, nem ella, nem suas filhas, como fizeste tu e tuas filhas.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esta foi a maldade de Sodoma, tua irmã; soberba, fartura de pão, e abundancia de ociosidade teve ella e suas filhas, porém nunca esforçou a mão do pobre e do necessitado.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ensoberbeceram, e fizeram abominação diante de mim; pelo que as tirei d'ali, vendo eu isto.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Samaria não commetteu a metade de teus peccados: e multiplicaste as tuas abominações mais do que ellas, e justificaste a tuas irmãs, com todas as tuas abominações que fizeste.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pois tambem leva a tua vergonha, tu que julgaste a tuas irmãs, pelos teus peccados, que fizeste mais abominaveis do que ellas; mais justas são do que tu: envergonha-te logo tambem, e leva a tua vergonha, pois justificaste a tuas irmãs.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pois farei voltar os captivos d'elles; os captivos de Sodoma e suas filhas, e os captivos de Samaria e suas filhas, e os captivos do teu captiveiro entre ellas;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leves a tua vergonha, e sejas envergonhada por tudo o que fizeste, dando-lhes tu consolação.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tuas irmãs, Sodoma e suas filhas, tornarem ao seu primeiro estado, e tambem Samaria e suas filhas tornarem ao seu primeiro estado, tambem tu e tuas filhas tornareis ao vosso primeiro estado.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até Sodoma, tua irmã, foi ouvida na tua bocca, no dia das tuas soberbas,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que se descobrisse a tua maldade, como no tempo do desprezo das filhas da Syria, e de todos os que estavam ao redor d'ella, as filhas dos philisteos, que te desprezavam em redor.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enormidade e as tuas abominações tu levarás, diz o Senhor.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Jehovah: Tambem te farei como fizeste; que desprezaste o juramento, quebrantando o concerto.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 eu me lembrarei do meu concerto comtigo nos dias da tua mocidade; e estabelecerei comtigo um concerto eterno.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te lembrarás dos teus caminhos, e te confundirás, quando receberes tuas irmãs maiores do que tu, com as menores do que tu, porque t'as darei por filhas, porém não pelo teu concerto.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estabelecerei o meu concerto comtigo, e saberás que eu sou o Senhor;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16:63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te lembres d'isso, e te envergonhes, e nunca mais abras a tua bocca por causa da tua vergonha, quando me reconciliar comtigo de tudo quanto fizeste, diz o Senhor Jehovah.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