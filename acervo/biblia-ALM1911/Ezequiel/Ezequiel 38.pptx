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a:t>
            </a:r>
          </a:p>
          <a:p>
            <a:pPr algn="ctr"/>
            <a:r>
              <a:rPr sz="4400">
                <a:solidFill>
                  <a:srgbClr val="FFFFFF"/>
                </a:solidFill>
                <a:latin typeface="Arial"/>
              </a:rPr>
              <a:t>Veiu mais a mim a palavra do Senhor, dizendo: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38:2</a:t>
            </a:r>
          </a:p>
          <a:p>
            <a:pPr algn="ctr"/>
            <a:r>
              <a:rPr sz="4400">
                <a:solidFill>
                  <a:srgbClr val="FFFFFF"/>
                </a:solidFill>
                <a:latin typeface="Arial"/>
              </a:rPr>
              <a:t>Filho do homem, dirige o teu rosto contra Gog, terra de Magog, principe e chefe de Mesech e Tubal, e prophetiza contra elle,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38:3</a:t>
            </a:r>
          </a:p>
          <a:p>
            <a:pPr algn="ctr"/>
            <a:r>
              <a:rPr sz="4400">
                <a:solidFill>
                  <a:srgbClr val="FFFFFF"/>
                </a:solidFill>
                <a:latin typeface="Arial"/>
              </a:rPr>
              <a:t>E dize: Assim diz o Senhor Jehovah: Eis que eu estou contra ti, ó Gog, principe e chefe de Mesech e de Tubal;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38:4</a:t>
            </a:r>
          </a:p>
          <a:p>
            <a:pPr algn="ctr"/>
            <a:r>
              <a:rPr sz="4400">
                <a:solidFill>
                  <a:srgbClr val="FFFFFF"/>
                </a:solidFill>
                <a:latin typeface="Arial"/>
              </a:rPr>
              <a:t>E te farei voltar, e porei anzoes nos teus queixos, e te levarei a ti, com todo o teu exercito, cavallos e cavalleiros, todos vestidos bizarramente, congregação grande, com escudo e rodela, manejando todos a espada: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38:5</a:t>
            </a:r>
          </a:p>
          <a:p>
            <a:pPr algn="ctr"/>
            <a:r>
              <a:rPr sz="4400">
                <a:solidFill>
                  <a:srgbClr val="FFFFFF"/>
                </a:solidFill>
                <a:latin typeface="Arial"/>
              </a:rPr>
              <a:t>Persas, ethiopes, e puteos com elles, todos elles com escudo e capacete;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38:6</a:t>
            </a:r>
          </a:p>
          <a:p>
            <a:pPr algn="ctr"/>
            <a:r>
              <a:rPr sz="4400">
                <a:solidFill>
                  <a:srgbClr val="FFFFFF"/>
                </a:solidFill>
                <a:latin typeface="Arial"/>
              </a:rPr>
              <a:t>Gomer e todas as suas tropas, a casa de Togarma, da banda do norte, e todas as suas tropas, muitos povos comtigo.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38:7</a:t>
            </a:r>
          </a:p>
          <a:p>
            <a:pPr algn="ctr"/>
            <a:r>
              <a:rPr sz="4400">
                <a:solidFill>
                  <a:srgbClr val="FFFFFF"/>
                </a:solidFill>
                <a:latin typeface="Arial"/>
              </a:rPr>
              <a:t>Prepara-te, e dispõe-te, tu e todas as tuas congregações que se ajuntaram ao pé de ti, e serve-lhes tu de guarda.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38:8</a:t>
            </a:r>
          </a:p>
          <a:p>
            <a:pPr algn="ctr"/>
            <a:r>
              <a:rPr sz="4400">
                <a:solidFill>
                  <a:srgbClr val="FFFFFF"/>
                </a:solidFill>
                <a:latin typeface="Arial"/>
              </a:rPr>
              <a:t>Depois de muitos dias serás visitado: no fim dos annos virás á terra que se retirou da espada, e que foi congregada d'entre muitos povos aos montes de Israel, que sempre serviram de assolação; mas aquella terra foi tirada d'entre os povos, e todos elles habitarão seguramente.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38:9</a:t>
            </a:r>
          </a:p>
          <a:p>
            <a:pPr algn="ctr"/>
            <a:r>
              <a:rPr sz="4400">
                <a:solidFill>
                  <a:srgbClr val="FFFFFF"/>
                </a:solidFill>
                <a:latin typeface="Arial"/>
              </a:rPr>
              <a:t>Então subirás, virás como uma tempestade, far-te-has como uma nuvem para cobrir a terra, tu e todas as tuas tropas, e muitos povos comtigo.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38:10</a:t>
            </a:r>
          </a:p>
          <a:p>
            <a:pPr algn="ctr"/>
            <a:r>
              <a:rPr sz="4400">
                <a:solidFill>
                  <a:srgbClr val="FFFFFF"/>
                </a:solidFill>
                <a:latin typeface="Arial"/>
              </a:rPr>
              <a:t>Assim diz o Senhor Jehovah: E será n'aquelle dia que subirão conselhos sobre o teu coração, e maquinarás um mau designio,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38:11</a:t>
            </a:r>
          </a:p>
          <a:p>
            <a:pPr algn="ctr"/>
            <a:r>
              <a:rPr sz="4400">
                <a:solidFill>
                  <a:srgbClr val="FFFFFF"/>
                </a:solidFill>
                <a:latin typeface="Arial"/>
              </a:rPr>
              <a:t>E dirás: Subirei contra a terra das aldeias, virei contra os que estão em repouso, que habitam seguros; todos elles habitam sem muro, e não teem ferrolho nem portas;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38:12</a:t>
            </a:r>
          </a:p>
          <a:p>
            <a:pPr algn="ctr"/>
            <a:r>
              <a:rPr sz="4400">
                <a:solidFill>
                  <a:srgbClr val="FFFFFF"/>
                </a:solidFill>
                <a:latin typeface="Arial"/>
              </a:rPr>
              <a:t>Para despojar o despojo, e para roubar o roubo, para tornar a tua mão contra as terras desertas que agora se habitam, e contra o povo que se ajuntou d'entre as nações, e já tem gado e possessões, que habita no meio da terra.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38:13</a:t>
            </a:r>
          </a:p>
          <a:p>
            <a:pPr algn="ctr"/>
            <a:r>
              <a:rPr sz="4400">
                <a:solidFill>
                  <a:srgbClr val="FFFFFF"/>
                </a:solidFill>
                <a:latin typeface="Arial"/>
              </a:rPr>
              <a:t>Sheba, e Dedan, e os mercadores de Tarsis, e todos os seus leõesinhos te dirão: Porventura tu vens a despojar o despojo? ou ajuntaste o teu ajuntamento para roubar o roubo? para levar a prata e o oiro, para tomar o gado e possessões, para despojar o grande despojo?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38:14</a:t>
            </a:r>
          </a:p>
          <a:p>
            <a:pPr algn="ctr"/>
            <a:r>
              <a:rPr sz="4400">
                <a:solidFill>
                  <a:srgbClr val="FFFFFF"/>
                </a:solidFill>
                <a:latin typeface="Arial"/>
              </a:rPr>
              <a:t>Portanto, prophetiza, ó filho do homem, e dize a Gog: Assim diz o Senhor Jehovah: Porventura não o experimentarás n'aquelle dia, quando o meu povo Israel habitar com segurança?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38:15</a:t>
            </a:r>
          </a:p>
          <a:p>
            <a:pPr algn="ctr"/>
            <a:r>
              <a:rPr sz="4400">
                <a:solidFill>
                  <a:srgbClr val="FFFFFF"/>
                </a:solidFill>
                <a:latin typeface="Arial"/>
              </a:rPr>
              <a:t>Virás pois do teu logar, das* bandas do norte, tu e muitos povos comtigo, montados todos a cavallo, grande ajuntamento, e exercito numeroso,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38:16</a:t>
            </a:r>
          </a:p>
          <a:p>
            <a:pPr algn="ctr"/>
            <a:r>
              <a:rPr sz="4400">
                <a:solidFill>
                  <a:srgbClr val="FFFFFF"/>
                </a:solidFill>
                <a:latin typeface="Arial"/>
              </a:rPr>
              <a:t>E subirás contra o meu povo Israel, como uma nuvem, para cobrir a terra: no fim dos dias succederá; então te trarei contra a minha terra, para que as nações me conheçam a mim, quando eu me houver sanctificado em ti aos seus olhos, ó Gog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38:17</a:t>
            </a:r>
          </a:p>
          <a:p>
            <a:pPr algn="ctr"/>
            <a:r>
              <a:rPr sz="4400">
                <a:solidFill>
                  <a:srgbClr val="FFFFFF"/>
                </a:solidFill>
                <a:latin typeface="Arial"/>
              </a:rPr>
              <a:t>Assim diz o Senhor Jehovah: Porventura não és tu aquelle de quem eu disse nos dias antigos, pelo ministerio de meus servos, os prophetas de Israel, que n'aquelles dias prophetizaram largos annos, que te traria contra elles?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38:18</a:t>
            </a:r>
          </a:p>
          <a:p>
            <a:pPr algn="ctr"/>
            <a:r>
              <a:rPr sz="4400">
                <a:solidFill>
                  <a:srgbClr val="FFFFFF"/>
                </a:solidFill>
                <a:latin typeface="Arial"/>
              </a:rPr>
              <a:t>Succederá, porém, n'aquelle dia, no dia em que vier Gog contra a terra de Israel, diz o Senhor Jehovah, que a minha indignação subirá a meus narizes.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38:19</a:t>
            </a:r>
          </a:p>
          <a:p>
            <a:pPr algn="ctr"/>
            <a:r>
              <a:rPr sz="4400">
                <a:solidFill>
                  <a:srgbClr val="FFFFFF"/>
                </a:solidFill>
                <a:latin typeface="Arial"/>
              </a:rPr>
              <a:t>Porque fallei no meu zelo, no fogo do meu furor, que n'aquelle dia haverá grande tremor sobre a terra de Israel;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38:20</a:t>
            </a:r>
          </a:p>
          <a:p>
            <a:pPr algn="ctr"/>
            <a:r>
              <a:rPr sz="4400">
                <a:solidFill>
                  <a:srgbClr val="FFFFFF"/>
                </a:solidFill>
                <a:latin typeface="Arial"/>
              </a:rPr>
              <a:t>De tal maneira que tremerão diante da minha face os peixes do mar, e as aves do céu, e os animaes do campo, e todos os reptis que se arrastam sobre a terra, e todos os homens que estão sobre a face da terra; e os montes serão deitados abaixo, e os precipicios cairão, e todos os muros cairão á terra.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38:21</a:t>
            </a:r>
          </a:p>
          <a:p>
            <a:pPr algn="ctr"/>
            <a:r>
              <a:rPr sz="4400">
                <a:solidFill>
                  <a:srgbClr val="FFFFFF"/>
                </a:solidFill>
                <a:latin typeface="Arial"/>
              </a:rPr>
              <a:t>Porque chamarei sobre elle a espada por todos os meus montes, diz o Senhor Jehovah: a espada de cada um se voltará contra seu irmão.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38:22</a:t>
            </a:r>
          </a:p>
          <a:p>
            <a:pPr algn="ctr"/>
            <a:r>
              <a:rPr sz="4400">
                <a:solidFill>
                  <a:srgbClr val="FFFFFF"/>
                </a:solidFill>
                <a:latin typeface="Arial"/>
              </a:rPr>
              <a:t>E contenderei com elle pela peste e pelo sangue; e uma chuva inundante, e grandes pedras de saraiva, fogo, e enxofre choverei sobre elle, e sobre as suas tropas, e sobre os muitos povos que estiverem com elle.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38:23</a:t>
            </a:r>
          </a:p>
          <a:p>
            <a:pPr algn="ctr"/>
            <a:r>
              <a:rPr sz="4400">
                <a:solidFill>
                  <a:srgbClr val="FFFFFF"/>
                </a:solidFill>
                <a:latin typeface="Arial"/>
              </a:rPr>
              <a:t>Assim eu me engrandecerei e me sanctificarei, e me farei conhecer aos olhos de muitas nações; e saberão que eu sou o Senhor.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