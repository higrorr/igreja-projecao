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vinte e cinco do nosso captiveiro, no principio do anno, no decimo dia do mez, quatorze annos depois que a cidade foi ferida, n'aquelle mesmo dia veiu sobre mim a mão do Senhor, e me levou para lá.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visões de Deus me levou á terra d'Israel, e me poz sobre um monte mui alto, e havia sobre elle como edificio de cidade para a banda do sul.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havendo-me levado ali, eis que um homem cujo parecer era como o parecer de cobre tinha um cordel de linho na sua mão e uma canna de medir; e elle estava em pé na porta.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o homem: Filho do homem, vê com os teus olhos, e ouve com os teus ouvidos, e põe no teu coração tudo quanto eu te fizer vêr; porque afim de t'o mostrar foste tu aqui trazido: annuncia pois á casa de Israel tudo quanto tu vires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um muro fóra da casa em redor, e na mão do homem uma canna de medir, de seis covados, cada covado d'um covado e um palmo, e mediu a largura do edificio, d'uma canna, e a altura, d'uma canna.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á porta que olhava para o caminho do oriente, e subiu pelos seus degraus; mediu o umbral da porta, uma canna de largo, e o outro umbral, d'uma canna de largo.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cada camarinha era uma canna de comprido, e outra canna de largo, e entre as camarinhas havia cinco covados; e o umbral da porta, ao pé do vestibulo da porta, era d'uma canna, por dentro.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mediu o vestibulo da porta por dentro, d'uma canna.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mediu o outro alpendre da porta, de oito covados, e os seus pilares, de dois covados, e o vestibulo da porta, por dentro.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camarinhas da porta do caminho para o oriente eram tres d'esta e tres da outra banda, uma mesma medida era a das tres: tambem os pilares d'esta e da outra banda tinham a mesma medida.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Mediu mais a largura da entrada da porta, de dez covados; e o comprimento da porta, treze covados.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espaço de diante das camarinhas era de um covado, e de um covado o espaço da outra banda: e cada camarinha tinha seis covados d'uma e seis covados da outra banda.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mediu a porta desde o telhado d'uma camarinha até ao telhado da outra, vinte e cinco covados de largo, porta contra porta.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pilares de sessenta covados, a saber, para o pilar do atrio, em roda da porta.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desde a dianteira da porta da entrada até á dianteira do vestibulo da porta interior, havia cincoenta covados.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janellas de fechar nas camarinhas, e nos seus pilares, dentro da porta ao redor, e da mesma sorte nos vestibulos: e as janellas estavam á roda pela parte de dentro, e nos pilares havia palmas.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levou ao atrio exterior; e eis que havia n'elle camaras, e um solhado que estava feito no atrio em redor: trinta camaras havia n'aquelle solhado.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solhado da banda das portas era a par do comprimento das portas: o solhado estava debaixo.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mediu a largura da dianteira do atrio interior, por fóra, cem covados, da banda do oriente e do norte.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 porta que olhava para o caminho do norte, no atrio exterior, elle mediu o seu comprimento e a sua largura.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camarinhas, tres d'uma banda, e tres da outra, e os seus pilares e os seus vestibulos eram da medida da primeira porta: cincoenta covados era o seu comprimento, e a largura vinte e cinco covados.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janellas, e os seus vestibulos, e as suas palmas, eram da medida da porta que olhava para o caminho do oriente; e subiam a ella por sete degraus, e os seus vestibulos estavam diante d'ellas.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a porta do atrio interior defronte da porta do norte e do oriente; e mediu de porta a porta cem covados.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me levou ao caminho do sul, e eis uma porta que olhava para o caminho do sul, e mediu os seus pilares e os seus vestibulos conforme estas medidas.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tambem janellas em redor dos seus vestibulos, como estas janellas: cincoenta covados o comprimento, e a largura vinte e cinco covados.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sete degraus eram as suas subidas, e os seus vestibulos diante d'ellas; e tinha umas palmas, uma d'uma banda e outra da outra banda, nos seus pilares.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havia uma porta no atrio interior para o caminho do sul; e mediu de porta a porta, para o caminho do sul, cem covados.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levou ao atrio interior pela porta do sul; e mediu a porta do sul, conforme estas medidas.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camarinhas, e os seus pilares, e os seus vestibulos eram conforme estas medidas; e tinham tambem janellas ao redor dos seus vestibulos: o comprimento era de cincoenta covados, e a largura de vinte e cinco covados.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vestibulos em redor: o comprimento era de vinte e cinco covados, e a largura de cinco covados.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vestibulos estavam no atrio exterior, e tinham palmas nos seus pilares; e de oito degraus eram as suas subidas.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me levou ao atrio interior, para o caminho do oriente, e mediu a porta conforme estas medidas;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as suas camarinhas, e os seus pilares, e os seus vestibulos, conforme estas medidas; e tinha tambem janellas em redor dos seus vestibulos: o comprimento de cincoenta covados, e a largura de vinte e cinco covados.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vestibulos estavam no atrio de fóra: tambem havia palmas nos seus pilares de uma e de outra banda; e eram as suas subidas de oito degraus.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levou á porta do norte, e mediu conforme estas medidas;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camarinhas, os seus pilares, e os seus vestibulos; tambem tinha janellas em redor: o comprimento era de cincoenta covados, e a largura de vinte e cinco covados.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pilares estavam no atrio exterior: tambem havia palmas nos seus pilares de uma e de outra banda; e eram as suas subidas de oito degraus.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camara e a sua porta estavam junto aos pilares das portas onde levavam o holocausto.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vestibulo da porta havia duas mesas de uma banda, e duas mesas da outra, para n'ellas se degolar o holocausto e o sacrificio pelo peccado e pela culpa.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 banda de fóra da subida para a entrada da porta do norte havia duas mesas; e da outra banda, que estava no vestibulo da porta, havia duas mesas.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Quatro mesas de uma, e quatro mesas da outra banda; aos lados da porta oito mesas, sobre as quaes immolavam.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quatro mesas para o holocausto eram de pedras lavradas: o comprimento era de um covado e meio, e a largura de um covado e meio, e a altura de um covado: e sobre ellas se punham os instrumentos com que immolavam o holocausto e o sacrificio.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pedras do lar eram de um palmo de grossura, postas na casa em redor, e sobre as mesas a carne da offerta.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fóra da porta interior estavam as camaras dos cantores, no atrio de dentro, que estava da banda da porta do norte e olhava para o caminho do sul: uma estava á banda da porta do oriente, a qual olhava para o caminho do norte.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disse: Esta camara que olha para o caminho do sul é para os sacerdotes que teem a guarda do templo.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camara que olha para o caminho do norte é para os sacerdotes que teem a guarda do altar: estes são os filhos de Zadoc, que se chegam ao Senhor, d'entre os filhos de Levi, para o servir.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mediu o atrio: o comprimento de cem covados e a largura de cem covados, quadrado; e o altar estava diante do templo.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levou ao vestibulo do templo, e mediu a cada pilar do vestibulo, cinco covados de uma banda, e cinco covados da outra; e a largura da porta, tres covados de uma banda, e tres covados da outra.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40:49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comprimento do vestibulo era de vinte covados, e a largura de onze covados, e com degraus, pelos quaes se subia; e havia columnas junto aos pilares, uma de uma banda e outra da outra.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