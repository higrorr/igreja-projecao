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põe-te sobre os teus pés, e fallarei comtigo.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em mim o espirito, fallando elle comigo, que me poz sobre os meus pés, e ouvi o que me fallava.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eu te envio aos filhos d'Israel, ás nações rebeldes que se rebellaram contra mim; elles e seus paes prevaricaram contra mim, até este mesmo 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são filhos de semblante duro, e obstinados de coração: eu te envio a elles, e lhes dirás: Assim diz o Senhor Jehovah.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quer ouçam quer deixem de ouvir (porque elles são casa rebelde), saberão, comtudo, que esteve no meio d'elles um propheta.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filho do homem, não os temas, nem temas as suas palavras; ainda que são sarças e espinhos para comtigo, e tu habites com escorpiões, não temas as suas palavras, nem te assustes com os seus rostos, porque casa rebelde são 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lhes dirás as minhas palavras, quer ouçam quer deixem de ouvir: porquanto elles são rebeldes.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ó filho do homem, ouve o que eu te fallo, não sejas rebelde como a casa rebelde: abre a tua bocca, e come o que eu te dou.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vi, e eis que uma mão se estendia para mim, e eis que n'ella havia um rolo de livro.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estendeu-o diante de mim, e elle estava escripto por dentro e por fóra: e n'elle estavam escriptas lamentações, e suspiros e ais.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