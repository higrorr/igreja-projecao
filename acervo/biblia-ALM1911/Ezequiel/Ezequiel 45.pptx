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45:1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Quando pois repartirdes a terra por sortes em herança, offerecereis uma offerta ao Senhor, um logar sancto da terra: o comprimento será o comprimento de vinte e cinco mil cannas de medir, e a largura de dez mil: este será sancto em todo o seu contorno ao redor.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45:2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Serão d'isto para o sanctuario quinhentas com mais quinhentas, em quadrado do redor, e terá em redor um arrabalde de cincoenta covados.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45:3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d'esta medida medirás o comprimento de vinte e cinco mil covados, e a largura de dez mil: e ali estará o sanctuario e o logar sanctissimo.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45:4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Este será o logar sancto da terra; elle será para os sacerdotes que administram o sanctuario e se approximam para servir ao Senhor; e lhes servirá de logar para casas, e de logar sancto para o sanctuario.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45:5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terão os levitas, ministros da casa, em possessão sua, vinte e cinco mil medidas de comprimento, para vinte camaras.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45:6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para possessão da cidade, de largura dareis cinco mil cannas, e de comprimento vinte e cinco mil, defronte da offerta sancta: o que será para toda a casa de Israel.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45:7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principe porém terá a sua parte d'esta e da outra banda da sancta offerta, e da possessão da cidade, diante da sancta offerta, e diante da possessão da cidade, da esquina occidental para o occidente, e da esquina oriental para o oriente; e será o comprimento, defronte d'uma das partes, desde o termo occidental até ao termo oriental.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45:8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esta terra será a sua possessão em Israel; e os meus principes nunca mais opprimirão o meu povo, antes deixarão a terra á casa de Israel, conforme as suas tribus.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45:9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Assim diz o Senhor Jehovah: Já vos baste, ó principes de Israel; affastae a violencia e a assolação, e praticae juizo e justiça: tirae as vossas imposições do meu povo, diz o Senhor Jehovah.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45:10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Balanças justas, e epha justo, e bato justo tereis.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45:11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epha e o bato serão d'uma mesma medida, de maneira que o bato contenha a decima parte do homer, e o epha a decima parte do homer; conforme o homer será a sua medida.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45:12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 siclo será de vinte geras: vinte siclos, vinte e cinco siclos, e quinze siclos vos servirão d'um arratel.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45:13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Esta será a offerta que haveis de offerecer: a sexta parte d'um epha de cada homer de trigo; tambem dareis a sexta parte d'um epha de cada homer de cevada.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45:14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Quanto ao estatuto do azeite, de cada bato de azeite offerecereis a decima parte d'um bato tirado d'um coro, que é um homer de dez batos; porque dez batos fazem um homer.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45:15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um cordeiro do rebanho, de cada duzentos, da mais regada terra de Israel, para offerta de manjares, e para holocausto, e para sacrificio pacifico; para fazer expiação por elles, diz o Senhor Jehovah.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45:16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Todo o povo da terra concorrerá a esta offerta, pelo principe em Israel.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45:17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estarão a cargo do principe os holocaustos, e as offertas de manjares, e as libações, nas festas, e nas luas novas, e nos sabbados, em todas as solemnidades da casa de Israel: elle fará a expiação pelo peccado, e a offerta de manjares, e o holocausto, e os sacrificios pacificos, para fazer expiação pela casa de Israel.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45:18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Assim diz o Senhor Jehovah: No primeiro mez, no primeiro dia do mez, tomarás um bezerro sem mancha, e purificarás o sanctuario.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45:19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 sacerdote tomará do sangue do sacrificio pela expiação, e porá d'elle nas hombreiras da casa, e nas quatro esquinas da listra do altar, e nas hombreiras da porta do atrio interior.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45:20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Assim tambem farás no setimo dia do mez, por causa dos que erram, e por causa dos simplices: assim expiareis a casa.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45:21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No primeiro mez, no dia quatorze do mez, tereis a paschoa, uma festa de sete dias; pão asmo se comerá.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45:22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 principe no mesmo dia, por si e por todo o povo da terra, preparará um bezerro de expiação pelo peccado.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45:23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nos sete dias da festa preparará um holocausto ao Senhor, de sete bezerros e sete carneiros sem mancha, cada dia durante os sete dias; e o sacrificio de expiação d'um bode cada dia.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45:24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Tambem preparará uma offerta de manjares, a saber, um epha, para cada bezerro, e um epha para cada carneiro, e um hin de azeite para cada epha.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45:25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No setimo mez, no dia quinze do mez, na festa, fará o mesmo todos os sete dias, tanto o sacrificio pela expiação, como o holocausto, e como a offerta de manjares, e como o azeite.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