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dirige o teu rosto contra Jerusalem, e derrama as tuas palavras contra os sanctuarios, e prophetiza contra a terra de 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 á terra de Israel: Assim diz o Senhor: Eis me aqui contra ti, e tirarei a minha espada da sua bainha, e exterminarei do meio de ti o justo e o impio.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porquanto hei de exterminar do meio de ti o justo e o impio, por isso sairá a minha espada da sua bainha contra toda a carne, desde o sul até ao norte.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saberá toda a carne que eu, o Senhor, tirei a minha espada da sua bainha: nunca mais voltará a ella.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porém, ó filho do homem, suspira; suspira aos olhos d'elles, com quebrantamento dos lombos e com amargura.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quando elles te disserem: Porque suspiras tu? dirás: Pela fama, porque já vem; e todo o coração desmaiará, e todas as mãos se enfraquecerão, e todo o espirito se angustiará, e todos os joelhos se desfarão em aguas; eis que já vem, e se fará, diz o Senhor Jehovah.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prophetiza, e dize: Assim diz o Senhor: dize: A espada, a espada está afiada, e tambem açacalada.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matar com grande matança está afiada, para reduzir está açacalada: alegrar-nos-hemos pois? a vara de meu filho é que despreza todo o madeiro.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deu a açacalar, para usar d'ella com a mão: esta espada está afiada, e está açacalada, para a metter na mão do que está para matar.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Grita e uiva, ó filho do homem, porque esta será contra o meu povo, será contra todos os principes de Israel: espantos terá o meu povo por causa da espada; portanto bate na côxa.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se fez a prova que havia então? porventura tambem não haveria vara desprezadora? diz o Senhor Jehovah.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pois, ó filho do homem, prophetiza, e bate com as mãos uma na outra; porque a espada até á terceira vez se dobrará: a espada é dos atravessados grandes, que entrará a elles até nas recamaras.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desmaie o coração, e se multipliquem os tropeços, contra todas as suas portas puz a ponta da espada, a que foi feita para reduzir, e está reservada para matar!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espada, reune-te, vira-te para a direita; prepara-te, vira-te para a esquerda, para onde quer que o teu rosto se dirigir.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eu baterei com as minhas mãos uma na outra, e farei descançar a minha indignação: eu, o Senhor, o fallei.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pois, ó filho do homem, propõe dois caminhos, por onde venha a espada do rei de Babylonia: ambos procederão de uma mesma terra, e escolhe uma banda; no cimo do caminho da cidade o escolhe.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caminho proporás, por onde virá a espada contra Rabba dos filhos d'Ammon, e contra Judah, em Jerusalem, a fortificada.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rei de Babylonia parará na encruzilhada, no cimo dos dois caminhos, para usar de adivinhações: aguçará as suas frechas, consultará os terafins, attentará para o figado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sua direita estará a adivinhação sobre Jerusalem, para ordenar os arietes, para abrir a bocca á matança, para levantar a voz com jubilo, para pôr os arietes contra as portas, para levantar uma tranqueira, para edificar um baluarte.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será aos olhos d'elles como adivinhação vã, porquanto foram ajuramentados com juramentos entre elles; porém elle se lembrará da maldade, para que sejam apanhados.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Jehovah: Porquanto me fazeis lembrar da vossa maldade, descobrindo-se as vossas prevaricações, apparecendo os vossos peccados em todos os vossos tratos, porquanto viestes em memoria, sereis apanhados na mão.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ó profano e impio principe d'Israel, cujo dia virá no campo da extrema maldade,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Tira para fóra o diadema, e levanta de ti a corôa; esta não será a mesma; exalta ao humilde, e humilha ao soberbo.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revéz, ao revéz, ao revéz porei aquella corôa, e ella mais não será, até que venha aquelle a quem pertence de direito, e a elle a darei.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ó filho do homem, prophetiza, e dize: Assim diz o Senhor Jehovah ácerca dos filhos de Ammon, e ácerca do seu desprezo: dize pois: A espada, a espada está desembainhada, açacalada para a matança, para consumir, para reluzir;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Entretanto que te vêem vaidade, entretanto que te adivinham mentira, para te pôrem aos pescoços dos traspassados pelos impios, cujo dia virá no tempo da extrema maldade.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 a tua espada á sua bainha: no logar em que foste creado, na terra do teu nascimento, julgarei.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derramarei sobre ti a minha indignação, assoprarei contra ti o fogo do meu furor, entregar-te-hei nas mãos dos homens fogosos, inventores de destruição.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fogo servirás de pasto: o teu sangue será no meio da terra: não virás em memoria; porque eu, o Senhor, o fallei.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