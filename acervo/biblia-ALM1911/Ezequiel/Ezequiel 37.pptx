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sobre mim a mão do Senhor, e o Senhor, pelo espirito, me levou e me poz no meio de um valle que estava cheio de ossos.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fez passar por toda a roda d'elles; e eis que eram mui numerosos sobre a face do valle, e eis que estavam sequissimos.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Filho do homem, porventura viverão estes ossos? E eu disse: Senhor Jehovah, tu o sabes.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Prophetiza sobre estes ossos, e dize-lhes: Ossos seccos, ouvi a palavra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 Jehovah a estes ossos: Eis que farei entrar em vós o espirito, e vivereis.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nervos sobre vós, e farei crescer carne sobre vós, e sobre vós estenderei pelle, e porei em vós o espirito, e vivereis, e sabereis que eu sou 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prophetizei como se me deu ordem; e houve um arroido, prophetizando eu; e eis que se fez um reboliço, e os ossos se achegaram, cada osso ao seu osso.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olhei, e eis que vinham nervos sobre elles, e cresceu a carne, e estendeu-se a pelle sobre elles por cima; porém não havia n'elles espirito.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 disse: Prophetiza ao espirito, prophetiza, ó filho do homem, e dize ao espirito: Assim diz o Senhor Jehovah: Vem dos quatro ventos, ó espirito, e assopra sobre estes mortos, e viverão.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prophetizei como elle me deu ordem: então o espirito entrou n'elles, e viveram, e se pozeram em seus pés, um exercito grande em extremo.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 disse: Filho do homem, estes ossos são toda a casa de Israel: eis que dizem: Os nossos ossos se seccaram, e pereceu a nossa esperança: nós estamos cortados.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prophetiza, e dize-lhes: Assim diz o Senhor Jehovah: Eis que eu abrirei as vossas sepulturas, e vos farei subir das vossas sepulturas, ó povo meu, e vos trarei á terra de Israel.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sabereis que eu sou o Senhor, quando eu abrir as vossas sepulturas, e vos fizer subir das vossas sepulturas, ó povo meu.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porei em vós o meu espirito, e vivereis, e vos metterei na vossa terra, e sabereis que eu, o Senhor, fallei isto, e o fiz, diz o Senhor.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a mim a palavra do Senhor,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pois, ó filho do homem, toma um pau, e escreve n'elle: A Judah e aos filhos de Israel, seus companheiros. E toma outro pau, e escreve n'elle: A José, o pau de Ephraim, e de toda a casa de Israel, seus companheiros.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ajunta um ao outro, para que sejam um pau; e serão unidos na tua mão.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quando te fallarem os filhos do teu povo, dizendo: Porventura não nos declaras que significam estas coisas?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dirás: Assim diz o Senhor Jehovah: Eis que eu tomarei o pau de José, que esteve na mão de Ephraim, e das tribus de Israel, seus companheiros, e os ajuntarei com elle ao pau de Judah, e farei d'elles um só pau, e elles se farão um só na minha mão.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paus, sobre que houveres escripto, estarão na tua mão, perante os olhos d'elles.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Dize-lhes pois: Assim diz o Senhor Jehovah: Eis que eu tomarei os filhos de Israel de entre as nações, para onde elles foram, e os congregarei de todas as partes, e os levarei á sua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d'elles farei uma nação na terra, nos montes d'Israel, e todos elles terão por seu rei um só rei; e nunca mais serão duas nações; nunca mais para o futuro se dividirão em dois reinos.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nunca mais se contaminarão com os seus idolos, nem com as suas abominações, nem com as suas prevaricações, e os livrarei de todas as suas habitações, em que peccaram, e os purificarei: assim me serão por povo, e eu lhes serei por Deus.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meu Servo David será rei sobre elles, e todos elles terão um só pastor; e andarão nos meus juizos, e guardarão os meus estatutos, e os farão.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habitarão na terra que dei a meu servo Jacob, em que habitaram vossos paes; e habitarão n'ella, elles e seus filhos, e os filhos de seus filhos, para sempre, e David, meu servo, será seu principe eternamente.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com elles um concerto de paz; será com elles um concerto perpetuo; e os porei, e os multiplicarei, e porei o meu sanctuario no meio d'elles para sempre.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meu tabernaculo estará com elles, e lhes serei por Deus e elles me serão por povo.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37:28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nações saberão que eu sou o Senhor que sanctifico a Israel, quando estiver o meu sanctuario no meio d'elles para sempre.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