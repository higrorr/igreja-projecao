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que mais é o pau da videira do que todo outro pau? ou o sarmento entre os paus do bosque?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Toma-se porventura d'elle madeira para fazer alguma obra? ou toma-se d'elle alguma estaca, para que se lhe pendure algum traste?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entregam ao fogo, para que seja consumido; ambas as suas extremidades consome o fogo, e o meio d'elle fica queimado: serviria porventura para alguma obra?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estando inteiro, não se fazia d'elle obra, quanto menos sendo consumido do fogo? e, sendo queimado, se faria ainda obra d'elle?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Como é o pau da videira entre os paus do bosque, o que entrego ao fogo para que seja consumido, assim entregarei os habitantes de Jerusalem.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porei a minha face contra elles; saindo elles de um fogo, outro fogo os consumirá; e sabereis que eu sou o Senhor, quando tiver posto a minha face contra 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a terra em assolação, porquanto grandemente prevaricaram,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