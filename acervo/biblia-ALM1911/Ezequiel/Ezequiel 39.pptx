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pois, ó filho do homem, prophetiza ainda contra Gog, e dize: Assim diz o Senhor Jehovah: Eis que eu estou contra ti, ó Gog, principe e chefe de Mesech e de Tubal.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farei voltar, e te porei seis anzoes, e te farei subir das bandas do norte, e te trarei aos montes de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tirarei o teu arco da tua mão esquerda, e farei cair as tuas frechas da tua mão direita.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montes de Israel cairás, tu e todas as tuas tropas, e os povos que estão comtigo; e ás aves de rapina, e ás aves de toda a aza, e aos animaes do campo, te dei por pasto.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face do campo cairás, porque eu o fallei, diz o Senhor Jehovah.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enviarei um fogo a Magog, e entre os que habitam seguros nas ilhas; e saberão que eu sou 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conhecido o meu sancto nome no meio do meu povo Israel, e nunca mais deixarei profanar o meu sancto nome; e as nações saberão que eu sou o Senhor, o Sancto em 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é vindo, e será feito, diz o Senhor Jehovah: este é o dia de que tenho fallado.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habitantes das cidades de Israel sairão, e accenderão fogo, e queimarão as armas, e os escudos e as rodelas, com os arcos, e com as frechas, e com os bastões de mão, e com as lanças; e accenderão fogo com ellas por sete annos.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trarão lenha do campo, nem a cortarão dos bosques, mas com as armas accenderão fogo; e roubarão aos que os roubaram, e despojarão aos que os despojaram, diz o Senhor Jehovah.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succederá que, n'aquelle dia, darei ali a Gog um logar de sepultura em Israel, o valle dos que passam ao oriente do mar; e este tapará os narizes aos que passarem; e ali sepultarão a Gog, e a toda a sua multidão, e lhe chamarão o valle da multidão de Gog.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casa de Israel os enterrará por sete mezes, para purificar a terra.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todo o povo da terra os enterrará, e lhes será de nomeada o dia em que eu fôr glorificado, diz o Senhor Jehovah.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separarão uns homens que incessantemente passarão pela terra, para que elles, juntamente com os que passam, sepultem os que tiverem ficado sobre a face da terra, para a purificarem: ao cabo de sete mezes farão esta busca.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passam pela terra passarão, e, vendo algum o osso de um homem, lhe levantará ao pé um signal, até que os enterradores o houverem enterrado no valle da multidão de Gog.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 nome da cidade será Hamona: assim purificarão a terra.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pois, ó filho do homem, assim diz o Senhor Jehovah, dize ás aves de toda a aza, e a todos os animaes do campo: Ajuntae-vos e vinde, congregae-vos de ao redor para o meu sacrificio, que eu sacrifiquei por vós, um sacrificio grande, nos montes de Israel, e comei carne e bebei sangue.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Comereis a carne dos principes da terra; dos carneiros, dos cordeiros, e dos bodes, e dos bezerros, todos cevados de Basan.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comereis a gordura até vos fartardes, e bebereis o sangue até vos embebedardes, do meu sacrificio, que sacrifiquei por vós.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fartareis á minha mesa, de cavallos, e de carros, de valentes, e de todos os homens de guerra, diz o Senhor Jehovah.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porei a minha gloria entre as nações, e todas as nações verão o meu juizo, que eu tiver executado, e a minha mão, que sobre ellas tiver carregado.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saberão os da casa de Israel que eu sou o Senhor seu Deus, desde aquelle dia em diante.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nações saberão que os da casa d'Israel, por causa da sua iniquidade, foram levados em captiveiro, porque se rebellaram contra mim, e eu escondi d'elles a minha face, e os entreguei nas mãos de seus adversarios, e todos cairam á espada.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 sua immundicia e conforme as suas prevaricações usei com elles, e escondi d'elles a minha face.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Agora tornarei a trazer os captivos de Jacob, e me compadecerei de toda a casa d'Israel; zelarei pelo meu sancto nome;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houverem levado sobre si a sua vergonha, e toda a sua rebeldia, com que se rebellaram contra mim, habitando elles seguros na sua terra, sem haver quem os espantasse.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os tornar a trazer de entre os povos, e os houver ajuntado das terras de seus inimigos, e eu fôr sanctificado n'elles aos olhos de muitas nações,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saberão que eu sou o Senhor seu Deus, vendo que eu os fiz levar em captiveiro entre as nações, e os tornei a ajuntar para a sua terra, e nenhum d'elles deixei lá mais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esconderei mais a minha face d'elles, quando eu houver derramado o meu espirito sobre a casa de Israel, diz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