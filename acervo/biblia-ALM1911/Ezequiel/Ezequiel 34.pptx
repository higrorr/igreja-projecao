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prophetiza contra os pastores de Israel; prophetiza, e dize aos pastores: Assim diz o Senhor Jehovah: Ai dos pastores de Israel que se apascentam a si mesmos! porventura os pastores não apascentarão as ovelhas?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Comeis o gordo, e vos vestis de lã; degolaes o cevado; porém não apascentaes as ovelhas.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fracas não fortalecestes, e a doente não curastes, e a quebrada não ligastes, e a desgarrada não tornastes a trazer, e a perdida não buscastes: porém dominaes sobre ellas com rigor e dureza.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espalharam, por não haver pastor, e ficaram para pasto de toda a besta do campo, porquanto se espalharam.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minhas ovelhas andam desgarradas por todos os montes, e por todo o alto outeiro; e as minhas ovelhas andam espalhadas por toda a face da terra, sem haver quem pergunte por ellas, sem haver quem as busque.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ó pastores, ouvi a palavra do Senhor: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eu, diz o Senhor Jehovah, que, porquanto as minhas ovelhas foram entregues á rapina, e as minhas ovelhas vieram a servir de pasto a toda a besta do campo, á falta de pastor, e os meus pastores não perguntam pelas minhas ovelhas, e os pastores se apascentam a si mesmos, e não apascentam as minhas ovelhas;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ó pastores, ouvi a palavra do Senhor: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Eis que eu estou contra os pastores, e demandarei as minhas ovelhas da sua mão, e os farei cessar de apascentar as ovelhas, e os pastores não se apascentarão mais a si mesmos; e livrarei as minhas ovelhas da sua bocca, e lhes não servirão mais de pasto.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Eis que eu, eu digo, perguntarei pelas minhas ovelhas, e as buscarei.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pastor busca o seu rebanho, no dia em que está no meio das suas ovelhas dispersas, assim buscarei as minhas ovelhas; e as farei escapar de todos os logares por onde andam espalhadas, no dia da nuvem e da escuridão.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tirarei dos povos, e as congregarei das terras, e as trarei á sua terra, e as apascentarei nos montes de Israel, junto ás correntes, e em todas as habitações da terra.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bons pastos as apascentarei, e nos altos montes de Israel será a sua malhada; ali se deitarão n'uma boa malhada, e pastarão em pastos gordos nos montes de 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apascentarei as minhas ovelhas, e eu as farei repousar, diz o Senhor Jehovah.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perdida buscarei, e a desgarrada tornarei a trazer, e a quebrada atarei, e a enferma fortalecerei; mas a gorda e a forte destruirei; apascental-as-hei com juizo.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 vós, ó ovelhas minhas, assim diz o Senhor Jehovah: Eis que eu julgarei entre gado pequeno e gado pequeno, entre carneiros e bodes.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Acaso não vos basta que pasteis o bom pasto, senão que pizeis o resto de vossos pastos a vossos pés? e que bebaes as profundas aguas, senão que enlameeis o resto com os vossos pés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minhas ovelhas pastarão o que foi pizado com os vossos pés, e beberão o que tem sido turvado com os vossos pés.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o Senhor Jehovah assim lhes diz: Eis que eu, sim, eu, julgarei entre o gado gordo e o gado magro.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com o lado e com o hombro daes empurrões, e com as vossas pontas escorneaes todas as fracas, até que as espalhaes para fóra,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livrarei as minhas ovelhas, para que não sirvam mais de rapina, e julgarei entre gado miudo e gado miudo.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levantarei sobre ellas um só pastor, e elle as apascentará: meu servo David, este as apascentará, e este lhes servirá de pastor.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o Senhor, lhes serei por Deus, e o meu servo David será principe no meio d'elles: eu, o Senhor, o fallei.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com elles um concerto de paz, e farei cessar a besta ruim da terra, e habitarão no deserto seguramente, e dormirão nos bosques.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elles, e aos logares ao redor do meu outeiro, os porei por benção; e farei descer a chuva a seu tempo: chuvas de benção serão.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arvores do campo darão o seu fructo, e a terra dará a sua novidade, e estarão seguros na sua terra; e saberão que eu sou o Senhor, quando eu quebrar as varas do seu jugo e os livrar da mão dos que se serviam d'elles.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servirão mais de rapina aos gentios, e a besta fera da terra nunca mais os comerá: e habitarão seguramente, e ninguem haverá que os espante.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lhes levantarei uma planta de nome, e nunca mais serão arrebatados da fome na terra, nem mais levarão sobre si o opprobrio dos gentios.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Saberão, porém, que eu, o Senhor seu Deus, estou com elles, e que elles são o meu povo, a casa d'Israel, diz o Senhor Jehovah.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pois, ó ovelhas minhas, ovelhas do meu pasto; homens sois; porém eu sou o vosso Deus, diz o Senhor Jehovah.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