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dize ao principe de Tyro: Assim diz o Senhor Jehovah: Porquanto se eleva o teu coração, e dizes: Eu sou Deus, na cadeira de Deus me assento no meio dos mares (sendo tu homem, e não Deus), e estimas o teu coração como se fôra o coração de Deus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mais sabio és que Daniel: nada ha de occulto que se possa esconder de 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tua sabedoria e pelo teu entendimento alcançaste o teu poder, e adquiriste oiro e prata nos teus thesouros.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extensão da tua sabedoria no teu commercio augmentaste o teu poder; e eleva-se o teu coração por causa do teu poder;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assim diz o Senhor Jehovah: Porquanto estimas o teu coração, como se fôra o coração de Deus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eis que eu trarei sobre ti estranhos, os mais formidaveis d'entre as nações, os quaes desembainharão as suas espadas contra a formosura da tua sabedoria, e mancharão o teu resplandor.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 cova te farão descer, e morrerás da morte dos traspassados no meio dos mares.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pois de alguma maneira dirás diante d'aquelle que te matar: Eu sou Deus; sendo tu homem, e não Deus, na mão do que te traspassa?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morte dos incircumcisos morrerás, por mão dos estranhos; porque eu o fallei, diz o Senhor Jehovah.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mais a mim a palavra do Senhor, dizendo: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levanta uma lamentação sobre o rei de Tyro, e dize-lhe: Assim diz o Senhor Jehovah: Tu és o sellador da somma, cheio de sabedoria e perfeito em formosura.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Estavas no Eden, jardim de Deus, toda a pedra preciosa era a tua cobertura, sardonia, topazio, diamante, turqueza, onyx, jaspe, saphira, carbunculo, esmeralda e oiro: a obra dos teus tambores e dos teus pifaros estava em ti; no dia em que foste creado foram preparados.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eras o cherubim, ungido para cobridor, e te estabeleci: no monte sancto de Deus estavas, no meio das pedras afogueadas andavas.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Perfeito eras nos teus caminhos, desde o dia em que foste creado, até que se achou iniquidade em ti.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multiplicação do teu commercio encheram o teu interior de violencia, e peccaste; pelo que te lançarei profanado do monte de Deus, e te farei perecer, ó cherubim cobridor, do meio das pedras afogueadas.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Elevou-se o teu coração por causa da tua formosura, corrompeste a tua sabedoria por causa do teu resplandor; por terra te lancei, diante dos reis te puz, para que olhem para ti.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multidão das tuas iniquidades, pela injustiça do teu commercio profanaste os teus sanctuarios: eu pois fiz sair do meio de ti um fogo, que te consumiu a ti, e te tornei em cinza sobre a terra, aos olhos de todos os que te vêem.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que te conhecem entre os povos estão espantados de ti; em grande espanto te tornaste, e nunca mais serás para sempre.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dirige o teu rosto contra Sidon, e prophetiza contra ella,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dize: Assim diz o Senhor Jehovah: Eis-me contra ti, ó Sidon, e serei glorificado no meio de ti; e saberão que eu sou o Senhor, quando n'ella executar juizos e n'ella me sanctificar.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enviarei contra ella a peste, e o sangue nas suas ruas, e os traspassados cairão no meio d'ella, á espada, estando em roda contra ella; e saberão que eu sou o Senhor.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casa de Israel nunca mais terá espinho que a roce, nem espinho que cause dôr, de todos os que de ao redor d'elles os roubam; e saberão que eu sou o Senhor Jehovah.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Quando eu congregar a casa d'Israel d'entre os povos entre os quaes estão espalhados, e eu me sanctificar entre elles, perante os olhos das nações, então habitarão na sua terra que dei a meu servo, a Jacob.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habitarão n'ella seguros, e edificarão casas, e plantarão vinhas, e habitarão seguros, quando eu executar juizos contra todos os que roubam nos seus contornos; e saberão que eu sou o Senhor seu Deus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