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para os montes de Israel, e prophetiza contra 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dirás: Montes d'Israel, ouvi a palavra do Senhor Jehovah: Assim diz o Senhor Jehovah aos montes, aos outeiros, aos ribeiros e aos valles: Eis que eu, sim eu, trarei a espada sobre vós, e destruirei os vossos altos.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assolados os vossos altares, e quebradas as vossas imagens do sol, e derribarei os vossos traspassados, diante dos vossos idolos.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os cadaveres dos filhos de Israel diante dos seus idolos; e espalharei os vossos ossos em redor dos vossos altares.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todas as vossas habitações as cidades serão destruidas, e os altos assolados; para que os vossos altares sejam destruidos e assolados, e os vossos idolos se quebrem e cessem, e as vossas imagens do sol sejam cortadas, e desfeitas as vossas obras.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traspassados cairão no meio de vós; para que saibaes que eu sou 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deixarei um resto, para que tenhaes alguns que escaparem da espada entre as nações, quando fordes espalhados pelas terras.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lembrarão de mim os que escaparem de vós entre as nações para onde foram levados em captiveiro; porquanto me quebrantei por causa do seu coração fornicario, que se desviou de mim, e por causa dos seus olhos, que andaram fornicando após os seus idolos; e terão nojo de si mesmos, por causa das maldades que fizeram em todas as suas abominações.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saberão que eu sou o Senhor, e que não disse debalde que lhes faria este mal.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Bate com a mão, e pateia com o teu pé, e dize: Ah, por todas as abominações das maldades da casa d'Israel! porque cairão á espada, e de fome, e de peste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estiver longe morrerá de peste, e o que está perto cairá á espada; e o que ficar de resto e cercado morrerá de fome: e cumprirei o meu furor contra elles.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sabereis que eu sou o Senhor, quando estiverem os seus traspassados no meio dos seus idolos, em redor dos seus altares, em todo o outeiro alto, em todos os cumes dos montes, e debaixo de toda a arvore verde, e debaixo de todo o carvalho espesso, no logar onde offereciam perfume de cheiro suave a todos os seus idolos.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estenderei a minha mão sobre elles, e farei a terra assolada, e mais assolada do que o deserto da banda de Diblath, em todas as suas habitações: e saberão que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