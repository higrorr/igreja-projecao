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aos trinta annos, no quarto mez, no dia quinto do mez, estando eu no meio dos captivos, junto ao rio Chebar, se abriram os céus, e eu vi visões de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quinto dia do mez (que foi no quinto anno do captiveiro do rei Joachim),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expressamente a palavra do Senhor a Ezequiel, filho de Buzi, o sacerdote, na terra dos chaldeos, junto ao rio de Chebar, e ali esteve sobre elle a mão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vi, e eis que um vento tempestuoso vinha do norte, uma grande nuvem, e um fogo revolvendo-se n'ella, e um resplandor ao redor d'ella, e no meio d'ella havia uma coisa como de côr de ambar, que sahia do meio do fogo.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meio d'ella sahia a similhança de quatro animaes; e esta era a sua apparencia: Tinham a similhança de homens.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um tinha quatro rostos, como tambem cada um d'elles quatro azas.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pés eram pés direitos; e as plantas dos seus pés como a planta do pé d'uma bezerra, e luziam como a côr de cobre abrazado.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tinham mãos de homem debaixo das suas azas, aos quatro lados; e assim todos quatro tinham seus rostos e suas azas.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Uniam-se as suas azas uma á outra: não se viravam quando iam, e cada qual andava diante do seu rosto.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similhança dos seus rostos era como o rosto de homem; e á mão direita todos os quatro tinham rosto de leão, e á mão esquerda todos os quatro tinham rosto de boi; e rosto de aguia todos os quatro.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rostos e as suas azas estavam divididas por cima: cada qual tinha duas azas juntas uma á outra, e duas cobriam os corpos d'elles.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qual andava diante do seu rosto; para onde o espirito havia de ir, iam; não se viravam quando andavam.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 similhança dos animaes, o seu parecer era como de brazas de fogo ardentes, como uma apparencia d'alampadas: o fogo corria por entre os animaes, e o fogo resplandecia, e do fogo sahiam relampagos;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animaes corriam, e tornavam, á similhança dos relampagos.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os animaes: e eis aqui uma roda na terra junto aos animaes, para cada um dos seus quatro rostos.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aspecto das rodas, e a obra d'ellas, era como côr de turqueza; e as quatro tinham uma mesma similhança: e o seu aspecto, e a sua obra, era como se estivera uma roda no meio de outra roda.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Andando ellas, andavam pelos quatro lados d'elles; não se viravam quando andavam.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costas eram tão altas, que mettiam medo; e estas quatro tinham as suas costas cheias de olhos ao redor.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andando os animaes, andavam as rodas ao pé d'elles; e, elevando-se os animaes da terra, elevavam-se tambem as rodas.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onde o espirito havia de ir, iam; para lá havia o espirito de ir; e as rodas se elevavam defronte d'elles, porque o espirito de vida estava nas rodas.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Andando elles, andavam ellas, e, parando elles, paravam ellas, e, elevando-se elles da terra, elevavam-se tambem as rodas defronte d'elles; porque o espirito dos animaes estava nas rodas.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as cabeças dos animaes havia uma similhança de firmamento, como um aspecto de crystal terrivel, estendido por cima, sobre as suas cabeças.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debaixo do firmamento estavam as suas azas direitas uma para a outra: cada um tinha duas, que lhe cobriam o corpo de uma banda; e cada um tinha outras duas, que os cobriam da outra banda.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andando elles, ouvi o ruido das suas azas, com o ruido de muitas aguas, como a voz do Omnipotente, a voz d'um estrondo, como o estrepito de um exercito: parando elles, abaixavam as suas azas.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ouviu-se uma voz por cima do firmamento, que ficava por cima das suas cabeças: parando elles, abaixavam as suas azas.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cima do firmamento, que ficava por cima das suas cabeças, havia uma similhança de throno, como d'uma saphira; e sobre a similhança do throno uma similhança ao aspecto d'um homem, que estava por cima, sobre elle.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como a côr de ambar, como o aspecto do fogo pelo interior d'elle, desde o aspecto dos seus lombos, e d'ahi para cima; e, desde o aspecto dos seus lombos e d'ahi para baixo, vi como a similhança do fogo, e um resplandor ao redor d'elle.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aspecto do arco que apparece na nuvem no dia da chuva, assim era o aspecto do resplandor em redor: este era o aspecto da similhança da gloria do Senhor: e, vendo-a eu, cahi sobre o meu rosto, e ouvi a voz de quem fallava.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