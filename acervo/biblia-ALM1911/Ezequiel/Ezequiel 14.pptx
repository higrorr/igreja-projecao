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vieram a mim alguns homens dos anciãos de Israel, e se assentaram diante de mim.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veiu a mim a palavra do Senhor, dizendo: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do homem, estes homens levantaram os seus idolos sobre os seus corações, e o tropeço da sua maldade pozeram diante da sua face; porventura pois devéras me perguntam?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falla com elles, e dize-lhes: Assim diz o Senhor Jehovah: Qualquer homem da casa de Israel, que levantar os seus idolos sobre o seu coração, e o tropeço da sua maldade pozer diante da sua face, e vier ao propheta, eu, o Senhor, vindo elle, lhe responderei conforme a multidão dos seus idolos;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apanhar a casa de Israel no seu coração, porquanto todos se apartaram de mim para seguirem os seus idolos.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dize á casa de Israel: Assim diz o Senhor Jehovah: Convertei-vos, e deixae-vos converter dos vossos idolos; e desviae os vossos rostos de todas as vossas abominações.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qualquer homem da casa de Israel, e dos estrangeiros que peregrinam em Israel, que se alienar de mim, e levantar os seus idolos sobre o seu coração, e pozer o tropeço da sua maldade diante do seu rosto, e vier ao propheta, para me consultar por meio d'elle, eu, o Senhor, lhe responderei por mim mesmo.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porei o meu rosto contra o tal homem, e o assolarei para que sirva de signal e de dictado, e arrancal-o-hei do meio do meu povo: e sabereis que eu sou o Senhor.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quando o propheta se deixar persuadir, e fallar alguma coisa, eu, o Senhor, persuadi esse propheta; e estenderei a minha mão contra elle, e destruil-o-hei do meio do meu povo Israel,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levarão a sua maldade: como fôr a maldade do que pergunta, assim será a maldade do propheta;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a casa de Israel não se desvie mais d'após mim, nem se contamine mais com todas as suas transgressões: então elles me serão por povo, e eu lhes serei por Deus, diz o Senhor Jehovah.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Veiu ainda a mim a palavra do Senhor, dizendo: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do homem, quando uma terra peccar contra mim, gravemente rebellando, então estenderei a minha mão contra ella, e lhe quebrarei o sustento do pão, e enviarei contra ella fome, e arrancarei d'ella homens e animaes: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que estivessem no meio d'ella estes tres homens, Noé, Daniel e Job, elles pela sua justiça livrariam sómente a sua alma, diz o Senhor Jehovah.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eu fizer passar pela terra as más bestas, e ellas a despojarem de filhos, que ella seja assolada, e ninguem possa passar por ella por causa das bestas;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estes tres homens estivessem no meio d'ella, vivo eu, diz o Senhor Jehovah, que nem a filhos nem a filhas livrariam; elles só ficariam livres, e a terra seria assolada.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Ou, se eu trouxer a espada sobre a tal terra, e disser: Espada, passa pela terra: e eu arrancar d'ella homens e bestas: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que aquelles tres homens estivessem n'ella, vivo eu, diz o Senhor Jehovah, que nem filhos nem filhas livrariam, senão elles só ficariam livres.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Ou, se eu enviar a peste sobre a tal terra, e derramar o meu furor sobre ella com sangue, para arrancar d'ella homens e bestas: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que Noé, Daniel e Job estivessem no meio d'ella, vivo eu, diz o Senhor Jehovah, que nem um filho nem uma filha livrariam a sua alma, mas só elles livrarão as suas proprias almas pela sua justiça.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diz o Senhor Jehovah: Quanto mais, se eu enviar os meus quatro maus juizos, a espada, e a fome, e as más bestas, e a peste, contra Jerusalem, para arrancar d'ella homens e bestas?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eis que alguns dos que escaparem ficarão de resto n'ella, que serão tirados para fóra, assim filhos como filhas; eis que elles sairão a vós, e vereis o seu caminho e os seus feitos; e ficareis consolados do mal que eu trouxe sobre Jerusalem, e de tudo o que trouxe sobre ella.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vos consolarão, quando virdes o seu caminho e os seus feitos; e sabereis que não fiz sem razão tudo quanto fiz n'ella, diz o Senhor Jehovah.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