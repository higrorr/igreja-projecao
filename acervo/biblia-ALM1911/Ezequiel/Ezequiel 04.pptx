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toma um tijolo, e pôl-o-has diante de ti, e grava n'elle a cidade de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põe contra ella um cerco, e edifica contra ella uma fortificação, e levanta contra ella uma tranqueira, e põe contra ella arraiaes, e põe-lhe vaevens em redor.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toma uma sertã de ferro, e põe-n'a por muro de ferro entre ti e entre a cidade; e dirige para ella o teu rosto, e assim será cercada, e a cercarás; isto servirá de signal á casa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tambem deita-te sobre o teu lado esquerdo, e põe a maldade da casa de Israel sobre elle: conforme o numero dos dias que te deitares sobre elle, levarás as suas maldades.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já te tenho dado os annos da sua maldade, conforme o numero dos dias, trezentos e noventa dias; e levarás a maldade da casa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cumprires estes, tornar-te-has a deitar sobre o teu lado direito, e levarás a maldade da casa de Judah quarenta dias: um dia te dei por cada anno.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Dirigirás pois o teu rosto para o cerco de Jerusalem, e o teu braço estará descoberto, e prophetizarás contra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porei sobre ti cordas: assim tu não te voltarás d'um lado para o outro, até que cumpras os dias do teu cerco.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toma trigo, e cevada, e favas, e lentilhas, e milho, e aveia, e mette-os n'um vaso, e faze d'elles pão: conforme o numero dos dias que tu te deitares sobre o teu lado, trezentos e noventa dias, comerás d'isso.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tua comida, que has de comer, será do peso de vinte siclos cada dia: de tempo em tempo a comerás.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beberás a agua por medida, a saber, a sexta parte d'um hin: de tempo em tempo beberás.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comerás como bolos de cevada, e o cozerás com o esterco que sae do homem, diante dos olhos d'elles.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Assim comerão os filhos de Israel o seu pão immundo, entre as nações ás quaes os lançarei.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Ah! Senhor, Senhor! eis que a minha alma não foi contaminada, porque nunca comi coisa morta, nem despedaçada, desde a minha mocidade até agora: nem carne abominavel entrou na minha bocca.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Vê, tenho-te dado bosta de vaccas, em logar de esterco de homem; e com ella prepararás o teu pão.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Filho do homem, eis que eu quebranto o sustento do pão em Jerusalem, e comerão o pão por peso, e com desgosto; e a agua beberão por medida, e com espanto;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pão e a agua lhes falte, e se espantem uns com os outros, e se consumam nas suas maldades.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