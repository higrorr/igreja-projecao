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falla aos filhos do teu povo, e dize-lhes: Quando eu fizer vir a espada sobre a terra, e o povo da terra tomar um homem dos seus termos, e o constituir por seu atalaia,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vir que a espada vem sobre a terra, e tocar a trombeta, e avisar o povo,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ouvir o som da trombeta, não se der por avisado, e vier a espada, e o tomar, o seu sangue será sobre a sua cabeça.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ouviu o som da trombeta, e não se deu por avisado, o seu sangue será sobre elle; mas o que se dá por avisado salvará a sua vida.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quando o atalaia vir que vem a espada, e não tocar a trombeta, e não fôr avisado o povo, e a espada vier, e levar uma vida d'entre elles, este tal foi levado na sua iniquidade, porém o seu sangue demandarei da mão do atalaia.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pois, ó filho do homem, te constitui por atalaia sobre a casa d'Israel; tu pois ouvirás a palavra da minha bocca, e lh'a annunciarás da minha parte.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 eu pois ao impio: Ó impio, certamente morrerás; e tu lhe não fallares, para dissuadir ao impio do seu caminho, morrerá esse impio na sua iniquidade, porém o seu sangue eu o demandarei da tua mão.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quando tu tiveres dissuadido ao impio do seu caminho, para que se converta d'elle, e elle se não converter do seu caminho, elle morrerá na sua iniquidade; porém tu livraste a tua alma.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pois, filho do homem, dize á casa de Israel: Assim fallaes vós, dizendo: Visto que as nossas prevaricações e os nossos peccados estão sobre nós, e nós desfallecemos n'elles, como viveremos então?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Dize-lhes: Vivo eu, diz o Senhor Jehovah, que não tenho prazer na morte do impio, mas que o impio se converta do seu caminho, e viva: convertei-vos, convertei-vos dos vossos maus caminhos; pois por que razão morrereis, ó casa de Israel?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pois, filho do homem, dize aos filhos do teu povo: A justiça do justo não o fará escapar no dia da sua prevaricação; e, quanto á impiedade do impio, não cairá por ella, no dia em que se converter da sua impiedade; nem o justo por ella poderá viver no dia em que peccar.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disser ao justo que certamente viverá, e elle confiar na sua justiça, e fizer iniquidade, não virão em memoria todas as suas justiças, mas na sua iniquidade, que faz, n'ella morrerá.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tambem disser ao impio: Certamente morrerás; e elle se converter do seu peccado, e fizer juizo e justiça,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Restituindo esse impio o penhor, pagando o furtado, andando nos estatutos da vida, e não fazendo iniquidade, certamente viverá, não morrerá.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todos os seus peccados com que peccou não se fará memoria contra elle: juizo e justiça fez, certamente viverá.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dizem os filhos do teu povo: Não é recto o caminho do Senhor: mas o proprio caminho d'elles é que não é recto.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Desviando-se o justo da sua justiça, e fazendo iniquidade, morrerá n'ella.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convertendo-se o impio da sua impiedade, e fazendo juizo e justiça, elle viverá por elles.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dizeis: Não é recto o caminho do Senhor: julgar-vos-hei a cada um conforme os seus caminhos, ó casa de Israel.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no anno duodecimo, no decimo mez, aos cinco do mez do nosso captiveiro, veiu a mim um que tinha escapado de Jerusalem, dizendo: Já ferida é a cidade.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a mão do Senhor estivera sobre mim pela tarde, antes que viesse o que tinha escapado, e abriu a minha bocca, até que chegou a mim pela manhã; e abriu-se a minha bocca, e não fiquei mais em silencio.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mim a palavra do Senhor, dizendo: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os moradores d'estes logares desertos da terra de Israel, fallando, dizem: Abrahão era um só, e possuiu esta terra; porém nós somos muitos, esta terra a nós foi dada em possessão.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Dize-lhes portanto: Assim diz o Senhor Jehovah: A carne com o sangue comeis, e levantaes os vossos olhos para os vossos idolos, e derramaes o sangue! e possuireis esta terra?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Estribaes-vos sobre a vossa espada, commetteis abominação, e contaminaes cada um a mulher do seu proximo! e possuireis a terra?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lhes dirás: Assim disse o Senhor Jehovah: Vivo eu, que os que estiverem em logares desertos, cairão á espada, e o que estiver sobre a face do campo o entregarei á fera, para que o coma, e os que estiverem em logares fortes e em cavernas morrerão de pestilencia.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tornarei a terra em assolação e espanto, e cessará a soberba da sua força; e os montes de Israel serão tão assolados que não haja quem passe por elles.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saberão que eu sou o Senhor, quando eu tornar a terra em assolação e espanto, por todas as suas abominações que fizeram.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ti, ó filho do homem, os filhos do teu povo fallam de ti junto ás paredes e nas portas das casas; e falla um com o outro, cada um a seu irmão, dizendo; Vinde, peço-vos, e ouvi qual seja a palavra que procede do Senhor.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veem a ti, como o povo costumava vir, e se assentam diante de ti, como o meu povo, e ouvem as tuas palavras, mas não as põem por obra: antes elles lisongeiam com a sua bocca, porém o seu coração segue a sua avareza.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tu lhe és como uma canção de amores, de quem tem voz suave, e que bem tange; porque ouvem as tuas palavras, mas não as põem por obra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quando vier isto (eis que está para vir), então saberão que houve no meio d'elles um propheta.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