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18:1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veiu a mim a palavra do Senhor, dizendo: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18:2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tendes vós, vós que dizeis esta parabola da terra de Israel, dizendo: Os paes comeram uvas verdes, e os dentes dos filhos se embotaram?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18:3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Vivo eu, diz o Senhor Jehovah, que nunca mais direis esta parabola em Israel.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18:4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todas as almas são minhas; como o é a alma do pae, assim tambem a alma do filho é minha: a alma que peccar, essa morrerá.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18:5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Sendo pois o homem justo, e fazendo juizo e justiça,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18:6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não comer sobre os montes, nem levantar os seus olhos para os idolos da casa de Israel, nem contaminar a mulher do seu proximo, nem se chegar á mulher na sua separação,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18:7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 não opprimir a ninguem, tornando ao devedor o seu penhor, e se não fizer roubo, se der o seu pão ao faminto, e cobrir ao nú com vestido,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18:8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não der o seu dinheiro á usura, e não receber demais, se desviar a sua mão da injustiça, e fizer verdadeiro juizo entre homem e homem,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18:9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andar nos meus estatutos, e guardar os meus juizos, para obrar segundo a verdade, o tal justo certamente viverá, diz o Senhor Jehovah.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18:10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 elle gerar um filho ladrão, derramador de sangue, que fizer a seu irmão qualquer d'estas coisas;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18:11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que não fizer todas as demais coisas, mas antes comer sobre os montes, e contaminar a mulher de seu proximo,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18:12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Opprimir ao afflicto e necessitado, fizer roubos, não tornar o penhor, e levantar os seus olhos para os idolos, e fizer abominação,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18:13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Der o seu dinheiro á usura, e receber demais, porventura viverá? Não viverá: todas estas abominações elle fez, certamente morrerá; o seu sangue será sobre elle.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18:14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eis que, se tambem elle gerar filho que vir todos os peccados que seu pae fez, e, vendo-os, não commetter coisas similhantes,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18:15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comer sobre os montes, e não levantar os seus olhos para os idolos da casa de Israel, e não contaminar a mulher de seu proximo,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18:16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opprimir a ninguem, e não retiver o penhor, e não fizer roubo, der o seu pão ao faminto, e cobrir ao nú com vestido,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18:17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Desviar do afflicto a sua mão, não receber usura em demasia, fizer os meus juizos, e andar nos meus estatutos, o tal não morrerá pela maldade de seu pae; certamente viverá.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18:18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Seu pae, porquanto fez oppressão, roubou os bens do irmão, e fez o que não era bom no meio de seu povo, eis que elle morrerá pela sua maldade.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18:19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dizeis: Porque não levará o filho a maldade do pae? Porque o filho fez juizo e justiça, e guardou todos os meus estatutos, e os praticou, por isso certamente viverá.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18:20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alma que peccar, essa morrerá: o filho não levará a maldade do pae, nem o pae levará a maldade do filho: a justiça do justo será sobre elle, e a impiedade do impio será sobre elle.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18:21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se o impio se converter de todos os seus peccados que commetteu, e guardar todos os meus estatutos, e fizer juizo e justiça, certamente viverá; não morrerá.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18:22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todas as suas transgressões que commetteu não haverá lembrança contra elle: pela sua justiça que praticou viverá.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18:23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de qualquer maneira desejaria eu a morte do impio? diz o Senhor Jehovah; porventura não desejo que se converta dos seus caminhos e viva?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18:24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desviando-se o justo da sua justiça, e commettendo a iniquidade, fazendo conforme todas as abominações que faz o impio, porventura viveria? de todas as suas justiças que tiver feito não se fará memoria: na sua transgressão com que transgrediu, e no seu peccado com que peccou, n'elles morrerá.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18:25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Dizeis, porém: O caminho do Senhor não é direito. Ouvi agora, ó casa d'Israel: Porventura não são os vossos caminhos indirectos?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18:26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Desviando-se o justo da sua justiça, e commettendo iniquidade, morrerá por ella: na sua iniquidade que commetteu morrerá.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18:27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Porém, convertendo-se o impio da sua impiedade que commetteu, e praticando o juizo e a justiça, conservará este a sua alma em vida.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18:28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Porquanto considera, e se converte de todas as suas transgressões que commetteu; certamente viverá, não morrerá.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18:29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Comtudo, diz a casa d'Israel: O caminho do Senhor não é direito. Porventura os meus caminhos não serão direitos, ó casa de Israel? porventura não são os vossos caminhos indirectos?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18:30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eu vos julgarei, cada um conforme os seus caminhos, ó casa d'Israel, diz o Senhor Jehovah: tornae-vos, e convertei-vos de todas as vossas transgressões, e a iniquidade não vos servirá de tropeço.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18:31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Lançae de vós todas as vossas transgressões com que transgredistes, e fazei-vos um coração novo e um espirito novo; pois por que razão morrerieis, ó casa d'Israel?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18:32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não tomo prazer na morte do que morre, diz o Senhor Jehovah: convertei-vos, pois, e vivei.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