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9:1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me gritou aos ouvidos com grande voz, dizendo: Fazei chegar os intendentes da cidade, cada um com as suas armas destruidoras na mão.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9:2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eis que vinham seis homens caminho da porta alta, que olha para o norte, e cada um com as suas armas destruidoras na mão, e entre elles um homem vestido de linho, com um tinteiro de escrivão á sua cinta; e entraram, e se pozeram junto ao altar de bronze.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9:3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 gloria do Deus d'Israel se levantou de sobre o cherubim sobre o qual estava, até ao umbral da casa; e clamou ao homem vestido de linho, que tinha o tinteiro de escrivão á sua cinta.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9:4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disse-lhe o Senhor: Passa pelo meio da cidade, pelo meio de Jerusalem, e marca com um signal as testas dos homens que suspiram e que gemem por causa de todas as abominações que se commettem no meio d'ella.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9:5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aos outros disse a meus ouvidos: Passae pela cidade após elle, e feri: não poupe o vosso olho, nem vos compadeçaes.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9:6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Matae velhos, mancebos, e virgens, e meninos, e mulheres, até exterminal-os; porém a todo o homem que tiver o signal não vos chegueis; e começae pelo meu sanctuario. E começaram pelos homens mais velhos que estavam diante da casa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9:7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disse-lhes: Contaminae a casa e enchei os atrios de mortos: sahi. E sairam, e feriram na cidade.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9:8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Succedeu pois que, havendo-os ferido, e ficando eu de resto, cahi sobre a minha face, e clamei, e disse: Ah! Senhor Jehovah! dar-se-ha caso que destruas todo o restante de Israel, derramando a tua indignação sobre Jerusalem?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9:9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me disse: A maldade da casa de Israel e de Judah é grandissima, e a terra se encheu de sangue e a cidade se encheu de perversidade; porque dizem: O Senhor deixou a terra, e o Senhor não vê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9:10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Pois tambem, emquanto a mim, não poupará o meu olho, nem me compadecerei: sobre a cabeça d'elles farei recair o seu caminho.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9:11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eis que o homem que estava vestido de linho, a cuja cinta estava o tinteiro, tornou com a resposta, dizendo: Fiz como me mandaste.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