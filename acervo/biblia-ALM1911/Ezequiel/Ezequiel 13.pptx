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prophetiza contra os prophetas de Israel que prophetizam, e dize aos que prophetizam de seu coração: Ouvi a palavra do Senhor: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Ai dos prophetas loucos, que seguem o seu proprio espirito e o que não viram!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prophetas, ó Israel, são como raposas nos desertos.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subistes ás brechas, nem tapastes o muro quebrado para a casa d'Israel, para estardes na peleja no dia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Vêem vaidade e adivinhação mentirosa os que dizem: O Senhor disse; e o Senhor os não enviou: e fazem que se espere o cumprimento da palavra.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vêdes visão de vaidade, e não fallaes adivinhação mentirosa, quando dizeis: O Senhor diz, sendo que eu tal não fallei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Jehovah: Porquanto fallaes vaidade, e vêdes a mentira, portanto eis que eu sou contra vós, diz o Senhor Jehovah.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minha mão será contra os prophetas que vêem vaidade e que adivinham mentira: na congregação do meu povo não estarão, nem nos registros da casa d'Israel se escreverão, nem entrarão na terra de Israel: e sabereis que eu sou o Senhor Jehovah.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Porquanto, sim, porquanto andam enganando o meu povo, dizendo: Paz, não havendo paz; e um edifica a parede de lodo, e eis que outros a rebocam de cal não adubada;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 aos que a rebocam de cal não adubada que cairá: haverá uma grande pancada de chuva, e vós, ó pedras grandes de saraiva, caireis, e um vento tempestuoso a fenderá.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eis que, caindo a parede, não vos dirão: Então onde está o reboco de que a rebocastes?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Jehovah: Um vento tempestuoso farei, sim, romper no meu furor, e uma grande pancada de chuva haverá na minha ira, e grandes pedras de saraiva na minha indignação, para consumir.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derribarei a parede que rebocastes de cal não adubada, e darei com ella por terra, e o seu fundamento se descobrirá; assim cairá, e perecereis no meio d'ella, e sabereis que eu sou 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cumprirei o meu furor contra a parede, e contra os que a rebocam de cal não adubada; e vos direi: Já não ha parede, nem existem os que a rebocam;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saber, os prophetas de Israel, que prophetizam de Jerusalem, e vêem para ella visão de paz, não havendo paz, diz o Senhor Jehovah.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ó filho do homem, dirige o teu rosto contra as filhas do teu povo, que prophetizam de seu coração, e prophetiza contra ellas.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dize: Assim diz o Senhor Jehovah: Ai das que cozem almofadas para todos os sovacos, e que fazem travesseiros para cabeças de toda a estatua, para caçarem as almas! porventura caçareis as almas do meu povo? e as almas guardareis em vida para vós?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profanareis para com o meu povo, por punhados de cevada, e por pedaços de pão, para matardes as almas que não haviam de morrer, e para guardardes em vida as almas que não haviam de viver, mentindo assim ao meu povo que escuta a mentira?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Jehovah: Eis ahi vou eu contra as vossas almofadas, com que vós ali caçaes as almas nos jardins, e as arrancarei de vossos braços, e soltarei as almas que vós caçaes, as almas nos jardins.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rasgarei os vossos toucadores, e livrarei o meu povo das vossas mãos, e nunca mais estarão em vossas mãos para vossa caça; e sabereis que eu sou o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entristecestes o coração do justo com falsidade, não o havendo eu entristecido; e porquanto esforçastes as mãos do impio, para que não se desviasse do seu mau caminho, para guardal-o em vida;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não vereis mais a vaidade, nem adivinhareis adivinhação; mas livrarei o meu povo das vossas mãos, e sabereis que eu sou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