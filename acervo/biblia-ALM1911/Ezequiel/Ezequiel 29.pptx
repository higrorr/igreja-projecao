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decimo anno, no decimo mez, no dia doze do mez, veiu a mim a palavra do Senhor, dizendo: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dirige o teu rosto contra Pharaó, rei do Egypto, e prophetiza contra elle e contra todo o Egypto.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Falla, e dize: Assim diz o Senhor Jehovah: Eis-me contra ti, ó Pharaó, rei do Egypto, o grande dragão, que pousa no meio dos seus rios, e que diz: O meu rio é meu, e eu o fiz para mim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eu porei anzoes em teus queixos, e prenderei o peixe dos teus rios ás tuas escamas; e todo o peixe dos teus rios se pegará ás tuas escamas.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te deixarei no deserto, a ti e a todo o peixe dos teus rios; sobre a face do campo cairás: não serás recolhido nem ajuntado: aos animaes da terra e ás aves do céu te dei por mantimento.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saberão todos os moradores do Egypto que eu sou o Senhor, porquanto se fizera um bordão de canna para a casa d'Israel.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Tomando-te elles pela tua mão, te quebrantaste, e lhes rasgaste todo o hombro, e, encostando-se elles a ti, te quebraste, e lhes fizeste estar immoveis a todos os lombos.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Jehovah: Eis que eu trarei sobre ti a espada, e destruirei de ti homem e animal.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terra do Egypto se tornará em assolação e deserto; e saberão que eu sou o Senhor, porquanto disse: O rio é meu, e eu o fiz.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eis que eu estou contra ti e contra os teus rios; e tornarei a terra do Egypto em desertas e assoladas solidões, desde a torre de Sevene até aos confins da Ethiopia.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passará por ella pé de homem, nem pé de animal passará por ella, nem será habitada quarenta annos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tornarei a terra do Egypto em assolação no meio das terras assoladas; e as suas cidades no meio das cidades desertas se tornarão em assolação por quarenta annos; e espalharei os egypcios entre as nações, e os derramarei pelas terras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Porém assim diz o Senhor Jehovah: Ao cabo de quarenta annos ajuntarei os egypcios d'entre os povos entre os quaes foram espalhados.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tornarei a trazer o captiveiro dos egypcios, e os tornarei á terra de Pathros, á terra do seu commercio; e serão ali um reino baixo.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Mais baixo se fará do que os outros reinos, e nunca mais se exalçará sobre as nações; porque os diminuirei, para que não dominem sobre as nações.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não servirá mais á casa d'Israel de confiança, para lhe trazer á lembrança a sua iniquidade, quando olharem para traz d'elles; antes saberão que eu sou o Senhor Jehovah.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succedeu que, no anno vinte e sete, no mez primeiro, no primeiro dia do mez, veiu a mim a palavra do Senhor, dizendo: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Filho do homem, Nabucodonozor, rei de Babylonia, fez com que o seu exercito prestasse um grande serviço contra Tyro; toda a cabeça se tornou calva, e todo o hombro se pelou: e não houve paga de Tyro para ella, nem para o seu exercito, pelo serviço que prestou contra ella.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assim diz o Senhor Jehovah: Eis que eu darei a Nabucodonozor, rei de Babylonia, a terra do Egypto; e levará a sua multidão, e despojará o seu despojo, e roubará a sua preza, e isto será a paga para o seu exercito.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 paga do seu trabalho, com que serviu contra ella, lhe dei a terra do Egypto; porquanto trabalharam por mim, diz o Senhor Jehovah.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Ezequiel 29:21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N'aquelle dia farei brotar o poder na casa de Israel, e te darei abrimento da bocca no meio d'elles; e saberão que eu sou o Senhor.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