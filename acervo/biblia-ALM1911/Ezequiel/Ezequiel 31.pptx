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succedeu, no anno undecimo, no terceiro mez, ao primeiro do mez, que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dize a Pharaó, rei do Egypto, e á sua multidão: A quem és similhante na tua grandeza?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 Assyria era um cedro no Libano, de ramos formosos, sombrio de ramagem e de alta estatura, e entre os ramos espessos estava a sua copa.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aguas o fizeram crescer, o abysmo o exalçou: com as suas correntes corria em torno do seu plantio, e enviava os regatos a todas as arvores do campo.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se elevou a sua estatura sobre todas as arvores do campo, e se multiplicaram os seus ramos, e se alongaram as suas varas, por causa das muitas aguas que enviava.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aves do céu se aninhavam nos seus ramos, e todos os animaes do campo geravam debaixo dos seus ramos, e todos os grandes povos se assentavam á sua sombra.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era elle formoso na sua grandeza, na extensão dos seus ramos, porque a sua raiz estava junto ás muitas aguas.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cedros não o escureciam no jardim de Deus; as faias não egualavam os seus ramos, e os castanheiros não eram como os seus renovos: nenhuma arvore no jardim de Deus se assimilhou a elle na sua formosura.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Formoso o fiz com a multidão dos seus ramos; e todas as arvores do Eden, que estavam no jardim de Deus, tiveram inveja d'elle.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 Jehovah: Porquanto te elevaste na tua estatura, e se levantou a sua copa no meio dos espessos ramos, e o seu coração se exalçou na sua altura,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o entreguei na mão da mais poderosa das nações, para que o tratasse com o tratamento merecido; pela sua impiedade o lançarei fóra.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uns estranhos o exterminaram, os mais formidaveis das nações, e o deixaram: cairam os seus ramos sobre os montes e por todos os valles, e os seus renovos foram quebrados por todas as correntes da terra; e todos os povos da terra se retiraram da sua sombra, e o deixaram.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aves do céu habitavam sobre a sua ruina, e todos os animaes do campo se acolheram sob os seus renovos;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todas as arvores das aguas não se elevem na sua estatura, nem levantem a sua copa no meio dos ramos espessos, nem todas as que bebem as aguas venham a confiar em si, por causa da sua altura; porque já todos estão entregues á morte, até á terra mais baixa, no meio dos filhos dos homens, com os que descem á cova.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Jehovah: No dia em que elle desceu ao inferno, fiz eu que houvesse luto; fiz cobrir o abysmo, por sua causa, e retive as suas correntes, e se cohibiram; e cobri o Libano de preto por causa d'elle, e todas as arvores do campo por causa d'elle desfalleceram.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som da sua queda fiz tremer as nações, quando o fiz descer ao inferno com os que descem á cova; e todas as arvores do Eden, a flor e o melhor do Libano, todas as arvores que bebem aguas, se consolavam na terra mais baixa.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estes com elles descerão ao inferno, aos que foram traspassados á espada, e os que foram seu braço, e que estavam assentados á sombra no meio das nações.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pois és assim similhante em gloria e em grandeza entre as arvores do Eden? antes serás derribado com as arvores do Eden á terra mais baixa; no meio dos incircumcisos jazerás com os que foram traspassados á espada: este é Pharaó e toda a sua multidão, diz o Senhor Jehovah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