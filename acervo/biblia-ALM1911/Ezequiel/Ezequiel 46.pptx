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A porta do atrio interior, que olha para o oriente, estará fechada os seis dias que são de trabalho; porém no dia de sabbado ella se abrirá; tambem no dia da lua nova se abrirá.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principe entrará pelo caminho do vestibulo da porta, por fóra, e estará em pé na hombreira da porta; e os sacerdotes prepararão o seu holocausto, e os seus sacrificios pacificos, e elle se prostrará no umbral da porta, e sairá; porém a porta não se fechará até á tarde.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povo da terra se prostrará á entrada da mesma porta, nos sabbados e nas luas novas, diante do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holocausto, que o principe offerecerá ao Senhor, será, no dia de sabbado, seis cordeiros sem mancha e um carneiro sem mancha.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offerta de manjares será um epha para cada carneiro; e para cada cordeiro, a offerta de manjares será um dom da sua mão; e de azeite um hin para cada epha.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no dia da lua nova será um bezerro, sem mancha; e seis cordeiros e um carneiro, elles serão sem mancha.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preparará por offerta de manjares um epha para o bezerro e um epha para o carneiro, mas para os cordeiros, conforme o que alcançar a sua mão; e um hin de azeite para um epha.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entrar o principe, entrará pelo caminho do vestibulo da porta, e sairá pelo mesmo caminho.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quando vier o povo da terra perante a face do Senhor nas solemnidades, aquelle que entrar pelo caminho da porta do norte, para adorar, sairá pelo caminho da porta do sul; e aquelle que entrar pelo caminho da porta do sul sairá pelo caminho da porta do norte: não tornará pelo caminho da porta por onde entrou, mas sairá pela outra que está opposta.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principe no meio d'elles entrará, quando elles entrarem, e, saindo elles, sairão todos.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nas festas e nas solemnidades será a offerta de manjares um epha para o bezerro, e um epha para o carneiro, mas para os cordeiros um dom da sua mão; e de azeite um hin para um epha.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o principe fizer offerta voluntaria de holocaustos, ou de sacrificios pacificos, por offerta voluntaria ao Senhor, então lhe abrirão a porta que olha para o oriente, e fará o seu holocausto e os seus sacrificios pacificos, como houver feito no dia de sabbado; e sairá, e se fechará a porta depois d'elle sair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prepararás um cordeiro d'um anno sem mancha, em holocausto ao Senhor, cada dia: todas as manhãs o prepararás.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por offerta de manjares farás juntamente com elle, todas as manhãs, a sexta parte d'um epha, e de azeite a terça parte d'um hin, para sovar a flor de farinha; por offerta de manjares para o Senhor, em estatutos perpetuos e continuos.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prepararão o cordeiro, e a offerta de manjares, e o azeite, todas as manhãs, em holocausto continuo.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Quando o principe der um presente da sua herança a algum de seus filhos, isto será para seus filhos: será possessão d'elles por herança.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dando elle um presente da sua herança a algum dos seus servos, será d'este até ao anno da liberdade; então tornará para o principe, porque herança d'elle é; seus filhos, elles a herdarão.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principe não tomará nada da herança do povo, para os defraudar da sua possessão: da sua possessão deixará herança a seus filhos, para que o meu povo não seja espalhado, cada um da sua possessão.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d'isto me trouxe pela entrada que estava ao lado da porta, ás camaras sanctas dos sacerdotes, que olhavam para o norte; e eis que ali estava um logar em ambos os lados, para a banda do occidente.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me disse: Este é o logar onde os sacerdotes cozerão o sacrificio pela culpa, e o sacrificio pelo peccado, e onde cozerão a offerta de manjares, para que a não tragam ao atrio exterior para sanctificarem o povo.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 levou para fóra, para o atrio exterior, e me fez passar ás quatro esquinas do atrio: e eis que em cada esquina do atrio havia outro atrio.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quatro esquinas do atrio havia outros atrios com chaminés de quarenta covados de comprimento e de trinta de largura: estas quatro esquinas tinham uma mesma medida.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muro havia ao redor d'ellas, ao redor das quatro: e havia cozinhas feitas por baixo dos muros ao redor.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disse: Estas são as casas dos cozinheiros, onde os ministros da casa cozerão o sacrificio do povo.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