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no anno duodecimo, no mez duodecimo, ao primeiro do mez,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levanta uma lamentação sobre Pharaó, rei do Egypto, e dize-lhe: Similhante eras a um filho de leão entre as nações, e tu foste como um dragão nos mares, e trasbordavas os teus rios, e turbavas as aguas com os teus pés, e enlameavas os seus 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Portanto, estenderei sobre ti a minha rede com ajuntamento de muitos povos, e te farão subir na minha rede.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te deixarei em terra; sobre a face do campo te lançarei, e farei morar sobre ti todas as aves do céu, e fartarei de ti os animaes de toda a terra.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as tuas carnes sobre os montes, e encherei os valles da tua altura.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terra onde nadas regarei com o teu sangue até aos montes; e as correntes se encherão de 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apagando-te eu, cobrirei os céus, e ennegrecerei as suas estrellas: ao sol encobrirei com uma nuvem, e a lua não deixará resplandecer a sua luz.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brilhantes luzes do céu ennegrecerei sobre ti, e trarei trevas sobre a tua terra, diz o Senhor Jehovah.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vexar o coração de muitos povos, quando eu levar a tua destruição entre as nações, ás terras que não conheceste.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com que muitos povos fiquem pasmados de ti, e os seus reis tremam em grande maneira, quando eu brandir a minha espada ante os seus rostos; e estremecerão a cada momento, cada um pela sua vida, no dia da tua queda.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Jehovah: A espada do rei de Babylonia virá sobre 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Farei cair a tua multidão com as espadas dos valentes, que são todos os mais formidaveis das gentes; e destruirão a soberba do Egypto, e toda a sua multidão será perdida.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destruirei todos os seus animaes de sobre as muitas aguas; nem as turbará mais pé de homem, nem as turbarão unhas de animaes.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farei profundar as suas aguas, e farei correr os seus rios como o azeite, diz o Senhor Jehovah.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tornar a terra do Egypto em assolação, e a terra fôr assolada em sua plenitude, e quando ferir a todos os que habitam n'ella, então saberão que eu sou o Senhor.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lamentação, segundo a qual lamentarão; as filhas das nações assim lamentarão; sobre o Egypto e sobre toda a sua multidão assim lamentarão, diz o Senhor Jehovah.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no anno duodecimo, aos quinze do mez, veiu a mim a palavra do Senhor, dizendo: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pranteia sobre a multidão do Egypto, e faze-a descer, a ella e ás filhas das nações magnificas, á terra mais baixa, aos que descem á cova.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sobrepujas tu em ser aprazivel? desce, e deita-te com os incircumcisos.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meio d'aquelles que foram traspassados á espada cairão; á espada está entregue; arrastae-a e a toda a sua multidão.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mais poderosos dos valentes lhe fallarão desde o meio do inferno, com os que a soccorrem: desceram, jazeram os incircumcisos traspassados á espada.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está Assur com todo o seu ajuntamento; em redor d'elle estão os seus sepulchros; todos elles foram traspassados e cairam á espada.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Cujos sepulchros foram postos nos lados da cova, e o seu ajuntamento está em redor do seu sepulchro: todos foram traspassados, e cairam á espada, os quaes tinham causado espanto na terra dos viventes.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está Elam com toda a sua multidão em redor do seu sepulchro: todos elles foram traspassados, e cairam á espada, os quaes desceram incircumcisos ás mais baixas partes da terra, os quaes causaram terror na terra dos viventes, e levaram a sua vergonha com os que desceram á cova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meio dos traspassados lhe pozeram uma cama entre toda a sua multidão; ao redor d'elle estão os seus sepulchros: todos elles são incircumcisos, traspassados á espada; porque causaram terror na terra dos viventes, e levaram a sua vergonha com os que desceram á cova; no meio dos traspassados foi posto.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esta Mesech e Tubal com toda a sua multidão; ao redor d'elles estão os seus sepulchros: todos elles são incircumcisos, e traspassados á espada, porquanto causaram terror na terra dos viventes.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jazeram com os valentes que cairam dos incircumcisos, os quaes desceram ao inferno com as suas armas de guerra e pozeram as suas espadas debaixo das suas cabeças; e a sua iniquidade está sobre os seus ossos, porquanto eram o terror dos heroes na terra dos viventes.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tu serás quebrado no meio dos incircumcisos, e jazerás com os que foram traspassados á espada.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está Edom, os seus reis e todos os seus principes, que com o seu poder foram postos com os que foram traspassados á espada; estes jazem com os incircumcisos e com os que desceram á cova.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estão os principes do norte, todos elles, e todos os sidonios, que desceram com os traspassados, envergonhados com o terror causado pelo seu poder; e jazem incircumcisos com os que foram traspassados á espada, e levam a sua vergonha com os que desceram á cova.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Pharaó os verá, e se consolará com toda a sua multidão, os traspassados á espada, Pharaó, e todo o seu exercito, diz o Senhor Jehovah.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eu dei o meu espanto na terra dos viventes; pelo que jazerá no meio dos incircumcisos, com os traspassados á espada, Pharaó e toda a sua multidão, diz o Senhor Jehovah.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