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dirige o teu rosto contra os filhos de Ammon, e prophetiza contra elles.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 aos filhos de Ammon: Ouvi a palavra do Senhor Jehovah: Assim diz o Senhor Jehovah: Porquanto tu disseste: Ha! ha! ácerca do meu sanctuario, quando foi profanado; e ácerca da terra de Israel, quando foi assolada; e ácerca da casa de Judah, quando foram no captiveiro;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eis que te entregarei em possessão aos do oriente, e estabelecerão os seus paços em ti, e porão em ti as suas moradas; elles comerão os teus fructos, e elles beberão o teu leite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de Rabba uma estrebaria de camelos, e dos filhos de Ammon um curral de ovelhas: e sabereis que eu sou 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Jehovah: Porquanto bateste com as mãos, e pateaste com os pés, e te alegraste de coração em todo o teu despojo sobre a terra d'Israel,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eis que eu estenderei a minha mão contra ti, e te darei por despojo ás nações, e te arrancarei d'entre os povos, e te destruirei d'entre as terras, e te acabarei de todo; e saberás que eu sou o Senhor.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Porquanto dizem Moab e Seir: Eis que a casa de Judah é como todas as nações;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eis que eu abrirei o lado de Moab desde as cidades, desde as suas cidades fóra das fronteiras, a gloria da terra, Beth-jesimoth, Baal-meon, e até Kiriathaim.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do oriente, com a terra dos filhos de Ammon, a qual entregarei em possessão, para que não haja memoria dos filhos de Ammon entre as nações.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executarei juizos em Moab, e saberão que eu sou 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Porquanto Edom se houve vingativamente para com a casa de Judah, e se fizeram culpadissimos, quando se vingaram d'elles;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Jehovah: Tambem estenderei a minha mão contra Edom, e arrancarei d'ella homens e animaes; e a tornarei em deserto desde Teman, e até Dedan cairão á espada.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exercitarei a minha vingança sobre Edom, pela mão do meu povo de Israel; e farão em Edom segundo a minha ira e segundo o meu furor; e conhecerão a minha vingança, diz o Senhor Jehovah.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Porquanto os philisteos usaram de vingança, e executaram vingança de coração com despojo, para destruirem com perpetua inimizade,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Jehovah: Eis que eu estendo a minha mão contra os philisteos, e arrancarei os cheretheos, e destruirei o resto do porto do mar.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executarei n'elles grandes vinganças, com castigos de furor, e saberão que eu sou o Senhor, quando eu tiver exercido a minha vingança sobre elles.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