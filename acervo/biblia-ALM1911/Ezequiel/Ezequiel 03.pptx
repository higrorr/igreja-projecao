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me disse: Filho do homem, come o que achares: come este rolo, e vae, falla á casa d'Israel.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abri a minha bocca, e me deu a comer o rolo.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Filho do homem, dá de comer ao teu ventre, e enche as tuas entranhas d'este rolo que eu te dou. Então o comi, e era na minha bocca doce como o mel.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disse-me: Filho do homem, vae, entra na casa d'Israel, e dize-lhe as minhas palavras.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não és enviado a um povo de profunda falla, nem de lingua difficil, senão á casa de Israel;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 muitos povos de profunda falla, e de lingua difficil, cujas palavras não possas entender: se eu aos taes te enviara, porventura não te dariam ouvidos.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casa d'Israel não te quererá dar ouvidos, porque não me querem dar ouvidos a mim; porque toda a casa d'Israel é obstinada de testa e dura de coração.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fiz duro o teu rosto contra os seus rostos, e forte a tua testa contra a sua testa.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 como diamante a tua testa, mais forte do que a pederneira: não os temas pois, nem te assombres com os seus rostos, porque casa rebelde são.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Disse-me mais: Filho do homem, mette no teu coração todas as minhas palavras que te hei de dizer, e ouve-as com os teus ouvidos.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Eia pois, vae aos do captiveiro, aos filhos do teu povo, e lhes fallarás, e lhes dirás: Assim diz o Senhor Jehovah, quer ouçam quer deixem de ouvir.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levantou-me o espirito, e ouvi por detraz de mim uma voz de grande estrondo, que dizia: Bemdita seja a gloria do Senhor, do seu logar.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o sonido das azas dos animaes, que tocavam umas nas outras, e o sonido das rodas defronte d'elles, e o sonido d'um grande estrondo.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espirito me levantou, e me levou; e eu me fui mui triste, pelo ardor do meu espirito; porém a mão do Senhor era forte sobre mim.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vim aos do captiveiro, a Tel-abib, que moravam junto ao rio Chebar, e eu morava onde elles moravam: e morei ali sete dias, pasmado no meio d'elles.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ao fim de sete dias, veiu a palavra do Senhor a mim, dizendo: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homem: Eu te dei por atalaia sobre a casa de Israel; e tu da minha bocca ouvirás a palavra, e os avisarás da minha parte.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eu disser ao impio: Certamente morrerás; e tu o não avisares, nem fallares para avisar ao impio ácerca do seu caminho impio, para o conservar em vida, aquelle impio morrerá na sua maldade, mas o seu sangue da tua mão o requererei.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avisares ao impio, e elle não se converter da sua impiedade e do seu caminho impio, elle morrerá na sua maldade, e tu livraste a tua alma.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Similhantemente, quando o justo se desviar da sua justiça, e fizer maldade, e eu pozer diante d'elle um tropeço, elle morrerá; porque tu o não avisaste, no seu peccado morrerá, e suas justiças que fizera não virão em memoria, mas o seu sangue da tua mão o requererei.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avisando tu ao justo, para que o justo não peque, e elle não peccar, certamente viverá; porque foi avisado; e tu livraste a tua alma.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mão do Senhor estava sobre mim ali, e me disse: Levanta-te, e sae ao valle, e ali fallarei comtigo.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levantei-me, e sahi ao valle, e eis que a gloria do Senhor estava ali, como a gloria que vi junto ao rio Chebar; e cahi sobre o meu rosto.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em mim o espirito, e me poz sobre os meus pés, e fallou comigo, e me disse: Entra, encerra-te dentro da tua casa.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tu, ó filho do homem, eis que porão cordas sobre ti, e te ligarão com ellas: não sairás pois ao meio d'elles.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farei que a tua lingua se pegue ao teu paladar, e ficarás mudo, e não lhes servirás de varão que reprehenda; porque casa rebelde são elles.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eu fallar comtigo, abrirei a tua bocca, e lhes dirás: Assim diz o Senhor: Quem ouvir ouça, e quem deixar de ouvir, deixe; porque casa rebelde são 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