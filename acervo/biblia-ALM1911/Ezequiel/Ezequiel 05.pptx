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5:1</a:t>
            </a:r>
          </a:p>
          <a:p>
            <a:pPr algn="ctr"/>
            <a:r>
              <a:rPr sz="4400">
                <a:solidFill>
                  <a:srgbClr val="FFFFFF"/>
                </a:solidFill>
                <a:latin typeface="Arial"/>
              </a:rPr>
              <a:t>E tu, ó filho do homem, toma uma faca aguda, uma navalha de barbeiro, e tomal-a-has, e a farás passar por cima da tua cabeça e da tua barba: então tomarás uma balança, e repartirás os cabellos.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5:2</a:t>
            </a:r>
          </a:p>
          <a:p>
            <a:pPr algn="ctr"/>
            <a:r>
              <a:rPr sz="4400">
                <a:solidFill>
                  <a:srgbClr val="FFFFFF"/>
                </a:solidFill>
                <a:latin typeface="Arial"/>
              </a:rPr>
              <a:t>A terça parte queimarás no fogo, no meio da cidade, quando se cumprirem os dias do cerco: então tomarás outra terça parte, e feril-a-has com uma espada ao redor d'ella; e a outra terça parte espalharas ao vento; porque desembainharei a espada atraz d'elles.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5:3</a:t>
            </a:r>
          </a:p>
          <a:p>
            <a:pPr algn="ctr"/>
            <a:r>
              <a:rPr sz="4400">
                <a:solidFill>
                  <a:srgbClr val="FFFFFF"/>
                </a:solidFill>
                <a:latin typeface="Arial"/>
              </a:rPr>
              <a:t>Tambem tomarás d'elles um pequeno numero, e atal-os-has nas bordas do teu vestido.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5:4</a:t>
            </a:r>
          </a:p>
          <a:p>
            <a:pPr algn="ctr"/>
            <a:r>
              <a:rPr sz="4400">
                <a:solidFill>
                  <a:srgbClr val="FFFFFF"/>
                </a:solidFill>
                <a:latin typeface="Arial"/>
              </a:rPr>
              <a:t>E ainda d'estes tomarás alguns, e os lançarás no meio do fogo e os queimarás a fogo; e d'ali sairá um fogo contra toda a casa de Israel.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5:5</a:t>
            </a:r>
          </a:p>
          <a:p>
            <a:pPr algn="ctr"/>
            <a:r>
              <a:rPr sz="4400">
                <a:solidFill>
                  <a:srgbClr val="FFFFFF"/>
                </a:solidFill>
                <a:latin typeface="Arial"/>
              </a:rPr>
              <a:t>Assim diz o Senhor Jehovah: Esta é Jerusalem, pul-a no meio das nações e terras que estão ao redor d'ella.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5:6</a:t>
            </a:r>
          </a:p>
          <a:p>
            <a:pPr algn="ctr"/>
            <a:r>
              <a:rPr sz="4400">
                <a:solidFill>
                  <a:srgbClr val="FFFFFF"/>
                </a:solidFill>
                <a:latin typeface="Arial"/>
              </a:rPr>
              <a:t>Porém ella mudou em impiedade os meus juizos, mais do que as nações, e os meus estatutos mais do que as terras que estão ao redor d'ella; porque rejeitaram os meus juizos, e não andaram nos meus preceitos.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5:7</a:t>
            </a:r>
          </a:p>
          <a:p>
            <a:pPr algn="ctr"/>
            <a:r>
              <a:rPr sz="4400">
                <a:solidFill>
                  <a:srgbClr val="FFFFFF"/>
                </a:solidFill>
                <a:latin typeface="Arial"/>
              </a:rPr>
              <a:t>Portanto assim diz o Senhor Jehovah: Porquanto multiplicastes as vossas maldades mais do que as nações, que estão ao redor de vós, nos meus estatutos não andastes, nem fizestes os meus juizos, nem ainda fizestes conforme os juizos das nações que estão ao redor de vós;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5:8</a:t>
            </a:r>
          </a:p>
          <a:p>
            <a:pPr algn="ctr"/>
            <a:r>
              <a:rPr sz="4400">
                <a:solidFill>
                  <a:srgbClr val="FFFFFF"/>
                </a:solidFill>
                <a:latin typeface="Arial"/>
              </a:rPr>
              <a:t>Por isso assim diz o Senhor Jehovah: Eis que eu estou contra ti, sim, eu: e executarei juizos no meio de ti aos olhos das nações.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5:9</a:t>
            </a:r>
          </a:p>
          <a:p>
            <a:pPr algn="ctr"/>
            <a:r>
              <a:rPr sz="4400">
                <a:solidFill>
                  <a:srgbClr val="FFFFFF"/>
                </a:solidFill>
                <a:latin typeface="Arial"/>
              </a:rPr>
              <a:t>E farei em ti o que nunca fiz, e o qual não fareis jámais, por causa de todas as tuas abominações.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5:10</a:t>
            </a:r>
          </a:p>
          <a:p>
            <a:pPr algn="ctr"/>
            <a:r>
              <a:rPr sz="4400">
                <a:solidFill>
                  <a:srgbClr val="FFFFFF"/>
                </a:solidFill>
                <a:latin typeface="Arial"/>
              </a:rPr>
              <a:t>Portanto os paes comerão a seus filhos no meio de ti, e os filhos comerão a seus paes; e executarei em ti juizos, espalharei todo o teu residuo a todos os ventos.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5:11</a:t>
            </a:r>
          </a:p>
          <a:p>
            <a:pPr algn="ctr"/>
            <a:r>
              <a:rPr sz="4400">
                <a:solidFill>
                  <a:srgbClr val="FFFFFF"/>
                </a:solidFill>
                <a:latin typeface="Arial"/>
              </a:rPr>
              <a:t>Portanto vivo eu, diz o Senhor Jehovah, certamente (porquanto profanaste o meu sanctuario com todas as tuas coisas detestaveis, e com todas as tuas abominações), tambem eu te diminuirei, e o meu olho te não perdoará, nem tambem me apiedarei.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5:12</a:t>
            </a:r>
          </a:p>
          <a:p>
            <a:pPr algn="ctr"/>
            <a:r>
              <a:rPr sz="4400">
                <a:solidFill>
                  <a:srgbClr val="FFFFFF"/>
                </a:solidFill>
                <a:latin typeface="Arial"/>
              </a:rPr>
              <a:t>Uma terça parte de ti morrerá da peste, e se consumirá á fome no meio de ti; e outra terça parte cairá á espada em redor de ti; e a outra terça parte espalharei a todos os ventos, e a espada desembainharei atraz d'elles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5:13</a:t>
            </a:r>
          </a:p>
          <a:p>
            <a:pPr algn="ctr"/>
            <a:r>
              <a:rPr sz="4400">
                <a:solidFill>
                  <a:srgbClr val="FFFFFF"/>
                </a:solidFill>
                <a:latin typeface="Arial"/>
              </a:rPr>
              <a:t>Assim se cumprirá a minha ira, e farei descançar n'elles o meu furor, e me consolarei; e saberão que eu, o Senhor, tenho fallado no meu zêlo, quando cumprir n'elles o meu furor.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5:14</a:t>
            </a:r>
          </a:p>
          <a:p>
            <a:pPr algn="ctr"/>
            <a:r>
              <a:rPr sz="4400">
                <a:solidFill>
                  <a:srgbClr val="FFFFFF"/>
                </a:solidFill>
                <a:latin typeface="Arial"/>
              </a:rPr>
              <a:t>E te porei em assolação, e para opprobrio entre as nações que estão em redor de ti, aos olhos de todos os que passarem.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5:15</a:t>
            </a:r>
          </a:p>
          <a:p>
            <a:pPr algn="ctr"/>
            <a:r>
              <a:rPr sz="4400">
                <a:solidFill>
                  <a:srgbClr val="FFFFFF"/>
                </a:solidFill>
                <a:latin typeface="Arial"/>
              </a:rPr>
              <a:t>E o opprobrio e a infamia servirão de instrucção e espanto ás nações que estão em redor de ti, quando eu executar em ti juizos com ira, e com furor, e com sanhudos castigos: Eu, o Senhor, fallei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5:16</a:t>
            </a:r>
          </a:p>
          <a:p>
            <a:pPr algn="ctr"/>
            <a:r>
              <a:rPr sz="4400">
                <a:solidFill>
                  <a:srgbClr val="FFFFFF"/>
                </a:solidFill>
                <a:latin typeface="Arial"/>
              </a:rPr>
              <a:t>Quando eu enviar as más frechas da fome contra elles, que servirão para destruição, as quaes eu mandarei para vos destruir, então augmentarei a fome sobre vós, e vos quebrantarei o sustento do pão.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5:17</a:t>
            </a:r>
          </a:p>
          <a:p>
            <a:pPr algn="ctr"/>
            <a:r>
              <a:rPr sz="4400">
                <a:solidFill>
                  <a:srgbClr val="FFFFFF"/>
                </a:solidFill>
                <a:latin typeface="Arial"/>
              </a:rPr>
              <a:t>E enviarei sobre vós a fome, e as más bestas que te desfilharão; e a peste e o sangue passarão por ti; e trarei a espada sobre ti: Eu, o Senhor, fallei.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