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levantou o Espirito, e me levou á porta oriental da casa do Senhor, que olha para o oriente; e eis que estavam á entrada da porta vinte e cinco homens; e no meio d'elles vi a Jaazanias, filho de Azus, e a Pelatias, filho de Benaias, principes do povo.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estes são os homens que pensam na perversidade, e aconselham conselho mau n'esta cidade.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dizem: Não está proximo o tempo de edificar casas; esta cidade é a caldeira, e nós a carne.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prophetiza contra elles: prophetiza, ó filho do homem.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Caiu pois sobre mim o Espirito do Senhor, e disse-me: Dize: Assim diz o Senhor: Assim vós dizeis, ó casa d'Israel, porque, quanto ás coisas que vos sobem ao espirito, eu as conheço.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Multiplicastes os vossos mortos n'esta cidade, e enchestes as suas ruas de mortos.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Vossos mortos, que deitastes no meio d'ella, esses são a carne, e ella é a caldeira: a vós, porém, vos tirarei do meio d'ella.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Temestes a espada, e a espada trarei sobre vós, diz o Senhor Jehovah.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farei sair do meio d'ella, e vos entregarei na mão de estranhos, e exercerei os meus juizos entre vós.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Caireis á espada, e nos confins d'Israel vos julgarei; e sabereis que eu sou 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cidade não vos servirá de caldeira, nem vós servireis de carne no meio d'ella: nos confins d'Israel vos julgarei.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sabereis que eu sou o Senhor, porque nos meus estatutos não andastes, nem fizestes os meus juizos; antes fizestes conforme os juizos das nações que estão em redor de vós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prophetizando eu, morreu Pelatias, filho de Benaias: então cahi sobre o meu rosto, e clamei com grande voz, e disse: Ah! Senhor Jehovah! porventura farás tu consummação do resto d'Israel?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teus irmãos, sim, teus irmãos, os homens de teu parentesco, e toda a casa de Israel, todos elles, são aquelles a quem os habitantes de Jerusalem disseram: Apartae-vos para longe do Senhor; esta terra se nos deu em possessão.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dize: Assim diz o Senhor Jehovah: Ainda que os lancei para longe entre as nações, e ainda que os espalhei pelas terras, todavia lhes servirei de sanctuario, por um pouco de tempo, nas terras para onde foram.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dize: Assim diz o Senhor Jehovah: Ora ajuntar-vos-hei dos povos, e vos recolherei das terras para onde fostes lançados, e vos darei a terra d'Israel.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virão ali, e tirarão d'ella todas as suas coisas detestaveis e todas as suas abominações.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darei um mesmo coração, e espirito novo porei dentro d'elles: e tirarei da sua carne o coração de pedra, e lhes darei um coração de carne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andem nos meus estatutos, e guardem os meus juizos, e os façam: e elles me serão por povo, e eu lhes serei por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áquelles cujo coração andar conforme o coração das suas coisas detestaveis, e das suas abominações, farei recair nas suas cabeças o seu caminho, diz o Senhor Jehovah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cherubins elevaram as suas azas, e as rodas os acompanhavam; e a gloria do Deus d'Israel estava em cima, sobre elles.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gloria do Senhor se alçou desde o meio da cidade; e se poz sobre o monte que está defronte do oriente da cidade.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Espirito me levantou, e me levou á Chaldea, para os do captiveiro, em visão, pelo Espirito de Deus; e subiu de sobre mim a visão que eu tinha visto.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fallei aos do captiveiro todas as coisas que o Senhor me tinha mostrado.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