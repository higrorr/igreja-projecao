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no undecimo anno, ao primeiro do mez, que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porquanto Tyro disse no tocante a Jerusalem: Ha! ha! já está quebrada a porta dos povos; já se virou para mim; eu me encherei, agora que ella está assolada: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Eis que eu estou contra ti, ó Tyro, e farei subir contra ti muitas nações, como se o mar fizesse subir as suas ondas,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destruirão os muros de Tyro, e derribarão as suas torres; e eu lhe varrerei o seu pó d'ella, e d'ella farei uma penha descalvada.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meio do mar virá a ser um enxugadouro das redes; porque já eu o fallei, diz o Senhor Jehovah; e servirá de despojo para as nações.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suas filhas, que estiveram no campo, serão mortas a espada; e saberão que eu sou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Eis que eu trarei contra Tyro a Nabucodonosor, rei de Babylonia, desde o norte, o rei dos reis, com cavallos, e com carros, e com cavalleiros, e companhias, e muito povo.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filhas no campo elle as matará á espada, e fará um baluarte contra ti, e fundará uma tranqueira contra ti, e levantará rodelas contra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trabucos em frente de ti contra os teus muros, e derribará as tuas torres com os seus machados.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multidão de seus cavallos te cobrirá o seu pó: os teus muros tremerão com o estrondo dos cavalleiros, e das rodas, e dos carros, quando elle entrar pelas tuas portas, como pelas entradas de uma cidade em que se fez brecha.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unhas dos seus cavallos pisará todas as tuas ruas: ao teu povo matará á espada, e as columnas da tua fortaleza derribar-se-hão em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roubarão as tuas riquezas, e saquearão as tuas mercadorias, e derribarão os teus muros, e arrazarão as tuas casas preciosas; e as tuas pedras, e as tuas madeiras, e o teu pó, lançarão no meio das aguas.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cessar o arroido das tuas cantigas, e o som das tuas harpas não se ouvirá mais.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de ti uma penha descalvada; virás a ser um enxugadouro das redes, nunca mais serás edificada; porque eu, o Senhor, o fallei,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 a Tyro: Porventura não tremerão as ilhas com o estrondo da tua queda, quando gemerem os traspassados, quando se fizer uma espantosa matança no meio de 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principes do mar descerão dos seus thronos, e tirarão de si os seus mantos, e despirão os seus vestidos bordados: de tremores se vestirão, sobre a terra se assentarão, e estremecerão a cada momento; e em ti pasmarão.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levantarão uma lamentação sobre ti, e te dirão: Como pereceste do mar, ó bem povoada e afamada cidade, que foste forte no mar; ella e os seus moradores, que atemorizaram a todos os moradores d'ella!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estremecerão as ilhas no dia da tua saida, e as ilhas, que estão no mar, turbar-se-hão da sua saida.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Quando eu te tiver feito uma cidade assolada, como as cidades que se não habitam, quando fizer sobre ti um abysmo, e as muitas aguas te cobrirem,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farei descer com os que descem á cova, ao povo antigo, e te deitarei nas mais baixas partes da terra, em logares desertos antigos, com os que descem á cova, para que não sejas habitada; e estabelecerei a gloria na terra dos viventes.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por grande espanto te porei a ti, e não serás mais; e quando te buscarem então nunca mais serás achada para sempre,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