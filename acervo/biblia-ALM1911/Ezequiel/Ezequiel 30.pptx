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mim a palavra do Senhor,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prophetiza, e dize: Assim diz o Senhor Jehovah: Uivae: Ah! aquelle dia!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já está perto o dia, já está perto, digo, o dia do Senhor: dia nublado: o tempo dos gentios será.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espada virá ao Egypto, e haverá grande dôr na Ethiopia, quando cairem os traspassados no Egypto; e tomarão a sua multidão, e quebrar-se-hão os seus fundamentos.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Ethiopia, e Put, e Lud, e toda a mistura de gente, e Cub, e os filhos da terra do concerto, com elles cairão á espada.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Tambem cairão os que o Egypto sustem, e descerá a soberba de seu poder: desde a torre de Sevene n'elle cairão á espada, diz o Senhor Jehovah.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serão assolados no meio das terras assoladas; e as suas cidades estarão no meio das cidades desertas.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saberão que eu sou o Senhor, quando eu puzer fogo ao Egypto, e forem quebrados todos os que lhe davam auxilio.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sairão mensageiros de diante de mim em navios, para espantarem a Ethiopia descuidada; e haverá n'elles grandes dôres, como no dia do Egypto; porque, eis que já vem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Jehovah: Eu pois farei cessar a multidão do Egypto, por mão de Nabucodonozor, rei de Babylonia.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e o seu povo com elle, os mais formidaveis das nações, serão levados para destruirem a terra; e desembainharão as suas espadas contra o Egypto, e encherão a terra de traspassados.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rios farei seccos, e venderei a terra á mão dos maus, e assolarei a terra e a sua plenitude pela mão dos estranhos; eu, o Senhor, o fallei.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Jehovah: Tambem destruirei os idolos, e farei cessar as imagens de Noph: e não haverá mais um principe da terra do Egypto; e porei o temor na terra do Egypto.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assolarei a Pathros, e porei fogo a Zoan, e executarei juizos em No.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derramarei o meu furor sobre Sin, a força do Egypto, e exterminarei a multidão de No.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porei fogo no Egypto; Sin terá grande dôr, e No será fendida, e Noph terá angustias quotidianas.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mancebos de Aven e Pibeseth cairão á espada, e as moças irão em captiveiro.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Tahpanes se escurecerá o dia, quando eu quebrar ali os jugos do Egypto, e n'ella cessar a soberba da sua força: uma nuvem a cobrirá, e suas filhas irão em captiveiro.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executarei juizos no Egypto, e saberão que eu sou o Senhor.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no anno undecimo, no mez primeiro, aos sete do mez, veiu a mim a palavra do Senhor, dizendo: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eu quebrei o braço de Pharaó, rei do Egypto, e eis que não será atado com emplastos, nem lhe porão uma ligadura para o atar, para o esforçar, para que pegue na espada.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 Jehovah: Eis que eu estou contra Pharaó, rei do Egypto, e quebrarei os seus braços, assim o forte como o quebrado, e farei cair da sua mão a espada.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espalharei os egypcios entre as nações, e os espalharei pelas terras.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esforçarei os braços do rei de Babylonia, e darei a minha espada na sua mão; porém quebrarei os braços de Pharaó, e diante d'elle gemerá como geme o traspassado.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Esforçarei, digo, os braços do rei de Babylonia, mas os braços de Pharaó cairão; e saberão que eu sou o Senhor, quando eu metter a minha espada na mão do rei de Babylonia, e elle a estender sobre a terra do Egypto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espalharei os egypcios entre as nações, e os espalharei pelas terras: assim saberão que eu sou 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