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tu habitas no meio da casa rebelde, que tem olhos para ver e não vê, e tem ouvidos para ouvir e não ouve; porque casa rebelde 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pois, ó filho do homem, faze trastes de quem se muda de paiz, e de dia muda de logar aos olhos d'elles; e do teu logar mudarás a outro logar aos olhos d'elles; bem pode ser que reparem n'isso, ainda que elles são casa rebelde.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olhos d'elles tirarás para fóra pois, de dia, os teus trastes, como trastes de quem se muda de logar; então tu sairás de tarde aos olhos d'elles, como quem sae mudando de logar.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Escava para ti, á vista d'elles, a parede, e tira para fóra por ella os trastes.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olhos d'elles aos hombros os levarás, ás escuras os tirarás, e cobrirás a tua cara, para que não vejas a terra: porque te dei por signal maravilhoso á casa d'Israel.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 assim, como se me deu ordem: os meus trastes tirei para fóra de dia, como trastes de quem se muda de logar: então á tarde escavei na parede com a mão; ás escuras os tirei para fóra, e aos hombros os levei, aos olhos d'elles.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pela manhã,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porventura não te disse a casa d'Israel, aquella casa rebelde: Que fazes tu?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Dize-lhes: Assim diz o Senhor Jehovah: Esta carga é contra o principe em Jerusalem, e contra toda a casa d'Israel, que está no meio d'ella.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Dize: Eu sou o vosso maravilhoso signal: assim como eu fiz, assim se lhes fará a elles; por transportação irão em captiveiro;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principe que está no meio d'elles aos hombros levará ás escuras os trastes, e sairá: a parede escavarão para os tirarem por ella: o seu rosto cobrirá, para que elle com o olho não veja a terra.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estenderei a minha rede sobre elle, e será apanhado no meu laço: e o levarei a Babylonia, á terra dos chaldeos, e comtudo não a verá, ainda que ali morrerá.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todos os que estiverem ao redor d'elle em seu soccorro, e a todas as suas tropas, espalharei a todos os ventos: e desembainharei a espada atraz d'elles.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saberão que eu sou o Senhor, quando eu os derramar entre as nações e os espalhar pelas terras.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d'elles deixarei ficar de resto alguns poucos da espada, da fome, e da peste, para que contem todas as suas abominações entre as nações para onde forem; e saberão que eu sou 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mim a palavra do Senhor, dizendo: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o teu pão comerás com tremor, e a tua agua beberás com estremecimento e com receio.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dirás ao povo da terra: Assim diz o Senhor Jehovah ácerca dos habitantes de Jerusalem, na terra d'Israel: O seu pão comerão com receio, e a sua agua beberão com susto, porquanto a sua terra será despojada de sua abundancia, por causa da violencia de todos os que habitam n'ella.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cidades habitadas serão desoladas, e a terra se tornará em assolação; e sabereis que eu sou 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ainda a mim a palavra do Senhor, dizendo: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que dictado é este que vós tendes na terra d'Israel, dizendo: Prolongar-se-hão os dias, e perecerá toda a visão?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dize-lhes: Assim diz o Senhor Jehovah: Farei cessar este dictado, e não se servirão mais d'este dictado em Israel; porém dize-lhes: Já se chegaram os dias e a palavra de toda a visão.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haverá mais alguma visão vã, nem adivinhação lisongeira, no meio da casa d'Israel.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eu, o Senhor, fallarei, e a palavra que eu fallar se fará; não terá mais tardança; porque em vossos dias, ó casa rebelde, fallarei uma palavra e a cumprirei, diz o Senhor Jehovah.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mais a mim a palavra do Senhor, dizendo: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eis que os da casa d'Israel dizem: A visão que este vê é para muitos dias, e elle prophetiza de tempos que estão longe.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dize-lhes: Assim diz o Senhor Jehovah: Não será differida mais alguma das minhas palavras: e a palavra que fallei se fará, diz o Senhor Jehovah.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