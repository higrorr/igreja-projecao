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filho do homem, porventura julgarás, julgarás a cidade sanguinolenta? faze-lhe conhecer pois todas as suas abominações.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dize: Assim diz o Senhor Jehovah: Ai da cidade que derrama o sangue no meio d'ella, para que venha o seu tempo! que faz idolos contra si mesma, para se contaminar!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teu sangue que derramaste te fizeste culpada, e pelos teus idolos que fabricaste te contaminaste, e fizeste chegar os teus dias, e vieste aos teus annos; por isso eu te fiz o opprobrio das nações e o escarneo de todas as terras.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que estão perto e as que estão longe de ti escarnecerão de ti, immunda de nome, cheia de inquietação.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principes de Israel, cada um conforme o seu poder, estiveram em ti, para derramarem o sangue.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pae e á mãe desprezaram em ti; para com o estrangeiro usaram de oppressão no meio de ti: ao orphão e á viuva opprimiram em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coisas sagradas desprezaste, e os meus sabbados profanaste.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Homens calumniadores se acharam em ti, para derramarem o sangue; e em ti sobre os montes comeram; enormidade commetteram no meio de 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vergonha do pae descobriram em ti: a que estava immunda, na sua separação, humilharam no meio de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um fez abominação com a mulher do seu proximo, e outro contaminou abominavelmente a sua nora, e outro humilhou no meio de ti a sua irmã, filha de seu pae.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Presentes receberam no meio de ti para derramarem o sangue: usura e demasia tomaste, e usaste de avareza com o teu proximo, opprimindo-o; porém de mim te esqueceste, diz o Senhor Jehovah.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bati as mãos contra a tua avareza, de que usaste, e por causa de teu sangue, que houve no meio de 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estará firme o teu coração? porventura estarão fortes as tuas mãos, nos dias em que eu tratarei comtigo? eu, o Senhor, o fallei, e o farei.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espalhar-te-hei entre as nações, e espalhar-te-hei pelas terras, e cosumirei a tua immundicia.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serás profanada em ti aos olhos das nações, e saberás que eu sou 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a casa de Israel se tornou para mim em escorias: todos elles são bronze, e estanho, e ferro, e chumbo no meio do forno: em escorias de prata se tornaram.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Porquanto todos vós vos tornastes em escorias, por isso eis que eu vos ajuntarei no meio de Jerusalem.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 ajuntam a prata, e o bronze, e o ferro, e o chumbo, e o estanho, no meio do forno, para assoprar o fogo sobre elles, para fundir, assim vos ajuntarei na minha ira e no meu furor, e ali vos deixarei e fundirei.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congregar-vos-hei, e assoprarei sobre vós o fogo do meu furor; e sereis fundidos no meio d'ella.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 funde a prata no meio do forno, assim sereis fundidos no meio d'ella; e sabereis que eu, o Senhor, derramei o meu furor sobre vós.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dize-lhe: Tu és uma terra que não está purificada: e não tem chuva no dia da indignação.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Conjuração dos seus prophetas ha no meio d'ella, como um leão que dá bramido, que arrebata a preza: elles devoram as almas; thesouros e coisas preciosas tomam, multiplicam as suas viuvas no meio d'ella.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sacerdotes violentam a minha lei, e profanam as minhas coisas sagradas; entre o sancto e o profano não fazem differença, nem discernem o impuro do puro; e de meus sabbados escondem os seus olhos, e assim sou profanado no meio d'elles.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principes no meio d'ella são como lobos que arrebatam a preza, para derramarem o sangue, para destruirem as almas, para seguirem a avareza.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prophetas os rebocam de cal não adubada, vendo vaidade, e predizendo-lhes mentira, dizendo: Assim diz o Senhor Jehovah; sem que o Senhor tivesse fallado.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povo da terra opprimem gravemente, e andam fazendo roubos, e fazem violencia ao afflicto e necessitado, e ao estrangeiro opprimem sem razão.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busquei d'entre elles um homem que estivesse tapando o muro, e estivesse na brecha perante mim por esta terra, para que eu não a destruisse; porém a ninguem achei.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eu derramei sobre elle a minha indignação, com o fogo do meu furor os consumi; fiz que o seu caminho recaisse sobre as suas cabeças,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