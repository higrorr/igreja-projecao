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olhei, e eis que no firmamento, que estava por cima da cabeça dos cherubins, appareceu sobre elles como uma pedra de safira, como o aspecto da similhança d'um throno.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ao homem vestido de linho, dizendo: Vae por entre as rodas, até debaixo do cherubim, e enche os punhos de brazas accesas d'entre os cherubins, e espalha-as sobre a cidade. E elle entrou á minha vista.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cherubins estavam ao lado direito da casa, quando entrou aquelle homem; e uma nuvem encheu o atrio interior.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a gloria do Senhor de sobre o cherubim para o umbral da casa; e encheu-se a casa d'uma nuvem, e o atrio se encheu do resplandor da gloria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estrondo das azas dos cherubins se ouviu até ao atrio exterior, como a voz do Deus Todo-poderoso, quando falla.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dando elle ordem ao homem vestido de linho, dizendo: Toma fogo d'entre as rodas, d'entre os cherubins, entrou elle, e se poz junto ás rodas.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estendeu um cherubim a sua mão de entre os cherubins para o fogo que estava entre os cherubins; e o tomou, e o poz nas mãos do que estava vestido de linho; o qual o tomou, e saiu.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 nos cherubins uma similhança de mão de homem debaixo das suas azas.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olhei, e eis quatro rodas junto aos cherubins, uma roda junto a um cherubim, e outra roda junto a outro cherubim; e o aspecto das rodas era como côr de pedra de turqueza.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seu aspecto, as quatro tinham uma mesma similhança; como se estivera uma roda no meio d'outra roda.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estes, andavam est'outras pelos quatro lados d'elles; não se viravam quando andavam, mas para o logar para onde olhava a cabeça para esse andavam; não se viravam quando andavam.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seu corpo, e as suas costas, e as suas mãos, e as suas azas, e as rodas, as rodas que os quatro tinham, estavam cheias d'olhos em redor.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ás rodas, a ellas se lhes chamou a meus ouvidos Galgal.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tinha quatro rostos: o rosto do primeiro era rosto de cherubim, e o rosto do segundo rosto de homem, e do terceiro era rosto de leão, e do quarto rosto de aguia.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cherubins se elevaram ao alto: estes são os mesmos animaes que vi junto ao rio de Chebar.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andando os cherubins, andavam as rodas juntamente com elles; e, levantando os cherubins as suas azas, para se elevarem de sobre a terra, tambem as rodas não se separavam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Parando elles, paravam ellas; e, elevando-se elles, elevavam-se ellas, porque o espirito de vida estava n'ellas.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a gloria do Senhor de sobre o umbral da casa do Senhor, e parou sobre os cherubins.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cherubins alçaram as suas azas, e se elevaram da terra aos meus olhos, quando sairam; e as rodas os acompanhavam: e cada um parou á entrada da porta oriental da casa do Senhor; e a gloria do Deus de Israel estava em cima sobre 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animaes que vi debaixo do Deus de Israel, junto ao rio de Chebar, e conheci que eram cherubins.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tinha quatro rostos e cada um quatro azas, e a similhança de mãos de homem debaixo das suas azas.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similhança dos seus rostos era a dos rostos que eu tinha visto junto ao rio de Chebar, o aspecto d'elles e elles mesmos: cada um andava ao direito do seu rosto.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