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levou á porta, á porta que olha para o caminho do oriente.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a gloria do Deus de Israel vinha do caminho do oriente; e a sua voz era como a voz de muitas aguas, e a terra resplandeceu por causa da sua gloria.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aspecto da visão que vi era como o aspecto que eu tinha visto quando vim a destruir a cidade; e eram os aspectos da visão como o aspecto que vi junto ao rio de Chebar; e cahi sobre o meu rosto.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gloria do Senhor entrou no templo pelo caminho da porta, cuja face está para o caminho do oriente.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levantou-me o espirito, e me levou ao atrio interior: e eis que a gloria do Senhor encheu o templo.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a um que fallava comigo de dentro do templo, e estava um homem em pé junto comigo.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disse: Filho do homem, este é o logar do meu throno, e o logar das plantas dos meus pés, onde habitarei no meio dos filhos de Israel para sempre; e os da casa de Israel não contaminarão mais o meu nome sancto, nem elles nem os seus reis, pelas suas fornicações, e pelos cadaveres dos seus reis, nos seus altos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Pondo o seu umbral ao pé do meu umbral, e a sua umbreira junto á minha umbreira, e havendo uma parede entre mim e entre elles; e contaminaram o meu sancto nome com as suas abominações que faziam; por isso eu os consumi na minha ira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lançarão para longe de mim a sua fornicação, e os cadaveres dos seus reis, e habitarei no meio d'elles para sempre.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pois, ó filho do homem, mostra á casa de Israel esta casa, para que se envergonhe das suas maldades, e meça o exemplar d'ella.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envergonhando-se elles de tudo quanto fizeram, faze-lhes saber a forma d'esta casa, e a sua figura, e as suas saidas, e as suas entradas, e todas as suas formas, e todos os seus estatutos, todas as suas formas, e todas as suas leis; e escreve-as aos seus olhos, para que guardem toda a sua forma, e todos os seus estatutos, e os façam.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lei da casa: Sobre o cume do monte todo o seu contorno em redor será sanctidade de sanctidades; eis que esta é a lei da casa.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são as medidas do altar, pelos covados; o covado é um covado e um palmo: e o seio d'um covado de altura, e um covado de largura, e o seu contorno da sua borda ao redor, d'um palmo; e zesta é a base do altar.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seio desde a terra até á listra de baixo, dois covados, e de largura um covado: e desde a pequena listra até á listra grande, quatro covados, e a largura d'um covado.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Harel, de quatro covados: e desde o Ariel e até acima havia quatro cornos.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Ariel terá doze covados de comprimento, e doze de largura, quadrado nos quatro lados.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listra, quatorze covados de comprimento, e quatorze de largura, nos seus quatro lados; e o contorno, ao redor d'ella, de meio covado, e o seio d'ella, de um covado, ao redor: e os seus degraus olhavam para o oriente.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disse: Filho do homem, assim diz o Senhor Jehovah: Estes são os estatutos do altar, no dia em que o farão, para offerecer sobre elle holocausto e para espalhar sobre elle sangue.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sacerdotes levitas, que são da semente de Zadoc, que se chegam a mim (diz o Senhor Jehovah) para me servirem, darás um bezerro, para expiação do peccado.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tomarás do seu sangue, e o porás sobre os seus quatro cornos, e nas quatro esquinas da listra, e no contorno ao redor: assim o purificarás e o expiarás.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tomarás o bezerro da expiação do peccado, e o queimarão no logar da casa para isso ordenado, fóra do sanctuario.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segundo dia offerecerás um bode, sem mancha, para expiação do peccado: e purificarão o altar, como o purificaram com o bezerro.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acabando tu de o purificar, offerecerás um bezerro, sem mancha, e um carneiro do rebanho, sem mancha.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offerecerás perante a face do Senhor; e os sacerdotes deitarão sal sobre elles, e os offerecerão em holocausto ao Senhor.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sete dias prepararás um bode de expiação cada dia: tambem prepararão um bezerro, e um carneiro do rebanho, sem mancha.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sete dias expiarão o altar, e o purificarão, e encherão as suas mãos.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cumprindo elles estes dias, será que, ao oitavo dia, e d'ali em diante, prepararão os sacerdotes sobre o altar os vossos holocaustos e os vossos sacrificios pacificos; e eu me deleitarei em vós, diz o Senhor Jehovah.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