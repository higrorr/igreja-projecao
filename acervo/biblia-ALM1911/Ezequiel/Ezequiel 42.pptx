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fez-me sair para fóra, ao atrio exterior, para a banda do caminho do norte; e me levou ás camaras que estavam defronte do largo vazio, e que estavam defronte do edificio, da banda do norte.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Defronte do comprimento de cem covados era a entrada do norte: e a largura era de cincoenta covados.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Defronte dos vinte covados, que tinha o atrio interior, e defronte do pavimento que tinha o atrio exterior, havia galeria contra galeria em tres andares.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diante das camaras havia um passeio de dez covados de largo, da banda de dentro, e um caminho d'um covado, e as suas entradas da banda do norte.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camaras de cima eram mais estreitas; porquanto as galerias eram mais altas do que aquellas, a saber, as de baixo e as do meio do edificio.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ellas eram de tres andares, porém não tinham columnas como as columnas dos atrios; por isso desde o chão se iam estreitando, mais do que as de baixo e as do meio.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muro que estava de fóra, defronte das camaras, no caminho do atrio exterior, por diante das camaras, tinha cincoenta covados de comprimento.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comprimento das camaras, que tinha o atrio exterior, era de cincoenta covados; e eis que defronte do templo havia cem covados.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debaixo d'estas camaras estava a entrada do oriente, quando se entra n'ellas do atrio de fóra.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largura do muro do atrio para o caminho do oriente, diante do logar vazio, e diante do edificio, havia tambem camaras.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caminho de diante d'ellas era da feição das camaras, e olhava para o caminho do norte; conforme o seu comprimento, assim era a sua largura; e todas as suas saidas eram tambem conforme as suas feições, e conforme as suas entradas.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conforme as entradas das camaras, que olhavam para o caminho do sul, havia tambem uma entrada no topo do caminho, do caminho de diante do muro direito, para o caminho do oriente, quando se entra por ellas.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As camaras do norte, e as camaras do sul, que estão diante do logar vazio, ellas são camaras sanctas, em que os sacerdotes, que se chegam ao Senhor, comerão as coisas mais sanctas: ali porão as coisas mais sanctas, e as offertas de comer, e a expiação pelo peccado, e a expiação pela culpa; porque o logar é sancto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sacerdotes entrarem, não sairão do sanctuario para o atrio exterior, mas porão ali as suas vestiduras com que ministraram, porque ellas são sanctidade; e vestir-se-hão d'outras vestiduras, e assim se approximarão do que toca ao povo.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acabando elle de medir o templo interior, elle me fez sair pelo caminho da porta, cuja face olha para o caminho do oriente; e a mediu em redor.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Mediu a banda oriental com a canna de medir, quinhentas cannas com a canna de medir ao redor.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Mediu a banda do norte, quinhentas cannas com a canna de medir ao redor.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banda do sul tambem mediu, quinhentas cannas com a canna de medir.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uma volta para a banda do occidente, e mediu quinhentas cannas com a canna de medir.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quatro bandas a mediu, e tinha um muro em redor, quinhentas cannas de comprimento, e quinhentas de largura, para fazer separação entre o sancto e o profano.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