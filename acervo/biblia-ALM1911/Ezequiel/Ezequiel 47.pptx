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47:1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d'isto me fez voltar á entrada da casa, e eis que sahiam umas aguas debaixo do umbral da casa para o oriente; porque a face da casa olhava para o oriente, e as aguas desciam de debaixo, desde a banda direita da casa, da banda do sul do altar.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47:2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me tirou pelo caminho da porta do norte, e me fez dar uma volta pelo caminho de fóra, até á porta exterior, pelo caminho que olha para o oriente; e eis que manavam umas aguas desde a banda direita.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47:3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saindo aquelle homem para o oriente, tinha na mão um cordel de medir; e mediu mil covados, e me fez passar pelas aguas, aguas que me davam pelos artelhos.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47:4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mediu mil covados, e me fez passar pelas aguas, aguas que me davam pelos joelhos; e mediu mais mil, e me fez passar por aguas que me davam pelos lombos.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47:5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mediu mais mil, e era um ribeiro, que eu não podia passar, porque as aguas eram profundas, aguas que se deviam passar a nado, ribeiro pelo qual não se podia passar.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47:6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me disse: Porventura viste isto, ó filho do homem? Então me levou, e me tornou a trazer á borda do ribeiro.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47:7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tornando eu, eis que á borda do ribeiro havia uma grande abundancia de arvores, de uma e de outra banda.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47:8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me disse: Estas aguas saem para a Galilea do oriente, e descem á campina, e entram no mar; e, sendo levadas ao mar, sararão as aguas.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47:9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será que toda a creatura vivente que nadar por onde quer que entrarem estes dois ribeiros viverá, e haverá muitissimo peixe; porque lá chegarão estas aguas, e sararão, e viverá tudo por onde quer que entrar este ribeiro.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47:10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Será tambem que os pescadores estarão em pé junto a elle, desde Engedi até En-eglaim; haverá tambem logares para estender as redes: o seu peixe, segundo a sua especie, será como o peixe do mar grande, em multidão excessiva.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47:11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os seus charcos e os seus lamaceiros não sararão; serão deixados para sal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47:12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junto ao ribeiro, á sua borda, de uma e de outra banda, subirá toda a sorte de arvore que dá fructo para se comer: não cairá a sua folha, nem perecerá o seu fructo: nos seus mezes produzirá novos fructos, porque as suas aguas saem do sanctuario; e o seu fructo servirá de comida e a sua folha de remedio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47:13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 Jehovah: Este será o termo conforme o qual tomareis a terra em herança, segundo as doze tribus de Israel: José terá duas partes.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47:14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vós a herdareis, tanto um como o outro; terra sobre a qual levantei a minha mão, para a dar a vossos paes: assim que esta mesma terra vos cairá a vós em herança.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47:15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este será o termo da terra, da banda do norte: desde o mar grande, caminho de Hethlon, até á entrada de Zedad;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47:16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Hamath, Berotha, Sibraim, que estão entre o termo de Damasco e entre o termo de Hamath: Hazer-hattichon, que está junto ao termo de Havran.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47:17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termo será desde o mar Hazer-enon, o termo de Damasco, e o norte, que olha para o norte, e o termo de Hamath: e este será o termo do norte.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47:18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termo do oriente, entre Hauran, e Damasco, e Gilead, e a terra de Israel será o Jordão; desde o termo do norte até ao mar do oriente medireis: e este será o termo do oriente.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47:19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termo do sul, ao sul será desde Tamar, até ás aguas da contenda de Cades, junto ao ribeiro, até ao mar grande: e este será o termo do sul ao sul.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47:20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termo do occidente será o mar grande, desde o termo do sul até a entrada de Hamath: este será o termo do occidente.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47:21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Repartireis pois esta terra entre vós, segundo as tribus de Israel.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47:22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Será, porém, que a sorteareis para vossa herança, e para a dos estrangeiros que peregrinam no meio de vós, que gerarão filhos no meio de vós; e vos serão como naturaes entre os filhos de Israel; comvosco entrarão em herança, no meio das tribus de Israel.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47:23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será que na tribu em que peregrinar o estrangeiro ali lhe dareis a sua herança, diz o Senhor Jehovah.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