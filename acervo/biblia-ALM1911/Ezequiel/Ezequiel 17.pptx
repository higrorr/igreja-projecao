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propõe uma parabola, e usa d'uma comparação para com a casa de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Assim diz o Senhor Jehovah: Uma grande aguia, de grandes azas, comprida de plumagem, e cheia de pennas de varias côres, veiu ao Libano e levou o mais alto ramo d'um cedro.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arrancou a ponta mais alta dos seus ramos, e a trouxe á terra de mercancia, na cidade de mercancia, na cidade de mercadores a poz.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da semente da terra, e a lançou n'um campo de semente: tomando-a, a poz junto ás grandes aguas com grande prudencia.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brotou, e tornou-se n'uma videira mui larga, de pouca altura, virando-se para ella os seus ramos, porque as suas raizes estavam debaixo d'ella; e tornou-se n'uma videira, e produzia sarmentos, e brotava renovos.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mais uma grande aguia, de grandes azas, e cheia de pennas; e eis que esta videira lançou para ella as suas raizes, e estendeu para ella os seus ramos, para que a regasse pelas aréolas do seu plantio.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N'uma boa terra, á borda de muitas aguas, estava ella plantada, para produzir ramos, e para dar fructo, para que fosse videira excellente.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Dize: Assim diz o Senhor Jehovah: Porventura prosperará? ou não lhe arrancará as suas raizes, e não cortará o seu fructo, e seccar-se-ha? em todas as folhas de seus renovos se seccará, e isto não com braço grande, nem com muita gente, para a arrancar pelas suas raizes.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eis que porventura, estando plantada, prosperará? porventura, tocando-lhe vento oriental, de todo não se seccará? nas aréolas do seu plantio se seccará.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agora á casa rebelde: Porventura não sabeis o que querem dizer estas coisas? dize: Eis que veiu o rei de Babylonia a Jerusalem, e tomou o seu rei e os seus principes, e os levou comsigo para Babylonia;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um da semente real, e fez concerto com elle, e o trouxe para fazer juramento; e tomou os poderosos da terra comsigo,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reino ficasse humilhado, e não se levantasse: para que, guardando o seu concerto, podesse subsistir.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rebellou contra elle, enviando os seus mensageiros ao Egypto, para que se lhe mandassem cavallos e muita gente: porventura prosperará ou escapará aquelle que faz taes coisas? ou quebrantará o concerto, e ainda escapará?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eu, diz o Senhor Jehovah, que morrerá em logar do rei que o fez reinar, cujo juramento desprezou, e cujo concerto quebrantou; com elle no meio de Babylonia morrerá.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Pharaó, nem com grande exercito, nem com uma companhia numerosa, nada acabará com elle em guerra, levantando tranqueiras e edificando baluartes, para destruir muitas vidas.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desprezou o juramento, quebrantando o concerto, e eis que deu a sua mão; havendo pois feito todas estas coisas, não escapará.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Vivo eu, que o meu juramento, que desprezou, e o meu concerto, que quebrantou, isto farei recair sobre a sua cabeça.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estenderei sobre elle a minha rede, e ficará preso no meu laço; e o levarei a Babylonia, e ali entrarei em juizo com elle pela rebeldia com que se rebellou contra mim.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seus fugitivos, com todas as suas tropas, cairão á espada, e os que restarem serão espalhados a todo o vento; e sabereis que eu, o Senhor, o fallei.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Tambem eu tomarei do cucuruto do cedro alto, e o plantarei; do principal dos seus renovos cortarei o mais tenro, e o plantarei sobre um monte alto e sublime.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monte alto d'Israel o plantarei, e produzirá ramos, e dará fructo, e se fará um cedro excellente; e habitarão debaixo d'elle todas as aves de toda a sorte de azas, e á sombra dos seus ramos habitarão.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saberão todas as arvores do campo que eu, o Senhor, abaixei a arvore alta, alcei a arvore baixa, sequei a arvore verde, e fiz reverdecer a arvore secca: eu, o Senhor, o fallei, e o farei.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