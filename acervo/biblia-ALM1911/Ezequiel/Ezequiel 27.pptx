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ó filho do homem, levanta uma lamentação sobre Tyro.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 a Tyro, que habita nas estradas do mar, e negoceia com os povos em muitas ilhas: Assim diz o Senhor Jehovah: Ó Tyro, tu dizes: Eu sou perfeita em formosura.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coração dos mares estão os teus termos; os que te edificaram aperfeiçoaram a tua formosura.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Fabricaram todos os teus convezes de faias de Senir; trouxeram cedros do Libano para te fazerem mastros.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os teus remos de carvalhos de Basan: a companhia dos assyrios fez os teus bancos de marfim das ilhas dos chitteos.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Linho fino bordado do Egypto era a tua cortina, para te servir de vela; azul e purpura das ilhas d'Elisa era a tua cobertura.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moradores de Sidon e de Arvad foram os teus remeiros; os teus sabios, ó Tyro, que se achavam em ti, esses foram os teus pilotos.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anciãos de Gebal e seus sabios foram em ti os que concertavam as tuas fendas: todos os navios do mar e os marinheiros se acharam em ti, para negociar os teus negocios.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persas, e os lidios, e os puteos eram no teu exercito os teus soldados: escudos e capacetes penduraram em ti: elles te deram o teu renome.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Arvad e o teu exercito estavam sobre os teus muros em redor, e os gamaditas sobre as tuas torres: penduravam os seus escudos nos teus muros em redor; elles aperfeiçoavam a tua formosura.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Tarsis era a que negociava comtigo, por causa da abundancia de toda a casta de fazenda: com prata, ferro, estanho, e chumbo negociavam em tuas feiras.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Javan, Tubal e Mesech eram teus mercadores: com almas de homens e vasos de bronze fizeram negocios comtigo.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casa de Togarma traziam ás tuas feiras cavallos, e cavalleiros e mulos.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Dedan eram os teus mercadores; muitas ilhas eram o commercio da tua mão: dentes de marfim e pau preto tornavam a dar-te em presente.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Syria negociava comtigo por causa da multidão das tuas boas obras: esmeralda, purpura, e obra bordada, e seda, e coraes e crystal traziam ás tuas feiras.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Judah e a terra de Israel, elles eram os teus mercadores: com trigo de Minith, e pannagh, e mel, e azeite e balsamo fizeram negocios comtigo.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Damasco negociava comtigo, por causa da multidão das tuas obras, por causa da multidão de toda a sorte de fazenda, com vinho de Chelbon e lã branca.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Dan, e Javan, o caminhante, traficavam nas tuas feiras: ferro polido, casca, e canna aromatica entravam no teu negocio.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Dedan negociava comtigo com pannos preciosos para carros.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Arabia, e todos os principes de Kedar, eram elles os mercadores de tua mão, com cordeiros, e carneiros e bodes; n'estas coisas negociavam comtigo.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mercadores de Sheba e Raama eram elles os teus mercadores em todos os mais subidos aromas, e em toda a pedra preciosa e oiro contratavam nas tuas feiras.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Haran, e Canne e Eden, os mercadores de Sheba, Assur e Kilmad negociavam comtigo.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eram teus mercadores em toda a sorte de mercadorias, em fardos de cardeo, e bordado, e em cofres de roupas preciosas, amarrados com cordas e mettidos em cofres de cedro, na tua mercadoria.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navios de Tarsis cantavam de ti por causa de teu negocio; e te encheste, e te glorificaste muito no meio dos mares.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remeiros te conduziram sobre grandes aguas: o vento oriental te quebrantou no meio dos mares.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fazendas e as tuas feiras, o teu negocio, os teus marinheiros, e os teus pilotos, os que concertavam as tuas fendas, e os que faziam os teus negocios, e todos os teus soldados, que estão em ti, juntamente com toda a tua congregação, que está no meio de ti, cairão no meio dos mares no dia da tua queda.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estrondo da gritaria dos teus pilotos tremerão os arrabaldes.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que pegam no remo, os marinheiros, e todos os pilotos do mar descerão de seus navios, e na terra pararão.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farão ouvir a sua voz sobre ti, e gritarão amargamente; e lançarão pó sobre as cabeças, e na cinza se revolverão.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farão inteiramente calvos por tua causa, e se cingirão de saccos, e chorarão sobre ti com amargura da alma, e amarga lamentação.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levantarão uma lamentação sobre ti no seu pranto, e lamentarão sobre ti, dizendo: Quem foi como Tyro? como a destruida no meio do mar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as tuas mercadorias procediam dos mares, fartaste a muitos povos; com a multidão da tua fazenda e do teu negocio, enriqueceste os reis da terra.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tempo em que foste quebrantada dos mares, nas profundezas das aguas, cairam os teus negocios e toda a tua congregação no meio de ti.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moradores das ilhas foram a teu respeito cheios de espanto; e os seus reis tremeram em grande maneira, e foram perturbados nos seus rostos.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mercadores d'entre os povos assobiaram sobre ti: tu te tornaste em grande espanto, e nunca jámais serás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