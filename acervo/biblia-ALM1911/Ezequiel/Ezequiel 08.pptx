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pois, no sexto anno, no mez sexto, no quinto dia do mez, estando eu assentado na minha casa, e os anciãos de Judah assentados diante de mim, que ali a mão do Senhor Jehovah caiu sobre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 uma similhança como aspecto de fogo; desde o aspecto dos seus lombos, e d'ahi para baixo, era fogo; e dos seus lombos e d'ahi para cima como aspecto de um resplandor como de côr de ambar;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estendeu a fórma d'uma mão, e me tomou pelos cabellos da minha cabeça; e o Espirito me levantou entre a terra e o céu, e me trouxe a Jerusalem em visões de Deus, até á entrada da porta do pateo de dentro, que olha para o norte, onde estava o assento da imagem dos ciumes, que provoca a ciumes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 gloria do Deus d'Israel estava ali, conforme o aspecto que eu tinha visto no valle.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levanta agora os teus olhos para o caminho do norte. E levantei os meus olhos para o caminho do norte, e eis que da banda do norte, á porta do altar, estava esta imagem de ciumes na entrada.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vês tu o que elles estão fazendo? as grandes abominações que a casa d'Israel faz aqui, para que me alongue do meu sanctuario? porém ainda tornarás a vêr maiores abominações.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levou-me á porta do atrio: então olhei, e eis que havia um buraco na parede.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cava agora n'aquella parede. E cavei na parede, e eis que havia uma porta.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Entra, e vê as malignas abominações que elles fazem aqui.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entrei, e olhei, e eis que toda a forma de reptis, e bestas abominaveis, e de todos os idolos da casa d'Israel, estavam pintados na parede em todo o redor.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setenta homens dos anciãos da casa de Israel, com Jaazanias, filho de Saphan, que estava no meio d'elles, estavam em pé diante d'elles, e cada um tinha na mão o seu incensario; e subia uma espessa nuvem de incenso.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Viste, porventura, filho do homem, o que os anciãos da casa de Israel fazem nas trevas, cada um nas suas camaras pintadas de imagens? porque dizem: O Senhor não nos vê; já desamparou o Senhor 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Ainda tornarás a ver maiores abominações, que estes fazem.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levou-me á entrada da porta da casa do Senhor, que está da banda do norte, e eis ali estavam mulheres assentadas chorando a Tammuz.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Viste porventura isto, filho do homem? ainda tornarás a ver abominações maiores do que estas.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levou-me para o atrio interior da casa do Senhor, e eis que estavam á entrada do templo do Senhor, entre o portico e o altar, quasi vinte e cinco homens, voltadas as costas para o templo do Senhor, e virados os rostos para o oriente; e elles adoravam o sol virados para o oriente.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Viste isto, filho do homem? ha porventura coisa mais leviana para a casa de Judah, do que fazer taes abominações, que fazem aqui? havendo enchido a terra de violencia, tornam a irritar-me; porque eis que elles chegam o ramo ao nariz.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eu usarei com elles de furor; o meu olho não poupará, nem me apiedarei: e, ainda que me gritem aos ouvidos com grande voz, comtudo não os ouvirei.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