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no setimo anno, no mez quinto, aos dez do mez, que vieram alguns dos anciãos de Israel, para consultarem o Senhor; e assentaram-se diante de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mim a palavra do Senhor,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falla aos anciãos de Israel, e dize-lhes: Assim diz o Senhor Jehovah: Vindes vós consultar-me? vivo eu, que vós não me consultareis, diz o Senhor Jehovah.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tu os julgarias, julgarias tu, ó filho do homem? notifica-lhes as abominações de seus paes;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dize-lhes: Assim diz o Senhor Jehovah: No dia em que escolhi a Israel, levantei a minha mão para a semente da casa de Jacob, e me dei a conhecer a elles na terra do Egypto, e levantei a minha mão para elles, dizendo: Eu sou o Senhor vosso Deus;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levantei a minha mão para elles, que os tiraria da terra do Egypto, para uma terra que já tinha previsto para elles, que mana leite e mel, que é a gloria de todas as terras.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disse: Cada um lance de si as abominações dos seus olhos, e não vos contamineis com os idolos do Egypto: eu sou o Senhor vosso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rebellaram-se contra mim, e não me quizeram ouvir; ninguem lançava de si as abominações dos seus olhos, nem deixava os idolos do Egypto: então eu disse que derramaria sobre elles o meu furor, para cumprir a minha ira contra elles no meio da terra do Egypto.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obrei por amor do meu nome, para que não fosse profanado diante dos olhos das nações, no meio das quaes estavam, a cujos olhos eu me dei a conhecer a elles, para os tirar para fóra da terra do Egypto.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tirei para fóra da terra do Egypto, e os levei ao deserto.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dei-lhes os meus estatutos, e lhes mostrei os meus juizos, os quaes, se os fizer o homem, viverá por 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lhes dei os meus sabbados, para que servissem de signal entre mim e entre elles: para que soubessem que eu sou o Senhor que os sanctifica.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casa de Israel se rebellou contra mim no deserto, não andando nos meus estatutos, e rejeitando os meus juizos, os quaes, fazendo-os, o homem viverá por elles; e profanaram grandemente os meus sabbados; e eu disse que derramaria sobre elles o meu furor no deserto, para os consumir.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obrei por amor do meu nome, para que não fosse profanado diante dos olhos das nações perante cujos olhos os fiz sair.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comtudo, eu levantei a minha mão para elles no deserto, que não os faria entrar na terra que lhes tinha dado, que mana leite e mel, que é a gloria de todas as terras,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rejeitaram os meus juizos, e não andaram nos meus estatutos, e profanaram os meus sabbados; porque o seu coração andava após os seus idolos.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meu olho lhes perdoou, para não os destruir nem os consumir no deserto.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disse eu a seus filhos no deserto: Não andeis nos estatutos de vossos paes, nem guardeis os seus juizos, nem vos contamineis com os seus idolos.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Senhor vosso Deus; andae nos meus estatutos, e guardae os meus juizos, e fazei-os.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sanctificae os meus sabbados, e servirão de signal entre mim e entre vós, para que saibaes que eu sou o Senhor vosso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tambem os filhos se rebellaram contra mim, e não andaram nos meus estatutos, nem guardaram os meus juizos para os fazer, os quaes, fazendo-os, o homem viverá por elles; tambem profanaram os meus sabbados; e eu disse que derramaria sobre elles o meu furor, para cumprir contra elles a minha ira no deserto.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retirei a minha mão, e obrei por amor do meu nome, para que não fosse profanado perante os olhos das nações, perante cujos olhos os fiz sair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levantei a minha mão para elles no deserto, que os espalharia entre as nações, e os derramaria pelas terras;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fizeram os meus juizos, e rejeitaram os meus estatutos, e profanaram os meus sabbados, e os seus olhos se iam após os idolos de seus paes.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eu lhes dei estatutos que não eram bons, como tambem juizos pelos quaes não haviam de viver;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contaminei em os seus dons, porquanto faziam passar pelo fogo tudo o que abre a madre: para os assolar, para que soubessem que eu sou 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falla á casa de Israel, ó filho do homem, e dize-lhe: Assim diz o Senhor Jehovah: Ainda até n'isto me blasphemaram vossos paes, que, com uma transgressão, transgrediram contra mim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havendo-os eu introduzido na terra sobre a qual eu levantara a minha mão que lh'a havia de dar, então olharam para todo o outeiro alto, e para toda a arvore espessa, e sacrificaram ali os seus sacrificios, e apresentaram ali a provocação das suas offertas, pozeram ali os seus cheiros suaves, e ali derramaram as suas libações.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lhes disse: Que alto é este, aonde vós ides? e seu nome foi chamado Bamah até ao dia de hoje.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dize á casa de Israel: Assim diz o Senhor Jehovah: Estaes vós contaminados no caminho de vossos paes? e fornicaes após as suas abominações?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offereceis os vossos dons, e fazeis passar os vossos filhos pelo fogo, então vós estaes contaminados com todos os vossos idolos, até este dia? e vós me consultarieis, ó casa de Israel? vivo eu, diz o Senhor Jehovah, que vós me não consultareis.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subiu ao vosso espirito de maneira alguma succederá, quando dizeis: Seremos como as nações, como as demais gerações da terra, servindo ao madeiro e á pedra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eu, diz o Senhor Jehovah, que com mão forte, e com braço estendido, e com indignação derramada, hei de reinar sobre vós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tirarei d'entre os povos, e vos congregarei das terras nas quaes andaes espalhados, com mão forte, e com braço estendido, e com indignação derramada.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levarei ao deserto dos povos; e ali entrarei em juizo comvosco cara a cara.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já entrei em juizo com vossos paes, no deserto da terra do Egypto, assim entrarei em juizo comvosco, diz o Senhor Jehovah.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farei passar debaixo da vara, e vos farei entrar no vinculo do concerto.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separarei d'entre vós os rebeldes, e os que prevaricaram contra mim; da terra das suas peregrinações os tirarei, mas á terra de Israel não voltarão: e sabereis que eu sou o Senhor.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 vós, ó casa de Israel, assim diz o Senhor Jehovah: Ide, servi cada um os seus idolos, pois que a mim me não quereis ouvir; não profaneis mais o meu sancto nome com as vossas dadivas e com os vossos idolos.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 meu sancto monte, no monte alto de Israel, diz o Senhor Jehovah, ali me servirá toda a casa de Israel, toda ella n'aquella terra: ali me deleitarei n'elles, e ali demandarei as vossas offertas alçadas, e as primicias das vossas dadivas, com todas as vossas coisas sanctas.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cheiro suave me deleitarei em vós, quando eu vos tirar d'entre os povos e vos congregar das terras em que andaes espalhados; e serei sanctificado em vós perante os olhos das nações.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sabereis que eu sou o Senhor, quando eu vos tiver tornado a trazer á terra de Israel, á terra pela qual levantei a minha mão para dal-a a vossos paes.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vos lembrareis de vossos caminhos, e de todos os vossos tratos com que vos contaminastes, e tereis nojo de vós mesmos, por todas as vossas maldades que tendes commettido.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sabereis que eu sou o Senhor, quando eu obrar comvosco por amor do meu nome; não conforme os vossos maus caminhos, nem conforme os vossos tratos corruptos, ó casa de Israel, disse o Senhor Jehovah.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dirige o teu rosto para o caminho do sul, e derrama as tuas palavras contra o sul, e prophetiza contra o bosque do campo do sul.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 ao bosque do sul: Ouve a palavra do Senhor: Assim diz o Senhor Jehovah: Eis que accenderei em ti um fogo que em ti consumirá toda a arvore verde e toda a arvore secca: não se apagará a chamma flammejante, antes com ella se queimarão todos os rostos, desde o sul até ao norte.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verá toda a carne que eu, o Senhor, o accendi: não se apagará.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20:49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Ah! Senhor Jehovah! elles dizem de mim: Porventura não falla este por parabolas?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