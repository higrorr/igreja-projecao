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pois é o que os filhos de Israel tiveram em herança na terra de Canaan: o que Eleazar, o sacerdote, e Josué, filho de Nun, e os Cabeças dos paes das tribus dos filhos de Israel lhes fizeram repartir,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sorte da sua herança, come o Senhor ordenara, pelo ministerio de Moysés, ácerca das nove tribus e da meia tribu.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ás duas tribus e á meia tribu já deu Moysés herança d'além do Jordão: mas aos levitas não tinha dado herança entre elles.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filhos de José foram duas tribus, Manasseh e Ephraim: e aos levitas não deram herança na terra, senão cidades em que habitassem, e os seus arrabaldes para seu gado e para sua possessão.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Senhor ordenara a Moysés, assim fizeram os filhos d'Israel, e repartiram 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de Judah chegaram a Josué em Gilgal; e Caleb, filho de Jefoné o kenezeo, lhe disse: Tu sabes a palavra que o Senhor fallou a Moysés, homem de Deus, em Cades-barnea, por causa de mim e de 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quarenta annos era eu, quando Moysés, servo do Senhor, me enviou de Cades-barnea a espiar a terra: e eu lhe trouxe resposta, como sentia no meu coração: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meus irmãos, que subiram comigo, fizeram derreter o coração do povo: eu porém perseverei em seguir ao Senhor meu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n'aquelle dia jurou, dizendo: Certamente a terra que pisou o teu pé será tua, e de teus filhos, em herança perpetuamente; pois perseveraste em seguir ao Senhor meu Deus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eis-que o Senhor me conservou em vida, como disse; quarenta e cinco annos ha agora, desde que o Senhor fallou esta palavra a Moysés, andando Israel ainda no deserto: e agora eis-que já hoje sou de edade de oitenta e cinco annos.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hoje estou tão forte como no dia em que Moysés me enviou; qual a minha força então era, tal é agora a minha força, para a guerra, e para sair e para entrar.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dá-me este monte de que o Senhor fallou aquelle dia: pois n'aquelle dia tu ouviste que os enakins estão ali, e grandes e fortes cidades ha ali: porventura o Senhor será comigo, para os expellir, como o Senhor disse.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 o abençoou, e deu a Caleb, filho de Jefoné, a Hebron em herança.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Hebron foi de Caleb, filho de Jefoné o kenezeo, em herança até ao dia d'hoje: porquanto perseverara em seguir ao Senhor Deus d'Israel.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d'antes o nome d'Hebron Kiriath-arba, porque Arba foi um grande homem entre os anekins. E a terra repousou da guerra.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