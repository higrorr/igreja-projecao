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depois d'isto que, ouvindo-o Jabin, rei d'Hazor, enviou a Jobab, rei de Madon, e ao rei de Simron, e ao rei d'Acsaph;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reis, que estavam ao norte, nas montanhas, e na campina para o sul de Cinneroth, e nas planicies, e em Naphoth-dor, da banda do mar;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cananeo do oriente e do occidente; e ao amorrheo, e ao hetheo, e ao pherezeo, e ao jebuseo nas montanhas: e ao heveo ao pé d'Hermon, na terra de Mispah.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Sairam pois estes, e todos os seus exercitos com elles, muito povo, como a areia que está na praia do mar em multidão: e muitissimos cavallos e carros.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reis se ajuntaram, e vieram e se acamparam junto ás aguas de Merom, para pelejarem contra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Josué: Não temas diante d'elles; porque ámanhã a esta mesma hora eu os darei todos feridos diante dos filhos d'Israel; os seus cavallos jarretarás, e os seus carros queimarás a fogo.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Josué, e toda a gente de guerra com elle, veiu apressadamente sobre elles ás aguas de Merom: e deram n'elles de repente.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os deu na mão d'Israel, e os feriram, e os seguiram até á grande Sidon, e até Misrephoth-main, e até ao valle de Mispah ao oriente; feriram-os até não lhes deixarem nenhum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fez-lhes Josué como o Senhor lhe dissera: os seus cavallos jarretou, e os seus carros queimou a fogo.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tempo tornou Josué, e tomou a Hazor, e feriu á espada ao seu rei: porquanto Hazor d'antes era a cabeça de todos estes reinos.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toda a alma, que n'ella havia, feriram ao fio da espada, e totalmente os destruiram; nada restou do que tinha folego, e a Hazor queimou com fogo.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tomou todas as cidades d'estes reis, e todos os seus reis, e os feriu ao fio da espada, destruindo-os totalmente: como ordenara a Moysés servo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não queimaram os israelitas as cidades que estavam sobre os seus outeiros: salvo sómente Hazor, a qual Josué queimou.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despojos d'estas cidades, e o gado, os filhos d'Israel saquearam para si: tão sómente a todos os homens feriram ao fio da espada, até que os destruiram: nada do que folego tinha deixaram com vida.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ordenara o Senhor a Moysés seu servo, assim Moysés ordenou a Josué: e assim Josué o fez; nem uma só palavra tirou de tudo o que o Senhor ordenara a Moysés.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Josué tomou toda aquella terra, as montanhas, e todo o sul, e toda a terra de Gosen, e as planicies, e as campinas, e as montanhas d'Israel; e as suas planicies;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monte calvo, que sobe a Seir, até Baal-gad, no valle do Libano, ás raizes do monte de Hermon: tambem tomou todos os seus reis, e os feriu e os matou.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muitos dias Josué fez guerra contra todos estes reis.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houve cidade que fizesse paz com os filhos d'Israel, senão os heveos, moradores de Gibeon: por guerra as tomaram todas.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do Senhor vinha, que os seus corações endurecessem, para sairem ao encontro a Israel na guerra, para os destruir totalmente, para se não ter piedade d'elles; mas para os destruir a todos, como o Senhor tinha ordenado a Moysés.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veiu Josué, e extirpou os enaquins das montanhas d'Hebron, de Debir, d'Anab, e de todas as montanhas de Judah, e de todas as montanhas d'Israel: Josué os destruiu totalmente com as suas cidades.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dos enaquins ficou de resto na terra dos filhos d'Israel: sómente ficaram de resto em Gaza, em Gath, e em Asdod.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Josué tomou toda esta terra, conforme a tudo o que o Senhor tinha dito a Moysés; e Josué a deu em herança aos filhos d'Israel, conforme ás suas divisões, conforme ás suas tribus: e a terra repousou da guerra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