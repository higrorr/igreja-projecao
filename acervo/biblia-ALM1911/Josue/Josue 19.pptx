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 segunda sorte por Simeão, pela tribu dos filhos de Simeão, segundo as suas familias: e foi a sua herança no meio da herança dos filhos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tiveram na sua herança: Beer-seba, e Seba, e Molada,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Hassar-sual, e Bala, e Asem,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Eltholad, e Bethul, e Horma,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Siklag, e Beth-hammarcaboth, e Hassar-susa,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Beth-lebaoth, e Saruhen: treze cidades e as suas aldeias.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Ain, e Rimmon, e Ether, e Asan: quatro cidades e as suas aldeias.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aldeias que havia em redor d'estas cidades, até Baalath-beer, que é Ramath do sul: esta é a herança da tribu dos filhos de Simeão, segundo as suas familias.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herança dos filhos de Simeão está entre o quinhão dos de Judah; porquanto a herança dos filhos de Judah era demasiadamente grande para elles: pelo que os filhos de Simeão tiveram a sua herança no meio d'elles.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 terceira sorte pelos filhos de Zebulon, segundo as suas familias: e foi o termo da sua herança até Sarid.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sobe o seu termo pelo occidente a Marala, e chega até Dabbeseth: chega tambem até ao ribeiro que está defronte de Jokneam.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Sarid volta para o oriente, para o nascente do sol, até ao termo de Chisloth-tabor, e sae a Dobrath, e vae subindo a Japhia.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passa pelo oriente para o nascente, a Gath-hepher, em Ethcasin; e sae a Rimmon-methoar, que é Nea.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 este termo para o norte a Hannathon: e as suas saidas são o valle de Iphtah-el,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Cattath, e Nahalal, e Simron, e Idala, e Beth-lehem: doze cidades e as suas aldeias.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herança dos filhos de Zebulon, segundo as suas familias: estas cidades e as suas aldeias.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quarta sorte saiu por Issacar: pelos filhos d'Issacar, segundo as suas familias.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seu termo Jezreela, e Chesulloth, e Sunem,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Hapharaim. e Sion, e Anacarath,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Rabbith, e Kision, e Ebes,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Remeth, e En-gannim, e En-*hadda, e Beth-patses.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 este termo até Tabor, e Sahasima, e Beth-semes; e as saidas do seu termo estão para o Jordão: deze-*seis cidades e as suas aldeias.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herança da tribu dos filhos d'Issacar, segundo as suas familias: estas cidades e as suas aldeias.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 quinta sorte pela tribu dos filhos d'Aser, segundo as suas familias.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seu termo Helkath, e Hali, e Beten, e Acsaph,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Alammelech, e Amad, e Misal: e chega a Carmel para o occidente, e a Sihor-libnath;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volta do nascente do sol a Beth-*dagon, e chega a Zebulon e ao valle de Iphtah-el, ao norte de Beth-emek e de Neiel, e vem sair a Cabul pela esquerda,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Ebron, e Rehob, e Hammon, e Cana, até á grande Sidon.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volta este termo a Rama, e até á forte cidade de Tyro: então torna este termo a Hosa, e as suas saidas estão para o mar, desde o quinhão da terra até Achzib;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Uma, e Aphek, e Rechob: vinte e duas cidades e as suas aldeias.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herança da tribu dos filhos d'Aser, segundo as suas familias: estas cidades e as suas aldeias.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 sexta sorte pelos filhos de Naphtali; para os filhos de Naphtali, segundo as suas familias.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seu termo desde Heleph e desde Allon em Saanannim, e Adami, Nekeb, e Jabneel, até Lakum: e estão as suas saidas no Jordão.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volta este termo pelo occidente a Azmoth-tabor, e d'ali passa a Huccok: e chega a Zebulon para o sul, e chega a Aser para o occidente, e a Judah pelo Jordão, para o nascente do sol.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são as cidades fortes: Siddim, Ser, e Hammath, Raccath, e Chinnereth,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Adama, e Rama, e Hasor,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Kedes, e Edrei, e En-hazor,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Iron, e Migdal-el, Horem, e Beth-*anath, e Beth-semes: dezenove cidades e as suas aldeias.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herança da tribu dos filhos de Naphtali, segundo as suas familias: estas cidades e as suas aldeias.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setima sorte saiu pela tribu dos filhos de Dan, segundo as suas familias.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termo da sua herança, Sora, e Estaol, e Ir-semes,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Saalabbin, e Ayalon, e Ithla,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Elon, e Timnath, e Ekron,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Elteke, e Gibthon, e Baalath,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Jehud, e Bene-berak, e Gath-rimmon,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Me-jarcom, e Raccon: com o termo defronte de Japho: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porém pequeno o termo aos filhos de Dan: pelo que subiram os filhos de Dan, e pelejaram contra Lesem, e a tomaram, e a feriram ao fio da espada, e a possuiram e habitaram n'ella, e a Lesem chamaram Dan, conforme ao nome de Dan seu pae.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herança da tribu dos filhos de Dan, segundo as suas familias; estas cidades e as suas aldeias.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Acabando pois de repartir a terra em herança segundo os seus termos, deram os filhos d'Israel a Josué, filho de Nun, herança no meio d'elles.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dito do Senhor lhe deram a cidade que pediu, a Timnath-*serah, na montanha de Ephraim: e reedificou aquella cidade, e habitou n'ella.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19:51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heranças que Eleazar o sacerdote, e Josué filho de Nun, e os Cabeças dos paes das familias por sorte em herança repartiram ás tribus dos filhos d'Israel em Silo, perante o Senhor, á porta da tenda da congregação. E assim acabaram de repartir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