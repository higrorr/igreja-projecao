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Era, porém, Josué já velho, entrado em dias; e disse-lhe o Senhor: Já estás velho, entrado em dias; e ainda muitissima terra ficou para possuir.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que fica de resto é esta: todos os termos dos philisteos, e toda a Gesuri;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Sihor, que está defronte do Egypto, até ao termo de Ekron para o norte, que se conta ser dos cananeos: cinco principes dos philisteos, o gazeo, e o asdodeo, o ascalonita, o getheo, e o ekroneo, e os aveos;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sul, toda a terra dos cananeos, e Meara, que é dos sidoneos; até Aphek: até ao termo dos amorrheos;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terra dos gibleos, e todo o Libano para o nascente do sol, desde Baal-gad, ao pé do monte Hermon, até á entrada d'Hamath;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habitam nas montanhas desde o Libano até Misrephoth-main, todos os sidoneos; eu os lançarei de diante dos filhos de Israel: tão sómente faze que a terra caia a Israel em sorte por herança, como já t'o tenho mandado.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Reparte pois agora esta terra por herança ás nove tribus e á meia tribu de Manasseh;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quem os rubenitas e os gaditas já receberam a sua heranca; a qual lhes deu Moysés d'além do Jordão para o oriente; como já lhes tinha dado Moysés, servo do Senhor,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Aroer, que está á borda do ribeiro d'Arnon, e a cidade que está no meio do valle, e toda a campina de Medeba até Dibon;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cidades de Sehon, rei dos amorrheos, que reinou em Hesbon, até ao termo dos filhos d'Ammon;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Gilead, e o termo dos gesureos, e dos maacateos, e todo o monte Hermon, e toda a Basan até Salcha: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reino d'Og em Basan, que reinou em Astaroth e em Edrei; este ficou do resto dos gigantes que Moysés feriu e expelliu.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de Israel não expelliram os gesureos, nem os maacateos; antes Gesur e Maacath habitaram no meio de Israel até ao dia de hoje.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á tribu de Levi não deu herança: os sacrificios queimados do Senhor Deus de Israel são a sua herança, como já lhe tinha dito.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Moysés deu á tribu dos filhos de Ruben, conforme as suas familias.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desde Aroer, que está á borda do ribeiro d'Arnon, e a cidade que está no meio do valle, e toda a campina até Medeba;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Hesbon e todas as suas cidades, que estão na campina: Dibon, e Bamoth-baal, e Beth-baal-meon;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Jahsa, e Kedemoth, e Mephaat;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Kiriathaim, e Sibma, e Zereth, e Hassahar, no monte do valle;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Beth-peor, e Asdoth-pisga, e Beth-jesimoth;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cidades da campina, e todo o reino de Sehon, rei dos amorrheos, que reinou em Hesbon, a quem Moysés feriu, como tambem aos principes de Midian, Evi, e Rekem, e Sur, e Hur, e Reba, principes de Sehon, moradores da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filhos de Israel mataram á espada a Balaão, filho de Beor, o adivinho, como os mais que por elles foram mortos.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termo dos filhos de Ruben o Jordão e o seu termo; esta é a herança dos filhos de Ruben, segundo as suas familias, as cidades, e as suas aldeias.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Moysés á tribu de Gad, aos filhos de Gad, segundo as suas familias.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Jaezer, e todas as cidades de Gilead, e metade da terra dos filhos d'Ammon, até Aroer, que está defronte de Rabba;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Hesbon até Ramath-mispe, e Bethonim: e desde Mahanaim até ao termo de Debir;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valle Beth-aram, e Beth-*nimra, e Succoth, e Saphon, que ficara do resto do reino do rei de Sehon em Hesbon, o Jordão e o seu termo, até á extremidade do mar de Cinnereth d'além do Jordão para o oriente.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dos filhos de Gad, segundo as suas familias, as cidades e as suas aldeias.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tambem Moysés herança á meia tribu de Manasseh, que ficou á meia tribu dos filhos de Manasseh, segundo as suas familias,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o seu termo foi desde Mahanaim, todo o Basan, todo o reino d'Og, rei de Basan, e todas as aldeias de Jair, que estão em Basan, sessenta cidades,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metade de Gilead, e Astaroth, e Edrei, cidades do reino d'Og, em Basan, aos filhos de Machir, filho de Manasseh, a saber, á metade dos filhos de Machir, segundo as suas familias.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 o que Moysés repartiu em herança nas campinas de Moab, d'além do Jordão de Jericó para o oriente.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á tribu de Levi Moysés não deu herança: o Senhor Deus de Israel é a sua herança, como já lhe tinha dito.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