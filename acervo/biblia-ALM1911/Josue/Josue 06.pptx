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Jericó cerrou-se, e estava cerrada por causa dos filhos d'Israel: nenhum sahia nem entrava.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Josué: Olha, tenho dado na tua mão a Jericó e ao seu rei, os seus valentes e valorosos.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pois, todos os homens de guerra, rodeareis a cidade, cercando a cidade uma vez: assim fareis por seis dias.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sete sacerdotes levarão sete buzinas de carneiros diante da arca, e no setimo dia rodeareis a cidade sete vezes: e os sacerdotes tocarão as buzinas.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tocando-se longamente a buzina de carneiro, ouvindo vós o sonido da buzina, todo o povo gritará com grande grita: e o muro da cidade cairá abaixo de si, e o povo subirá n'elle, cada qual em frente de 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chamou Josué, filho de Nun, aos sacerdotes, e disse-lhes: Levae a arca do concerto; e sete sacerdotes levem sete buzinas de carneiros, diante da arca do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ao povo: Passae e rodeae a cidade; e quem estiver armado, passe diante da arca do Senhor.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foi, como Josué dissera ao povo, que os sete sacerdotes, levando as sete buzinas de carneiros diante do Senhor, passaram, e tocaram as buzinas: e a arca do concerto do Senhor os seguia.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armados iam adiante dos sacerdotes, que tocavam as buzinas: e a rectaguarda seguia após da arca, andando e tocando as buzinas.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ao povo Josué tinha dado ordem, dizendo: Não gritareis, nem fareis ouvir a vossa voz, nem sairá palavra alguma da vossa bocca, até ao dia que eu vos diga: Gritae. Então gritareis.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a arca do Senhor rodeiar a cidade, rodeiando-a uma vez: e vieram ao arraial, e passaram a noite no arraial.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Josué se levantou de madrugada, e os sacerdotes levaram a arca do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sete sacerdotes, que levavam as sete buzinas de carneiros diante da arca do Senhor, iam andando, e tocavam as buzinas, e os armados iam adiante d'elles, e a rectaguarda seguia atraz da arca do Senhor; os sacerdotes iam andando e tocando as buzinas.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rodeiaram outra vez a cidade no segundo dia e tornaram para o arraial: e assim fizeram seis dias.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 ao setimo dia madrugaram ao subir da alva, e da mesma maneira rodeiaram a cidade sete vezes: n'aquelle dia sómente rodeiaram a cidade sete vezes.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tocando os sacerdotes a setima vez as buzinas, disse Josué ao povo: Gritae; porque o Senhor vos tem dado a cidade.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cidade será anathema ao Senhor, ella e tudo quanto houver n'ella: sómente a prostituta Rahab viverá, ella e todos os que com ella estiverem em casa; porquanto escondeu os mensageiros que enviámos.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sómente guardae-vos do anathema, para que não vos mettaes em anathema tomando d'ella, e assim façaes maldito o arraial de Israel, e o turbeis.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toda a prata, e o oiro, e os vasos de metal, e de ferro, são consagrados ao Senhor: irão ao thesouro do Senhor.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Gritou pois o povo, tocando os sacerdotes as buzinas: e succedeu que, ouvindo o povo o sonido da buzina, gritou o povo com grande grita; e o muro caiu abaixo, e o povo subiu á cidade, cada qual em frente de si, e tomaram a cidade.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tudo quanto na cidade havia, destruiram totalmente ao fio da espada, desde o homem até á mulher, desde o menino até ao velho, e até ao boi e gado miudo, e ao jumento.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Josué, porém, disse aos dois homens que tinham espiado a terra: Entrae na casa da mulher prostituta, e tirae de lá a mulher com tudo quanto tiver, como lhe tendes jurado.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entraram os mancebos espias, e tiraram a Rahab, e a seu pae, e a sua mãe, e a seus irmãos, e a tudo quanto tinha; tiraram tambem a todas as suas familias, e pozeram-n'os fóra do arraial d'Israel.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cidade e tudo quanto havia n'ella queimaram-n'o a fogo: tão sómente a prata, e o oiro, e os vasos de metal e de ferro, deram para o thesouro da casa do Senhor.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deu Josué vida á prostituta Rahab, e á familia de seu pae, e a tudo quanto tinha; e habitou no meio de Israel até ao dia de hoje: porquanto escondera os mensageiros que Josué tinha enviado a espiar a Jericó.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n'aquelle tempo Josué os esconjurou, dizendo: Maldito diante do Senhor seja o homem que se levantar e reedificar esta cidade de Jericó: no seu primogenito a fundará, e no seu filho mais novo lhe porá as portas.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era o Senhor com Josué: e corria a sua fama por toda a terra.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