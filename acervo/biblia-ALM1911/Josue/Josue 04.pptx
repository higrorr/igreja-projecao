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Succedeu pois que, acabando todo o povo de passar o Jordão, fallou o Senhor a Josué, dizendo: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Tomae-vos do povo doze homens, de cada tribu um homem;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mandae-lhes, dizendo: Tomae-vos d'aqui, do meio do Jordão, do logar do assento dos pés dos sacerdotes, doze pedras; e levae-as comvosco á outra banda e depositae-as no alojamento em que haveis de passar esta noite.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Chamou pois Josué os doze homens, que escolhera dos filhos d'Israel: de cada tribu um homem;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disse-lhes Josué: Passae diante da arca do Senhor vosso Deus, ao meio do Jordão; e levantae vós cada um uma pedra sobre o seu hombro, segundo o numero das tribus dos filhos de Israel;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isto seja por signal entre vós; e quando vossos filhos no futuro perguntarem, dizendo: Que vos significam estas pedras?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lhes direis que as aguas do Jordão se separaram diante da arca do concerto do Senhor; passando ella pelo Jordão, separaram-se as aguas do Jordão: assim que estas pedras serão para sempre por memorial aos filhos de Israel.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Fizeram pois os filhos d'Israel assim como Josué tinha ordenado, e levantaram doze pedras do meio do Jordão, como o Senhor dissera a Josué, segundo o numero das tribus dos filhos de Israel: e levaram-n'as comsigo ao alojamento, e as depositaram ali.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Levantou Josué tambem doze pedras no meio do Jordão, do logar do assento dos pés dos sacerdotes, que levavam a arca do concerto: e ali estão até ao dia d'hoje.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Pararam pois os sacerdotes, que levavam a arca, no meio do Jordão, em pé, até que se cumpriu quanto o Senhor a Josué mandara dizer ao povo, conforme a tudo quanto Moysés tinha ordenado a Josué; e apressou-se o povo, e passou.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assim que todo o povo acabou de passar, então passou a arca do Senhor, e os sacerdotes á vista do povo.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passaram os filhos de Ruben, e os filhos de Gad, e a meia tribu de Manasseh, armados na frente dos filhos d'Israel, como Moysés lhes tinha dito;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Uns quarenta mil homens de guerra armados passaram diante do Senhor para batalha, ás campinas de Jericó.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N'aquelle dia o Senhor engrandeceu a Josué diante dos olhos de todo o Israel: e temeram-n'o, como haviam temido a Moysés, todos os dias da sua vida.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Fallou pois o Senhor a Josué, dizendo: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Dá ordem aos sacerdotes, que levam a arca do testemunho, que subam do Jordão.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4:17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deu Josué ordem aos sacerdotes, dizendo: Subi do Jordão.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4:18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como os sacerdotes, que levavam a arca do concerto do Senhor, subiram do meio do Jordão, e as plantas dos pés dos sacerdotes se pozeram em secco, as aguas do Jordão se tornaram ao seu logar, e corriam, como antes, sobre todas as suas ribanceiras.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4:19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Subiu pois o povo do Jordão no dia dez do mez primeiro: e alojaram-se em Gilgal, da banda oriental de Jericó.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4:20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 doze pedras, que tinham tomado do Jordão, levantou Josué em Gilgal.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4:21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fallou aos filhos d'Israel, dizendo: Quando no futuro vossos filhos perguntarem a seus paes, dizendo: Que significam estas pedras?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4:22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Fareis saber a vossos filhos, dizendo: Israel passou em secco este Jordão.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4:23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Senhor vosso Deus fez seccar as aguas do Jordão diante de vós, até que passasseis: como o Senhor vosso Deus fez ao Mar Vermelho, que fez seccar perante nós, até que passámos.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4:24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todos os povos da terra conheçam a mão do Senhor, que é forte: para que temaes ao Senhor vosso Deus todos os dias.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