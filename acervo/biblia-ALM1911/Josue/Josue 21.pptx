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Cabeças dos paes dos levitas se achegaram a Eleazar o sacerdote, e a Josué, filho de Nun, e aos Cabeças dos paes das tribus dos filhos d'Israel;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fallaram-lhes em Silo na terra de Canaan, dizendo: O Senhor ordenou, pelo ministerio de Moysés, que se nos déssem cidades para habitar, e os seus arrabaldes para os nossos animaes.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os filhos d'Israel deram aos levitas da sua herança, conforme ao dito do Senhor, estas cidades e os seus arrabaldes.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a sorte pelas familias dos kohathitas: e aos filhos de Aarão, o sacerdote, d'entre os levitas, cairam por sorte da tribu de Judah, e da tribu de Simeão, e da tribu de Benjamin, treze cidades;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outros filhos de Kohath cairam por sorte das familias da tribu d'Ephraim, e da tribu de Dan, e da meia tribu de Manasseh, dez cidades;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filhos de Gerson cairam por sorte das familias da tribu d'Issacar, e da tribu d'Aser, e da tribu de Naphtali, e da meia tribu de Manasseh em Basan, treze cidades;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filhos de Merari, segundo as suas familias, da tribu de Ruben, e da tribu de Gad, e da tribu de Zebulon, doze cidades.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os filhos de Israel aos levitas estas cidades e os seus arrabaldes por sorte, como o Senhor ordenara pelo ministerio de Moysés.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Deram mais da tribu dos filhos de Judah e da tribu dos filhos de Simeão estas cidades, que por nome foram nomeadas: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fossem dos filhos d'Aarão, das familias dos kohathitas, dos filhos de Levi: porquanto a primeira sorte foi sua.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lhes deram a cidade d'Arba, do pae d'Anok (esta é Hebron), no monte de Judah, e os seus arrabaldes em redor d'ella.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campo da cidade, e as suas aldeias, deram a Caleb, filho de Jefoné, por sua possessão.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aos filhos d'Aarão, o sacerdote, deram a cidade do refugio do homicida, Hebron, e os seus arrabaldes, e Libna, e os seus arrabaldes;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Jatthir, e os seus arrabaldes, e Estmoa, e os seus arrabaldes;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Cholon, e os seus arrabaldes, e Debir, e os seus arrabaldes,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Ain, e os seus arrabaldes, e Jutta, e os seus arrabaldes, e Bethsemes, e os seus arrabaldes: nove cidades d'estas duas tribus.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Benjamin, Gibeon, e os seus arrabaldes, Geba, e os seus arrabaldes;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Anathoth, e os seus arrabaldes, e Almon, e os seus arrabaldes; quatro cidades.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cidades dos sacerdotes, filhos d'Aarão, foram treze cidades e os seus arrabaldes.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familias dos filhos de Kohath, levitas, que ficaram dos filhos de Kohath, tiveram as cidades da sua sorte da tribu d'Ephraim.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deram-lhes Sichem, cidade do refugio do homicida, e os seus arrabaldes, no monte de Ephraim, e Gezer, e os seus arrabaldes;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Kibsaim, e os seus arrabaldes, e Beth-horon, e os seus arrabaldes: quatro cidades.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Dan, Elteke, e os seus arrabaldes, Gibbethon, e os seus arrabaldes;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Ajalon, e os seus arrabaldes, Gath-rimmon, e os seus arrabaldes: quatro cidades.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meia tribu de Manasseh, Taanach, e os seus arrabaldes, e Gath-rimmon, e os seus arrabaldes: duas cidades.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cidades para as familias dos filhos de Kohath que ficavam, foram dez, e os seus arrabaldes.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filhos de Gerson, das familias dos levitas, Golan da meia tribu de Manasseh, cidade do refugio do homicida, em Basan, e os seus arrabaldes, e Be-estra, e os seus arrabaldes: duas cidades.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Issacar, Kisjon, e os seus arrabaldes: Daberath, e os seus arrabaldes;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Jarmuth, e os seus arrabaldes, En-*gannim, e os seus arrabaldes: quatro cidades.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d'Aser, Misal, e os seus arrabaldes, Abdon, e os seus arrabaldes;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Helkath, e os seus arrabaldes, e Rohob, e os seus arrabaldes: quatro cidades.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Naphtali, Kedes, cidade do refugio do homicida, em Galilea, e os seus arrabaldes, e Hamoth-*dor, e os seus arrabaldes; e Cartan, e os seus arrabaldes: tres cidades.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cidades dos gersonitas, segundo as suas familias, foram treze cidades e os seus arrabaldes.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ás familias dos filhos de Merari, dos levitas que ficavam, foram dadas da tribu de Zebulon, Jokneam e os seus arrabaldes, Carta e os seus arrabaldes,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Dimna e os seus arrabaldes, Nahalal e os seus arrabaldes: quatro cidades.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Ruben, Beser, e os seus arrabaldes, e Jahaz, e os seus arrabaldes;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Kedemoth, e os seus arrabaldes, e Mephaath, e os seus arrabaldes: quatro cidades.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tribu de Gad, Ramoth, cidade do refugio do homicida, em Gilead, e os seus arrabaldes, e Mahanaim, e os seus arrabaldes;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Hesbon, e os seus arrabaldes, Jaezer e os seus arrabaldes: por todas, quatro cidades.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estas cidades foram dos filhos de Merari, segundo as suas familias, que ainda restavam das familias dos levitas; e foi a sua sorte doze cidades.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cidades dos levitas, no meio da herança dos filhos d'Israel, foram quarenta e oito cidades e os seus arrabaldes.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Estavam estas cidades cada qual com os seus arrabaldes em redor d'ellas: assim estavam todas estas cidades.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D'esta sorte deu o Senhor a Israel toda a terra que jurara dar a seus paes: e a possuiram e habitaram n'ella.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lhes deu repouso em redor, conforme a tudo quanto jurara a seus paes; e nenhum de todos os seus inimigos ficou em pé diante d'elles; todos os seus inimigos o Senhor deu na sua mão.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 alguma falhou de todas as boas palavras que o Senhor fallara á casa d'Israel: tudo se cumpriu.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