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 a sorte da tribu dos filhos de Judah, segundo as suas familias, até ao termo d'Edom, o deserto de Sin para o sul, até a extremidade da banda do sul.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 o seu termo para o sul, desde a ribeira do mar salgado, desde a bahia que olha para o sul;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sae para o sul, até á subida d'Akrabbim, e passa a Sin, e sobe do sul a Cades Barnea, e passa por Hezron, e sobe a Adar, e rodeia a Carca: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passa Asmon, e sae ao ribeiro do Egypto, e as saidas d'este termo irão até ao mar: este será o vosso termo da banda do sul.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termo porém para o oriente será o mar salgado, até á extremidade do Jordão: e o termo para o norte será da bahia do mar, desde a extremidade do Jordão.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 termo subirá até Beth-hogla, e passará do norte a Beth-araba, e este termo subirá até á pedra de Bohan, filho de Ruben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Subirá mais este termo a Debir desde o valle d'Acor, e olhará pelo norte para Gilgal, a qual está á subida d'Adummim, que está para o sul do ribeiro: então este termo passará até ás aguas d'En-semes: e as suas saidas estarão da banda d'En-rogel.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 termo passará pelo valle do filho d'Hinnom, da banda dos jebuseos do sul: esta é Jerusalem: e subirá este termo até ao cume do monte que está diante do valle d'Hinnom para o occidente, que está no fim do valle dos rephains da banda do norte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este termo irá desde a altura do monte até á fonte das aguas de Nephtoah; e sairá até ás cidades do monte d'Ephron; irá mais este termo até Baala; esta é Kiriath-jearim: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tornará este termo desde Baala para o occidente, até ás montanhas de Seir, e passará ao lado do monte de Jearim da banda do norte; esta é Kesalon, e descerá a Beth-semes, e passará por Timna.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Sairá este termo mais ao lado d'Ek-* *ron para o norte, e este termo irá a Sicron, e passará o monte de Baala, e sairá em Jabneel: e as saidas d'este termo eram no mar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Será porém o termo da banda do occidente o mar grande, e o seu termo: este é o termo dos filhos de Judah ao redor, segundo as suas familias.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 Caleb, filho de Jefoné, deu uma parte no meio dos filhos de Judah, conforme ao dito do Senhor a Josué: a saber, a cidade de Arba, pae d'Enak; este é Hebron.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expelliu Caleb d'ali os tres filhos d'Enak: Sesai, e Ahiman, e Talmai, gerados d'Enak.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15:15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d'ali subiu aos habitantes de Debir: e fôra d'antes o nome de Debir Kiriath-sepher.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15:16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Caleb: Quem ferir a Kiriath-sepher, e a tomar, lhe darei a minha filha Acsa por mulher.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15:17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Tomou-a pois Othniel, filho de Kenaz, irmão de Caleb: e deu-lhe a sua filha Acsa por mulher.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15:18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vindo ella a elle o persuadiu que pedisse um campo a seu pae: e ella se apeou do jumento: então Caleb lhe disse: Que é que tens?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15:19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ella disse; Dá-me uma benção; pois me déste terra secca, dá-me tambem fontes de aguas. Então lhe deu as fontes superiores e as fontes inferiores.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15:20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 é a herança da tribu dos filhos de Judah, segundo as suas familias.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15:21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São pois as cidades da extremidade da tribu dos filhos de Judah até ao termo d'Edom para o sul: Cabzeel, e Eder, e Jagur,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15:22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Kina, e Dimona, e Adada,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15:23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Kedes, e Hasor, e Itnan,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15:24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Zif, e Telem, e Bealoth,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15:25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Hasor, Hadattha, e Kirioth-hesron (que é Hasor),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15:26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Aman, e Sema, e Molada,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15:27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Hasar-gadda, e Hesmone, e Beth-*palet,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15:28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Hasar-sual, e Beer-seba, e Bizjo-*theja,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15:29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Baala, e Jim, e Ezem,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15:30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Eltolad, e Chesil, e Horma,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15:31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Siklag, e Madmanna, e Sansanna,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15:32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Lebaoth, e Silhim, e Ain, e Rimmon: todas as cidades e as suas aldeias, vinte e nove.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15:33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Nas planicies: Esthaol, e Sora, e Asna,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15:34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Zanoah, e En-gannim, Tappuah, e Enam,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15:35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Iarmuth, e Adullam, Socho,e Azeka,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15:36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Saaraim, e Adithaim, e Gedera, e Gederothaim, quatorze cidades e as suas aldeias.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15:37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Senan, e Hadasa, e Migdal-gad,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15:38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Dilan, e Mispah, e Jokteel,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15:39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Lachis, e Boscath, e Eglon,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15:40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Cabbon, e Lahmas, e Chitlis,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15:41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Gederoth, Beth-dagon, e Naama, e Makeda: dezeseis cidades e as suas aldeias.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15:42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Libna, e Ether, e Asan,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15:43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Iphtah, e Asna, e Nezib,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15:44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Keila, e Aczib, e Maresa: nove cidades e as suas aldeias.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15:45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Ekron, e os logares da sua jurisdicção, e as suas aldeias: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15:46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Desde Ekron, e até ao mar, todas as que estão da banda d'Asdod, e as suas aldeias.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15:47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Asdod, os logares da sua jurisdicção, e as suas aldeias; Gaza, os logares da sua jurisdicção, e as suas aldeias, até ao rio do Egypto: e o mar grande e o seu termo.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15:48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nas montanhas, Samir, Iatthir, e Socoh,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15:49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Danna, e Kiriath-sanna, que é Debir,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15:50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Anab, Estemo, e Anim,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15:51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Gosen, e Holon, e Gilo: onze cidades e as suas aldeias.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15:52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Arab, e Duma, e Esan,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15:53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Ianum, e Beth-tappuah, e Apheka,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15:54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Humta, e Kiriath-arba (que é Hebron), e Sihor: nove cidades e as suas aldeias.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15:55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Maon, Carmel, e Zif, e Iuta,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15:56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Jezreel, e Jokdeam, e Zanoah,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15:57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Cain, Gibea, e Timna: dez cidades e as suas aldeias.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15:58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Halhul, Beth-sur, e Gedor,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15:59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Maarath, e Beth-anoth, e Eltekon: seis cidades e as suas aldeias.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15:60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Kiriath-baal (que é, Kiriath-jearim), e Rabba: duas cidades e as suas aldeias.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15:61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deserto: Beth-araba, Middin, e Secaca,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15:62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Nibsan, e a cidade do sal, e En-*gedi: seis cidades e as suas aldeias.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Josué 15:63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poderam porém os filhos de Judah expellir os jebuseos que habitavam em Jerusalem; assim habitaram os jebuseos com os filhos de Judah em Jerusalem, até ao dia de hoje.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