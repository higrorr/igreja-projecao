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ouvindo Adonizedek, rei de Jerusalem, que Josué tomara a Hai, e a tinha destruido totalmente, e fizera a Hai e ao seu rei como tinha feito a Jericó e ao seu rei, e que os moradores de Gibeon fizeram paz com os israelitas, e estavam no meio d'elles,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Temeram muito: porque Gibeon era uma cidade grande como uma das cidades reaes, e ainda maior do que Hai, e todos os seus homens valentes.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Adonizedek, rei de Jerusalem, enviou a Hoham, rei de Hebron, e a Piram, rei de Jarmuth, e a Jafia, rei de Lachis, e a Debir, rei de Eglon, dizendo: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Subi a mim, e ajudae-me, e firamos a Gibeon: porquanto fez paz com Josué e com os filhos de Israel.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ajuntaram, e subiram cinco reis dos amorrheos, o rei de Jerusalem, o rei de Hebron, o rei de Jarmuth, o rei de Lachis, o rei de Eglon, elles e todos os seus exercitos: e sitiaram a Gibeon e pelejaram contra ella.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Enviaram pois os homens de Gibeon a Josué ao arraial de Gilgal, dizendo: Não retires as tuas mãos de teus servos; sobe apressadamente a nós, e livra-nos, e ajuda-nos, porquanto todos os reis dos amorrheos, que habitam na montanha, se ajuntaram contra nós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subiu Josué de Gilgal, elle e toda a gente de guerra com elle, e todos os valentes e valorosos.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disse a Josué: Não os temas, porque os tenho dado na tua mão: nenhum d'elles parará diante de ti.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Josué lhes sobreveiu de repente, porque toda a noite veiu subindo desde Gilgal.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os conturbou diante de Israel, e os feriu de grande ferida em Gibeon: e seguiu-os pelo caminho que sobe a Bethoron, e os feriu até Azeka e a Makeda.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fugindo elles diante de Israel, á descida de Bethoron, o Senhor lançou sobre elles, do céu, grandes pedras até Azeka, e morreram: e foram muitos mais os que morreram das pedras da saraiva do que os que os filhos d'Israel mataram á espada.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Josué fallou ao Senhor, no dia em que o Senhor deu os amorrheos na mão dos filhos de Israel, e disse aos olhos dos israelitas: Sol, detem-te em Gibeon, e tu, lua, no valle de Ajalon.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sol se deteve, e a lua parou, até que o povo se vingou de seus inimigos. Isto não está escripto no livro do Recto? O sol pois se deteve no meio do céu, e não se apressou a pôr-se, quasi um dia inteiro.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houve dia similhante a este, nem antes nem depois d'elle, ouvindo o Senhor assim a voz d'um homem: porque o Senhor pelejava por Israel.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tornou-se Josué, e todo o Israel com elle, ao arraial a Gilgal.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Aquelles cinco reis, porém, fugiram, e se esconderam n'uma cova em Makeda.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annunciado a Josué, dizendo: Acharam-se os cinco reis escondidos n'uma cova em Makeda.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pois Josué: Arrojae grandes pedras á bocca da cova, e ponde sobre ella homens que os guardem: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vos não vos detenhaes; segui os vossos inimigos, e feri os que ficaram atraz: não os deixeis entrar nas suas cidades, porque o Senhor vosso Deus já vol-os deu na vossa mão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acabando Josué e os filhos de Israel de os ferir a grande ferida, até consumil-os, e que os que ficaram d'elles se retiraram ás cidades fortes,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povo se tornou em paz a Josué, ao arraial em Makeda: não havendo ninguem que movesse a sua lingua contra os filhos de Israel.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disse Josué: Abri a bocca da cova, e trazei-me aquelles cinco reis para fóra da cova.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Fizeram pois assim, e trouxeram-lhe aquelles cinco reis para fóra da cova: o rei de Jerusalem, o rei de Hebron, o rei de Jarmuth, o rei de Lachis, e o rei de Eglon.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trazendo aquelles reis a Josué, Josué chamou todos os homens de Israel, e disse aos capitães da gente de guerra, que com elle foram: Chegae, ponde os vossos pés sobre os pescoços d'estes reis. E chegaram, e pozeram os seus pés sobre os seus pescoços.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Josué lhes disse: Não temaes, nem vos espanteis: esforçae-vos e animae-vos; porque assim o fará o Senhor a todos os vossos inimigos, contra os quaes pelejardes.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depois d'isto, Josué os feriu e os matou, e os enforcou em cinco madeiros: e ficaram enforcados nos madeiros até á tarde.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ao tempo do pôr do sol, deu Josué ordem que os tirassem dos madeiros: e lançaram-n'os na cova onde se esconderam: e pozeram grandes pedras á bocca da cova, que ainda ali estão até ao mesmo dia de hoje.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n'aquelle mesmo dia tomou Josué a Makeda, e feriu-a a fio de espada, e destruiu o seu rei, a elles, e a toda a alma que n'ella havia; nada deixou de resto: e fez ao rei de Makeda como fizera ao rei de Jericó.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Josué e todo o Israel com elle passou de Makeda a Libna, e pelejou contra Libna;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o Senhor a deu na mão d' Israel, a ella e a seu rei, e a feriu a fio de espada, a ella e a toda a alma que n'ella havia; nada deixou de resto: e fez ao seu rei como fizera ao rei de Jericó.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Josué, e todo o Israel com elle, passou de Libna a Lachis: e a sitiou, e pelejou contra ella;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deu a Lachis na mão d'Israel, e tomou-a no dia seguinte, e a feriu a fio de espada, a ella, e a toda a alma que n'ella havia, conforme a tudo o que fizera a Libna.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Horan, rei de Gezer, subiu a ajudar a Lachis: porém Josué o feriu, a elle e ao seu povo, até que nenhum lhe deixou de resto.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Josué, e todo o Israel com elle, passou de Lachis a Eglon: e a sitiaram, e pelejaram contra ella: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mesmo dia a tomaram, e a feriram a fio de espada; e a toda a alma, que n'ella havia, destruiu totalmente no mesmo dia: conforme a tudo o que fizera a Lachis.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Josué, e todo o Israel com elle, subiu d'Eglon a Hebron, e pelejaram contra ella;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tomaram, e a feriram ao fio de espada, assim ao seu rei como a todas as suas cidades; e a toda a alma, que n'ellas havia, a ninguem deixou com vida, conforme a tudo o que fizera a Eglon: e a destruiu totalmente, a ella e a toda a alma que n'ella havia.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Josué, e todo o Israel com elle, tornou a Debir, e pelejou contra ella;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tomou-a com o seu rei, e a todas as suas cidades, e as feriram a fio de espada, e a toda a alma que n'ellas havia destruiram totalmente, nada deixou de resto: como fizera a Hebron, assim fez a Debir e ao seu rei, e como fizera a Libna e ao seu rei.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feriu Josué toda aquella terra, as montanhas, o sul, e as campinas, e as descidas das aguas, e a todos os seus reis; nada deixou de resto: mas tudo o que tinha folego destruiu, como ordenara o Senhor Deus d'Israel.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Josué os feriu desde Cades-barnea, e até Gaza: como tambem toda a terra de Gosen, e até Gibeon.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d'uma vez tomou Josué todos estes reis, e as suas terras: porquanto o Senhor Deus d'Israel pelejava por Israel.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10:43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Josué, e todo o Israel com elle, se tornou ao arraial em Gilgal.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