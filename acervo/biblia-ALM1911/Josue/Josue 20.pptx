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Josué,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dizendo: Apartae-vos as cidades de refugio, de que vos fallei pelo ministerio de Moysés: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fuja para ali o homicida, que matar alguma pessoa por erro, e não com intento: para que vos sejam por refugio do vingador do sangue.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fugindo para alguma d'aquellas cidades, por-se-ha á porta da cidade, e proporá as suas palavras perante os ouvidos dos anciãos da tal cidade: então o tomarão comsigo na cidade: e lhe darão logar, para que habite com elles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vingador do sangue o seguir, não entregarão na sua mão o homicida: porquanto não feriu a seu proximo com intento, e o não aborreceu d'antes.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habitará na mesma cidade, até que se ponha a juizo perante a congregação, até que morra o summo sacerdote que houver n'aquelles dias: então o homicida voltará, e virá á sua cidade, e á sua casa, á cidade d'onde fugiu.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apartaram a Kedes em Galilea, na montanha de Naphtali, e a Sichem na montanha d'Ephraim, e a Kiriath-arba, esta é Hebron, na montanha de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d'além do Jordão de Jericó para o oriente, apartaram a Beser, no deserto, na campina da tribu de Ruben, e a Ramoth em Gilead da tribu de Gad, e a Golan em Basan da tribu de Manasseh.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cidades que foram designadas para todos os filhos d'Israel, e para o estrangeiro que andasse entre elles; para que se acolhesse a ellas todo aquelle que ferisse alguma pessoa por erro: para que não morresse ás mãos do vingador do sangue, até se pôr diante da congregação.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