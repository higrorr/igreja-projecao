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ouvindo isto todos os reis, que estavam d'áquem do Jordão, nas montanhas, e nas campinas, em toda a costa do grande mar, em frente do Libano, os hetheos, e os amorrheos, os cananeos, os pherezeos, os heveos, e os jebuseos,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ajuntaram elles de commum accordo, para pelejar contra Josué e contra Israel.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moradores de Gibeon ouvindo o que Josué fizera com Jericó e com Hai,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Usaram tambem d'astucia, e foram e se fingiram embaixadores: e tomaram saccos velhos sobre os seus jumentos, e odres de vinho velhos, e rotos, e remendados;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nos seus pés sapatos velhos e manchados, e vestidos velhos sobre si: e todo o pão que traziam para o caminho era secco e bolorento.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vieram a Josué, ao arraial, a Gilgal, e lhe disseram, a elle e aos homens d'Israel: Vimos d'uma terra distante; fazei pois agora concerto comnosco.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homens d'Israel responderam aos heveos: Porventura habitaes no meio de nós; como pois faremos concerto comvosco?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disseram a Josué: Nós somos teus servos. E disse-lhes Josué: Quem sois vós, e d'onde vindes?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lhe responderam: Teus servos vieram d'uma terra mui distante, por causa do nome do Senhor teu Deus: porquanto ouvimos a sua fama, e tudo quanto fez no Egypto;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tudo quanto fez aos dois reis dos amorrheos, que estavam d'além do Jordão, a Sehon rei de Hesbon, e a Og, rei de Basan, que estava em Astaroth.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nossos anciãos e todos os moradores da nossa terra nos fallaram, dizendo: Tomae comvosco em vossas mãos provisão para o caminho, e ide-lhes ao encontro: e dizei-lhes: Nós somos vossos servos; fazei pois agora concerto comnosco.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nosso pão tomámos quente das nossas casas para nossa provisão, no dia em que saimos para vir a vós: e eil-o aqui agora já secco e bolorento: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estes odres, que enchemos de vinho, eram novos, e eil-os aqui já rotos: e estes nossos vestidos e nossos sapatos já se teem envelhecido, por causa do mui longo caminho.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aquelles homens tomaram da sua provisão: e não pediram conselho á bocca do Senhor.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Josué fez paz com elles, e fez um concerto com elles, que lhes daria a vida: e os principes da congregação lhes prestaram juramento.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ao fim de tres dias, depois de fazerem concerto com elles, ouviram que eram seus visinhos, e que moravam no meio d'elles.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partindo os filhos de Israel, chegaram ás suas cidades ao terceiro dia: e suas cidades eram Gibeon, e Cefira, e Beeroth, e Kiriath-jearim.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Israel os não feriram; porquanto os principes da congregação lhes juraram pelo Senhor Deus de Israel: pelo que toda a congregação murmurava contra os principes.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todos os principes disseram a toda a congregação: Nós jurámos-lhes pelo Senhor Deus de Israel: pelo que não podemos tocal-os.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Isto, porém, lhes faremos: dar-lhes-hemos a vida; para que não haja grande ira sobre nós, por causa do juramento que já lhes temos jurado.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Disseram-lhes pois os principes: Vivam, e sejam rachadores de lenha e tiradores de agua para toda a congregação, como os principes lhes teem dito.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9:22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Josué os chamou, e fallou-lhes dizendo: Porque nos enganastes, dizendo: Mui longe de vós habitamos, morando vós no meio de nós?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9:23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 sereis malditos: e d'entre vós não deixará de haver servos, nem rachadores de lenha, nem tiradores de agua, para a casa do meu Deus.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9:24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responderam a Josué, e disserem: Porquanto com certeza foi annunciado aos teus servos que o Senhor teu Deus ordenou a Moysés, seu servo, que a vós daria toda esta terra, e destruiria todos os moradores da terra diante de vós, tememos muito por nossas vidas por causa de vós; por isso fizemos assim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9:25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agora estamos na tua mão: faze aquillo que te pareça bom e recto que se nos faça.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9:26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pois lhes fez: e livrou-os das mãos dos filhos de Israel, e não os mataram.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9:27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n'aquelle dia, Josué os deu como rachadores de lenha e tiradores de agua para a congregação e para o altar do Senhor, até ao dia de hoje, no logar que escolhesse.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