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depois da morte de Moysés, servo do Senhor, que o Senhor fallou a Josué, filho de Nun, servo de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Moysés, meu servo, é morto: levanta-te pois agora, passa este Jordão, tu e todo este povo, a terra que eu dou aos filhos d'Israel.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logar que pisar a planta do vosso pé vol-o tenho dado, como eu disse a Moysés.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deserto e desde este Libano, até ao grande rio, o rio Euphrates, toda a terra dos hetheos, e até o grande mar para o poente do sol, será o vosso termo.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se susterá diante de ti, todos os dias da tua vida: como fui com Moysés, assim serei comtigo: não te deixarei nem te desampararei.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Esforça-te, e tem bom animo: porque tu farás a este povo herdar a terra que jurei a seus paes lhes daria.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esforça-te e tem mui bom animo, para teres o cuidado de fazer conforme a toda a lei que meu servo Moysés te ordenou; d'ella não te desvies, nem para a direita nem para a esquerda, para que prudentemente te conduzas por onde quer que andares.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aparte da tua bocca o livro d'esta lei; antes medita n'elle dia e noite, para que tenhas cuidado de fazer conforme a tudo quanto n'elle está escripto; porque então farás prosperar o teu caminho, e então prudentemente te conduzirás.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t'o mandei eu? esforça-te, e tem bom animo; não pasmes, nem te espantes: porque o Senhor teu Deus é comtigo, por onde quer que andares.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deu ordem Josué aos principes do povo, dizendo: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Passae pelo meio do arraial, e ordenae ao povo, dizendo: Provei-vos de comida, porque dentro de tres dias passareis este Jordão, para que entreis a possuir a terra que vos dá o Senhor vosso Deus, que possuaes.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Josué aos rubenitas, e aos gaditas, e á meia tribu de Manasseh, dizendo: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da palavra que vos mandou Moysés, o servo do Senhor, dizendo: O Senhor vosso Deus vos dá descanço, e vos dá esta terra.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Vossas mulheres, vossos meninos e vosso gado fiquem na terra que Moysés vos deu d'esta banda do Jordão; porém vós passareis armados na frente de vossos irmãos, todos os valentes e valorosos, e ajudal-os-heis;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o Senhor dê descanço a vossos irmãos, como a vós, e elles tambem possuam a terra que o Senhor vosso Deus lhes dá; então tornareis á terra da vossa herança, e possuireis a que vos deu Moysés, o servo do Senhor, d'esta banda do Jordão, para o nascente do sol.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responderam a Josué, dizendo: Tudo quanto nos ordenaste faremos, e onde quer que nos enviares iremos.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em tudo ouvimos a Moysés, assim te ouviremos a ti: tão sómente que o Senhor teu Deus seja comtigo, como foi com Moysés.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homem, que fôr rebelde á tua bocca, e não ouvir as tuas palavras em tudo quanto lhe mandares, morrerá: tão sómente esforça-te, e tem bom animo.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