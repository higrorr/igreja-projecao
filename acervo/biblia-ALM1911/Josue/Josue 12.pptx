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são os reis da terra, aos quaes os filhos de Israel feriram e possuiram a sua terra d'além do Jordão ao nascente do sol: desde o ribeiro d'Arnon, até ao monte d'Hermon, e toda a planicie do oriente.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Sehon, rei dos amorrheos, que habitava em Hesbon e que senhoreava desde Aroer, que está á borda do ribeiro d'Arnon, e desde o meio do ribeiro, e desde a metade de Gilead, e até ao ribeiro de Jabbok, o termo dos filhos de Ammon;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a campina até ao mar de Cinneroth para o oriente, e até ao mar da campina, o mar salgado para o oriente, pelo caminho de Beth-jesimoth: e desde o sul abaixo d'Asdoth-pisga.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o termo de Og, rei de Basan, que era do resto dos gigantes, e que habitava em Astaroth e em Edrei;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senhoreava no monte Hermon, e em Salcha, e em toda a Basan, até ao termo dos gesureos e dos maacateos, e metade de Gilead, termo de Sehon, rei de Hesbon.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estes Moysés, servo do Senhor, e os filhos de Israel feriram: e Moysés, servo do Senhor, deu esta terra aos rubenitas, e aos gaditas, e á meia tribu de Manasseh em possessão.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reis da terra aos quaes feriu Josué e os filhos de Israel d'áquem do Jordão para o occidente, desde Baal-gad, no valle do Libano, até ao monte calvo, que sobe a Seir: e Josué a deu ás tribus de Israel em possessão, segundo as suas divisões;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havia nas montanhas, e nas planicies, e nas campinas, e nas descidas das aguas, e no deserto, e para o sul: o heteo, o amorrheo, e o cananeo, o pherezeo, o heveo, e o jebuseo.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Jericó, um; o rei d'Ai, que está ao lado de Bethel, outro;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Jerusalem, outro; o rei d'Hebron, outro;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Jarmuth, outro; o rei de Lachis, outro;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d'Eglon, outro; o rei de Geser, outro;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Debir, outro; o rei de Geder, outro;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d'Horma, outro; o rei d'Harad, outro;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Libna, outro; o rei d'Adullam, outro;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Makeda, outro; o rei de Bethel, outro;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Tappuah, outro; o rei d'Hepher, outro;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d'Aphek, outro; o rei de Lassaron, outro;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Madon, outro; o rei d'Hazor, outro;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Simron-meron, outro; o rei d'Achsaph, outro;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Taanach, outro; o rei de Megiddo, outro;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Kedes, outro; o rei de Jokneam do Carmel, outro;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Dor em Nafath-dor, outro; o rei das nações em Gilgal, outro;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Tirza, outro: trinta e um reis por todos.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