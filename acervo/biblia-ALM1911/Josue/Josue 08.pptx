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Josué: Não temas, e não te espantes: toma comtigo toda a gente de guerra, e levanta-te, sobe a Hai: olha que te tenho dado na tua mão o rei d'Hai, e o seu povo, e a sua cidade, e a sua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pois a Hai, e a seu rei, como fizeste a Jericó, e a seu rei: salvo que para vós saqueareis os seus despojos, e o seu gado: põe-te emboscadas á cidade, por detraz d'ella.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levantou-se, e toda a gente de guerra, para subir contra Hai: e escolheu Josué trinta mil homens valentes e valorosos, e enviou-os de noite.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deu-lhes ordem, dizendo: Olhae, poreis emboscadas á cidade, por detraz da cidade; não vos alongueis muito da cidade: e todos vós estareis apercebidos.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e todo o povo que está comigo nos achegaremos á cidade: e será que, quando nos sairem ao encontro, como d'antes, fugiremos diante d'elles.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Deixae-os pois sair atraz de nós, até que os tiremos da cidade; porque dirão: Fogem diante de nós como d'antes. Assim fugiremos diante d'elles.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saireis vós da emboscada, e tomareis a cidade: porque o Senhor vosso Deus vol-a dará na vossa mão.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tomando vós a cidade, poreis a cidade a fogo; conforme á palavra do Senhor fareis; olhae que vol-o tenho mandado.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Josué os enviou, e elles se foram á emboscada; e ficaram entre Bethel e Hai, ao occidente d'Hai: porém Josué passou aquella noite no meio do povo.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Josué de madrugada, e contou o povo: e subiram elle e os anciãos de Israel diante do povo contra Hai.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tambem toda a gente de guerra, que estava com elle, e chegaram-se, e vieram fronteiros á cidade: e alojaram-se da banda do norte d'Hai; e havia um valle entre elle e Hai.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 tambem alguns cinco mil homens, e pôl-os entre Bethel e Hai em emboscada, ao occidente da 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o povo, todo o arraial que estava ao norte da cidade, e a sua emboscada ao occidente da cidade: e foi Josué aquella noite ao meio do valle.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vendo-o o rei d'Hai, se apressaram, e se levantaram de madrugada, e os homens da cidade sairam ao encontro d'Israel ao combate, elle e todo o seu povo, ao tempo assignalado, perante as campinas: porque elle não sabia, que se lhe houvesse posto emboscada detraz da cidade.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Josué pois e todo o Israel se houveram como feridos diante d'elles, e fugiram pelo caminho do deserto.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todo o povo, que estava na cidade, foi convocado para os seguir: e seguiram a Josué e foram attrahidos da cidade.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nem um só homem ficou em Hai, nem em Bethel, que não saisse após Israel: e deixaram a cidade aberta, e seguiram a 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disse a Josué: Estende a lança que tens na tua mão, para Hai; porque a darei na tua mão. E Josué estendeu a lança, que estava na sua mão, para a cidade.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emboscada se levantou do seu logar apressadamente, e correram, estendendo elle a sua mão, e vieram á cidade, e a tomaram: e apressaram-se, e pozeram a cidade a fogo.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virando-se os homens de Hai para traz, olharam, e eis-que o fumo da cidade subia ao céu, e não tiveram logar para fugirem para uma parte nem outra: porque o povo, que fugia para o deserto, se tornou contra os que os seguiam.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Josué e todo o Israel que a emboscada tomara a cidade, e que o fumo da cidade subia, tornaram, e feriram os homens d'Hai.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aquelles da cidade lhes sairam ao encontro, e assim cairam no meio dos israelitas, uns de uma, e outros de outra parte: e feriram-n'os, até que nenhum d'elles ficou, o que escapasse.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 rei d'Hai tomaram vivo, e o trouxeram a Josué.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os israelitas de matar todos os moradores d'Hai no campo, no deserto onde os tinham seguido, e havendo todos caido ao fio da espada, até todos serem consumidos, todo o Israel se tornou a Hai, e a pozeram a fio de espada.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que cairam aquelle dia, assim homens como mulheres, foram doze mil: todos moradores d'Hai.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Josué não retirou a sua mão, que estendera com a lança, até destruir totalmente a todos os moradores d'Hai.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os israelitas saquearam para si o gado e os despojos da cidade, conforme á palavra do Senhor, que tinha ordenado a Josué.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Queimou pois Josué a Hai: e a tornou n'um montão perpetuo, em assolamento, até ao dia d'hoje.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rei d'Hai enforcou n'um madeiro, até á tarde: e ao pôr do sol ordenou Josué, que o seu corpo se tirasse do madeiro; e o lançaram á porta da cidade, e levantaram sobre elle um grande montão de pedras, até ao dia d'hoje.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edificou um altar ao Senhor Deus d'Israel, no monte d'Ebal,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Moysés, servo do Senhor, ordenou aos filhos d'Israel, conforme ao que está escripto no livro da lei de Moysés, a saber: um altar de pedras inteiras, sobre o qual se não movera ferro: e offereceram sobre elle holocaustos ao Senhor, e sacrificaram sacrificios pacificos.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escreveu ali em pedras uma copia da lei de Moysés, que já tinha escripto diante dos filhos d'Israel.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Israel, com os seus anciãos, e os seus principes, e os seus juizes, estavam d'uma e outra banda da arca, perante os sacerdotes levitas, que levavam a arca do concerto do Senhor, assim estrangeiros como naturaes; metade d'elles em frente do monte Gerizim, e a outra metade em frente do monte Ebal; como Moysés, servo do Senhor, ordenara, para abençoar primeiramente o povo de Israel.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leu em alta voz todas as palavras da lei, a benção e a maldição, conforme a tudo o que está escripto no livro da lei.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 nenhuma houve, de tudo o que Moysés ordenara, que Josué não lesse perante toda a congregação d'Israel, e das mulheres, e dos meninos, e dos estrangeiros, que andavam no meio d'elles.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