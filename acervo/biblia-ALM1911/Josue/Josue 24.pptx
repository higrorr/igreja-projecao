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a:t>
            </a:r>
          </a:p>
          <a:p>
            <a:pPr algn="ctr"/>
            <a:r>
              <a:rPr sz="4400">
                <a:solidFill>
                  <a:srgbClr val="FFFFFF"/>
                </a:solidFill>
                <a:latin typeface="Arial"/>
              </a:rPr>
              <a:t>Depois ajuntou Josué todas as tribus d'Israel em Sichem: e chamou os anciãos d'Israel, e os seus Cabeças, e os seus juizes, e os seus officiaes: e elles se apresentaram diante de Deus.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a:t>
            </a:r>
          </a:p>
          <a:p>
            <a:pPr algn="ctr"/>
            <a:r>
              <a:rPr sz="4400">
                <a:solidFill>
                  <a:srgbClr val="FFFFFF"/>
                </a:solidFill>
                <a:latin typeface="Arial"/>
              </a:rPr>
              <a:t>Então Josué disse a todo o povo: Assim diz o Senhor Deus d'Israel: D'além do rio antigamente habitaram vossos paes, Terah, pae d'Abrahão e pae de Nachor: e serviram a outros deuses.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24:3</a:t>
            </a:r>
          </a:p>
          <a:p>
            <a:pPr algn="ctr"/>
            <a:r>
              <a:rPr sz="4400">
                <a:solidFill>
                  <a:srgbClr val="FFFFFF"/>
                </a:solidFill>
                <a:latin typeface="Arial"/>
              </a:rPr>
              <a:t>Eu porém tomei a vosso pae Abrahão d'além do rio, e o fiz andar por toda a terra de Canaan: tambem multipliquei a sua semente, e dei-lhe a Isaac.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24:4</a:t>
            </a:r>
          </a:p>
          <a:p>
            <a:pPr algn="ctr"/>
            <a:r>
              <a:rPr sz="4400">
                <a:solidFill>
                  <a:srgbClr val="FFFFFF"/>
                </a:solidFill>
                <a:latin typeface="Arial"/>
              </a:rPr>
              <a:t>E a Isaac dei a Jacob e a Esaú: e a Esaú dei a montanha de Seir, para a possuir: porém Jacob e seus filhos desceram para o Egypto.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24:5</a:t>
            </a:r>
          </a:p>
          <a:p>
            <a:pPr algn="ctr"/>
            <a:r>
              <a:rPr sz="4400">
                <a:solidFill>
                  <a:srgbClr val="FFFFFF"/>
                </a:solidFill>
                <a:latin typeface="Arial"/>
              </a:rPr>
              <a:t>Então enviei a Moysés e a Aarão, e feri ao Egypto, como o fiz no meio d'elle; e depois vos tirei de lá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24:6</a:t>
            </a:r>
          </a:p>
          <a:p>
            <a:pPr algn="ctr"/>
            <a:r>
              <a:rPr sz="4400">
                <a:solidFill>
                  <a:srgbClr val="FFFFFF"/>
                </a:solidFill>
                <a:latin typeface="Arial"/>
              </a:rPr>
              <a:t>E, tirando eu a vossos paes do Egypto, viestes ao mar: e os egypcios perseguiram a vossos paes, com carros e com cavalleiros, até ao Mar Vermelho.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24:7</a:t>
            </a:r>
          </a:p>
          <a:p>
            <a:pPr algn="ctr"/>
            <a:r>
              <a:rPr sz="4400">
                <a:solidFill>
                  <a:srgbClr val="FFFFFF"/>
                </a:solidFill>
                <a:latin typeface="Arial"/>
              </a:rPr>
              <a:t>E clamaram ao Senhor, e poz uma escuridão entre vós e os egypcios, e trouxe o mar sobre elles, e os cobriu, e os vossos olhos viram o que eu fiz no Egypto: depois habitastes no deserto muitos dias.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24:8</a:t>
            </a:r>
          </a:p>
          <a:p>
            <a:pPr algn="ctr"/>
            <a:r>
              <a:rPr sz="4400">
                <a:solidFill>
                  <a:srgbClr val="FFFFFF"/>
                </a:solidFill>
                <a:latin typeface="Arial"/>
              </a:rPr>
              <a:t>Então eu vos trouxe á terra dos amorrheos, que habitavam d'além do Jordão, os quaes pelejaram contra vós: porém os dei na vossa mão, e possuistes a sua terra, e os destrui diante de vós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24:9</a:t>
            </a:r>
          </a:p>
          <a:p>
            <a:pPr algn="ctr"/>
            <a:r>
              <a:rPr sz="4400">
                <a:solidFill>
                  <a:srgbClr val="FFFFFF"/>
                </a:solidFill>
                <a:latin typeface="Arial"/>
              </a:rPr>
              <a:t>Levantou-se tambem Balac, filho de Zippor, rei dos moabitas, e pelejou contra Israel: e enviou e chamou a Balaão, filho de Beor, para que vos amaldiçoasse.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24:10</a:t>
            </a:r>
          </a:p>
          <a:p>
            <a:pPr algn="ctr"/>
            <a:r>
              <a:rPr sz="4400">
                <a:solidFill>
                  <a:srgbClr val="FFFFFF"/>
                </a:solidFill>
                <a:latin typeface="Arial"/>
              </a:rPr>
              <a:t>Porém eu não quiz ouvir a Balaão: pelo que, abençoando-vos, abençoou, e livrei-vos da sua mão.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24:11</a:t>
            </a:r>
          </a:p>
          <a:p>
            <a:pPr algn="ctr"/>
            <a:r>
              <a:rPr sz="4400">
                <a:solidFill>
                  <a:srgbClr val="FFFFFF"/>
                </a:solidFill>
                <a:latin typeface="Arial"/>
              </a:rPr>
              <a:t>E, passando vós o Jordão, e vindo a Jericó, os habitantes de Jericó pelejaram contra vós, os amorrheos, e os pherezeos, e os cananeos, e os hetheos, e os girgaseos, e os heveos, e os jebuseos; porém os dei na vossa mão.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24:12</a:t>
            </a:r>
          </a:p>
          <a:p>
            <a:pPr algn="ctr"/>
            <a:r>
              <a:rPr sz="4400">
                <a:solidFill>
                  <a:srgbClr val="FFFFFF"/>
                </a:solidFill>
                <a:latin typeface="Arial"/>
              </a:rPr>
              <a:t>E enviei vespões diante de vós, que os expelliram de diante de vós, como a ambos os reis dos amorrheos: não com a tua espada, nem com o teu arco.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24:13</a:t>
            </a:r>
          </a:p>
          <a:p>
            <a:pPr algn="ctr"/>
            <a:r>
              <a:rPr sz="4400">
                <a:solidFill>
                  <a:srgbClr val="FFFFFF"/>
                </a:solidFill>
                <a:latin typeface="Arial"/>
              </a:rPr>
              <a:t>E eu vos dei a terra em que não trabalhastes, e cidades que não edificastes, e habitaes n'ellas, e comeis das vinhas e dos olivaes que não plantastes.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24:14</a:t>
            </a:r>
          </a:p>
          <a:p>
            <a:pPr algn="ctr"/>
            <a:r>
              <a:rPr sz="4400">
                <a:solidFill>
                  <a:srgbClr val="FFFFFF"/>
                </a:solidFill>
                <a:latin typeface="Arial"/>
              </a:rPr>
              <a:t>Agora pois temei ao Senhor, e servi-o com sinceridade e com verdade: e deitae fóra os deuses aos quaes serviram vossos paes d'além do rio e no Egypto, e servi ao Senhor.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24:15</a:t>
            </a:r>
          </a:p>
          <a:p>
            <a:pPr algn="ctr"/>
            <a:r>
              <a:rPr sz="4400">
                <a:solidFill>
                  <a:srgbClr val="FFFFFF"/>
                </a:solidFill>
                <a:latin typeface="Arial"/>
              </a:rPr>
              <a:t>Porém, se vos parece mal aos vossos olhos servir ao Senhor, escolhei-vos hoje a quem sirvaes: se os deuses a quem serviram vossos paes, que estavam d'além do rio, ou os deuses dos amorrheos, em cuja terra habitaes: porém eu e a minha casa serviremos ao Senhor.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24:16</a:t>
            </a:r>
          </a:p>
          <a:p>
            <a:pPr algn="ctr"/>
            <a:r>
              <a:rPr sz="4400">
                <a:solidFill>
                  <a:srgbClr val="FFFFFF"/>
                </a:solidFill>
                <a:latin typeface="Arial"/>
              </a:rPr>
              <a:t>Então respondeu o povo, e disse: Nunca nos aconteça que deixemos ao Senhor para servir mos a outros deuses;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24:17</a:t>
            </a:r>
          </a:p>
          <a:p>
            <a:pPr algn="ctr"/>
            <a:r>
              <a:rPr sz="4400">
                <a:solidFill>
                  <a:srgbClr val="FFFFFF"/>
                </a:solidFill>
                <a:latin typeface="Arial"/>
              </a:rPr>
              <a:t>Porque o Senhor é o nosso Deus; elle é o que nos fez subir, a nós e a nossos paes, da terra do Egypto, da casa da servidão, e o que tem feito estes grandes signaes aos nossos olhos, e nos guardou por todo o caminho que andámos, e entre todos os povos pelo meio dos quaes passámos.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24:18</a:t>
            </a:r>
          </a:p>
          <a:p>
            <a:pPr algn="ctr"/>
            <a:r>
              <a:rPr sz="4400">
                <a:solidFill>
                  <a:srgbClr val="FFFFFF"/>
                </a:solidFill>
                <a:latin typeface="Arial"/>
              </a:rPr>
              <a:t>E o Senhor expelliu de diante de nós a todas estas gentes, até ao amorrheo, morador da terra: tambem nós serviremos ao Senhor, porquanto é nosso Deus.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24:19</a:t>
            </a:r>
          </a:p>
          <a:p>
            <a:pPr algn="ctr"/>
            <a:r>
              <a:rPr sz="4400">
                <a:solidFill>
                  <a:srgbClr val="FFFFFF"/>
                </a:solidFill>
                <a:latin typeface="Arial"/>
              </a:rPr>
              <a:t>Então Josué disse ao povo: Não podereis servir ao Senhor, porquanto é Deus sancto, é Deus zeloso, que não perdoará a vossa transgressão nem os vossos peccados.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24:20</a:t>
            </a:r>
          </a:p>
          <a:p>
            <a:pPr algn="ctr"/>
            <a:r>
              <a:rPr sz="4400">
                <a:solidFill>
                  <a:srgbClr val="FFFFFF"/>
                </a:solidFill>
                <a:latin typeface="Arial"/>
              </a:rPr>
              <a:t>Se deixardes ao Senhor, e servirdes a deuses estranhos, então se tornará, e vos fará mal, e vos consumirá, depois de vos fazer bem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24:21</a:t>
            </a:r>
          </a:p>
          <a:p>
            <a:pPr algn="ctr"/>
            <a:r>
              <a:rPr sz="4400">
                <a:solidFill>
                  <a:srgbClr val="FFFFFF"/>
                </a:solidFill>
                <a:latin typeface="Arial"/>
              </a:rPr>
              <a:t>Então disse o povo a Josué: Não, antes ao Senhor serviremos.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24:22</a:t>
            </a:r>
          </a:p>
          <a:p>
            <a:pPr algn="ctr"/>
            <a:r>
              <a:rPr sz="4400">
                <a:solidFill>
                  <a:srgbClr val="FFFFFF"/>
                </a:solidFill>
                <a:latin typeface="Arial"/>
              </a:rPr>
              <a:t>E Josué disse ao povo: Sois testemunhas contra vós mesmos de que vós escolhestes ao Senhor, para o servir. E disseram: Somos testemunhas.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24:23</a:t>
            </a:r>
          </a:p>
          <a:p>
            <a:pPr algn="ctr"/>
            <a:r>
              <a:rPr sz="4400">
                <a:solidFill>
                  <a:srgbClr val="FFFFFF"/>
                </a:solidFill>
                <a:latin typeface="Arial"/>
              </a:rPr>
              <a:t>Deitae pois agora fóra aos deuses estranhos que ha no meio de vós: e inclinae o vosso coração ao Senhor Deus d'Israel.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24:24</a:t>
            </a:r>
          </a:p>
          <a:p>
            <a:pPr algn="ctr"/>
            <a:r>
              <a:rPr sz="4400">
                <a:solidFill>
                  <a:srgbClr val="FFFFFF"/>
                </a:solidFill>
                <a:latin typeface="Arial"/>
              </a:rPr>
              <a:t>E disse o povo a Josué: Serviremos ao Senhor nosso Deus, e obedeceremos á sua voz.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24:25</a:t>
            </a:r>
          </a:p>
          <a:p>
            <a:pPr algn="ctr"/>
            <a:r>
              <a:rPr sz="4400">
                <a:solidFill>
                  <a:srgbClr val="FFFFFF"/>
                </a:solidFill>
                <a:latin typeface="Arial"/>
              </a:rPr>
              <a:t>Assim fez Josué concerto n'aquelle dia com o povo, e lh'o poz por estatuto e direito em Sichem.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24:26</a:t>
            </a:r>
          </a:p>
          <a:p>
            <a:pPr algn="ctr"/>
            <a:r>
              <a:rPr sz="4400">
                <a:solidFill>
                  <a:srgbClr val="FFFFFF"/>
                </a:solidFill>
                <a:latin typeface="Arial"/>
              </a:rPr>
              <a:t>E Josué escreveu estas palavras no livro da lei de Deus: e tomou uma grande pedra, e a erigiu ali debaixo do carvalho que estava junto ao sanctuario do Senhor.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24:27</a:t>
            </a:r>
          </a:p>
          <a:p>
            <a:pPr algn="ctr"/>
            <a:r>
              <a:rPr sz="4400">
                <a:solidFill>
                  <a:srgbClr val="FFFFFF"/>
                </a:solidFill>
                <a:latin typeface="Arial"/>
              </a:rPr>
              <a:t>E disse Josué a todo o povo: Eis que esta pedra nos será por testemunho; pois ella ouviu todas as palavras que o Senhor nos tem dito: e tambem será testemunho contra vós, para que não mintaes a vosso Deus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24:28</a:t>
            </a:r>
          </a:p>
          <a:p>
            <a:pPr algn="ctr"/>
            <a:r>
              <a:rPr sz="4400">
                <a:solidFill>
                  <a:srgbClr val="FFFFFF"/>
                </a:solidFill>
                <a:latin typeface="Arial"/>
              </a:rPr>
              <a:t>Então Josué enviou o povo, a cada um para a sua herdade.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24:29</a:t>
            </a:r>
          </a:p>
          <a:p>
            <a:pPr algn="ctr"/>
            <a:r>
              <a:rPr sz="4400">
                <a:solidFill>
                  <a:srgbClr val="FFFFFF"/>
                </a:solidFill>
                <a:latin typeface="Arial"/>
              </a:rPr>
              <a:t>E depois d'estas coisas succedeu que Josué, filho de Nun, o servo do Senhor, falleceu, sendo da edade de cento e dez annos.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24:30</a:t>
            </a:r>
          </a:p>
          <a:p>
            <a:pPr algn="ctr"/>
            <a:r>
              <a:rPr sz="4400">
                <a:solidFill>
                  <a:srgbClr val="FFFFFF"/>
                </a:solidFill>
                <a:latin typeface="Arial"/>
              </a:rPr>
              <a:t>E sepultaram-n'o no termo da sua herdade, em Timnath-sera, que está no monte d'Ephraim, para o norte do monte de Gaas.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24:31</a:t>
            </a:r>
          </a:p>
          <a:p>
            <a:pPr algn="ctr"/>
            <a:r>
              <a:rPr sz="4400">
                <a:solidFill>
                  <a:srgbClr val="FFFFFF"/>
                </a:solidFill>
                <a:latin typeface="Arial"/>
              </a:rPr>
              <a:t>Serviu pois Israel ao Senhor todos os dias de Josué, e todos os dias dos anciãos que ainda viveram muito depois de Josué, e sabiam toda a obra que o Senhor tinha feito a Israel.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24:32</a:t>
            </a:r>
          </a:p>
          <a:p>
            <a:pPr algn="ctr"/>
            <a:r>
              <a:rPr sz="4400">
                <a:solidFill>
                  <a:srgbClr val="FFFFFF"/>
                </a:solidFill>
                <a:latin typeface="Arial"/>
              </a:rPr>
              <a:t>Tambem enterraram em Sichem os ossos de José, que os filhos d'Israel trouxeram do Egypto, n'aquella parte do campo que Jacob comprara aos filhos d'Hemor, pae de Sichem, por cem peças de prata: porquanto foram em herança para os filhos de José.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Josué 24:33</a:t>
            </a:r>
          </a:p>
          <a:p>
            <a:pPr algn="ctr"/>
            <a:r>
              <a:rPr sz="4400">
                <a:solidFill>
                  <a:srgbClr val="FFFFFF"/>
                </a:solidFill>
                <a:latin typeface="Arial"/>
              </a:rPr>
              <a:t>Falleceu tambem Eleazar, filho d'Aarão, e o sepultaram no outeiro de Phineas, seu filho, que lhe fôra dado na montanha de Ephraim.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