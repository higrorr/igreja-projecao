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congregação dos filhos de Israel se ajuntou em Silo, e ali armaram a tenda da congregação, depois que a terra foi sujeita diante d'elles.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d'entre os filhos de Israel ficaram sete tribus que ainda não tinham repartido a sua herança.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Josué aos filhos de Israel: Até quando sereis negligentes a passardes para possuir a terra que o Senhor Deus de vossos paes vos deu?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cada tribu escolhei vós tres homens, para que eu os envie, e se levantem, e corram a terra, e a descrevam segundo as suas heranças, e se tornem a mim.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repartirão em sete partes: Judah ficará no seu termo para o sul, e a casa de José ficará no seu termo para o norte.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descrevereis a terra em sete partes, e m'a trareis a mim aqui descripta: para que eu aqui lance as sortes perante o Senhor nosso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os levitas não teem parte no meio de vós, porém o sacerdocio do Senhor é a sua parte: e Gad, e Ruben e a meia tribu de Manasseh tomaram a sua herança d'além do Jordão para o oriente, a qual lhes deu Moysés, o servo do Senhor.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aquelles homens se levantaram, e se foram: e Josué deu ordem aos que iam descrever a terra, dizendo: Ide, e correi a terra, e descrevei-a, e então tornae a mim, e aqui vos lançarei as sortes perante o Senhor, em Silo.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pois aquelles homens, e passaram pela terra, e a descreveram, segundo as cidades, em sete partes, n'um livro: e voltaram a Josué, ao arraial em Silo.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Josué lhes lançou as sortes, em Silo, perante o Senhor; e ali repartiu Josué a terra aos filhos de Israel, conforme ás suas divisões.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a sorte da tribu dos filhos de Benjamin, segundo as suas familias: e saiu o termo da sua sorte entre os filhos de Judah e os filhos de José.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termo foi para a banda do norte, desde o Jordão: e sobe este termo ao lado de Jericó para o norte, e sobe pela montanha para o occidente, sendo as suas saidas no deserto de Beth-aven.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passa este termo a Luza, ao lado de Luza (que é Beth-el) para o sul: e desce este termo a Ataroth-adar, ao pé do monte que está da banda do sul de Beth-horon a baixa.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vae este termo e torna á banda do occidente para o sul do monte que está defronte de Beth-horon, para o sul, e as suas saidas vão para Kiriath-baal (que é Kiriath-jearim), cidade dos filhos de Judah: esta é a sua extensão para o occidente.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extensão para o sul está á extremidade de Kiriath-jearim: e sae este termo ao occidente, e vem a sair á fonte das aguas de Nephtoah.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 este termo até á extremidade do monte que está defronte do valle do filho de Hinnom, que está no valle dos rephains, para o norte, e desce pelo valle de Hinnom da banda dos jebuseos para o sul; e então desce á fonte de Rogel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vae desde o norte, e sae a En-*semes; e d'ali sae a Geliloth, que está defronte da subida de Adummim, e desce á pedra de Bohan, filho de Ruben;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passa até ao lado defronte d'Araba para o norte, e desce a Araba;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 mais este termo até ao lado de Beth-hogla para o norte, estando as saidas d'este termo na lingua do mar salgado para o norte, na extremidade do Jordão para o sul: este é o termo do sul.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termina o Jordão da banda do oriente: esta é a herança dos filhos de Benjamin, nos seus termos em redor, segundo as suas familias.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cidades da tribu dos filhos de Benjamin, segundo as suas familias, são: Jericó, e Beth-hogla, e Emekkesis,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Beth-araba, e Semaraim, e Beth-*el,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Havvim, e Para, e Ophra,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Chephar-haammonai, e Ophni, e Gaba: doze cidades e as suas aldeias: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Gibeon, e Rama, e Beeroth,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Mispah, e Chephira, e Mosa,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Rekem, e Irpeel, e Tharala,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Sela, Eleph, e Jebusi (esta é Jerusalem), Gibeath e Kiriath: quatorze cidades com as suas aldeias: esta é a herança dos filhos de Benjamin, segundo as suas familias.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