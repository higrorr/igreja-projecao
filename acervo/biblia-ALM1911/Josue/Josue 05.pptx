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ouvindo todos os reis dos amorrheos, que habitavam d'esta banda do Jordão, ao occidente, e todos os reis dos cananeos, que estavam ao pé do mar, que o Senhor tinha seccado as aguas do Jordão, de diante dos filhos d'Israel, até que passámos, derreteu-se-lhes o coração, e não houve mais animo n'elles, por causa dos filhos d'Israel.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tempo disse o Senhor a Josué: Faze facas de pedra, e torna a circumcidar segunda vez aos filhos d'Israel.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Josué fez para si facas de pedra, e circumcidou aos filhos d'Israel no monte dos prepucios.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esta a causa por que Josué os circumcidou: todo o povo que tinha saido do Egypto, os machos, todos os homens de guerra, eram já mortos no deserto, pelo caminho, depois que sairam do Egypto.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 o povo que saira estava circumcidado, mas a nenhum do povo que nascera no deserto, pelo caminho, depois de terem saido do Egypto, haviam circumcidado.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quarenta annos andaram os filhos d'Israel pelo deserto, até se acabar toda a nação, os homens de guerra, que sairam do Egypto, e não obedeceram á voz do Senhor: aos quaes o Senhor tinha jurado que lhes não havia de deixar ver a terra que o Senhor jurara a seus paes dar-nos; terra que mana leite e mel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em seu logar poz a seus filhos; a estes Josué circumcidou: porquanto estavam incircumcisos, porque os não circumcidaram no caminho.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acabando de circumcidar a toda a nação, ficaram no seu logar no arraial, até que sararam.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o Senhor a Josué: Hoje revolvi de sobre vós o opprobrio do Egypto; pelo que o nome d'aquelle logar se chamou Gilgal, até ao dia d'hoje.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pois os filhos d'Israel alojados em Gilgal, celebraram a paschoa no dia quatorze do mez, á tarde, nas campinas de Jericó.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comeram do trigo da terra do anno antecedente, ao outro dia depois da paschoa, pães asmos e espigas tostadas, no mesmo dia.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cessou o manná no dia seguinte, depois que comeram do trigo da terra do anno antecedente; e os filhos d'Israel não tiveram mais manná: porém no mesmo anno comeram das novidades da terra de Canaan.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estando Josué ao pé de Jericó, levantou os seus olhos, e olhou; e eis-que se poz em pé diante d'elle um homem que tinha na mão uma espada nua: e chegou-se Josué a elle, e disse-lhe: És tu dos nossos, ou dos nossos inimigos?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elle: Não, mas venho agora como principe do exercito do Senhor. Então Josué se prostrou sobre o seu rosto na terra, e o adorou, e disse-lhe: Que diz meu senhor ao seu servo?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principe do exercito do Senhor a Josué: Descalça os sapatos de teus pés, porque o logar em que estás é sancto. E fez Josué assim.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