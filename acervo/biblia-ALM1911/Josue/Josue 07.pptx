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trespassaram os filhos de Israel no anathema: porque Acan, filho de Carmi, filho de Zabdi, filho de Sera, da tribu de Judah, tomou do anathema, e a ira do Senhor se accendeu contra os filhos d'Israel.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Enviando pois Josué de Jericó, alguns homens a Hai, que está junto a Bethaven, da banda do oriente de Beth-*el, fallou-lhes, dizendo: Subi, e espiae a terra. Subiram pois aquelles homens, e espiaram a Hai.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voltaram a Josué, e disseram-lhe: Não suba todo o povo; subam alguns dois mil, ou tres mil homens, a ferir a Hai: não fatigues ali a todo o povo, porque poucos são.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Assim, subiram lá do povo alguns tres mil homens, os quaes fugiram diante dos homens de Dai.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homens de Hai feriram d'elles alguns trinta e seis, e seguiram-n'os desde a porta até Shebarim, e feriram-n'os na descida; e o coração do povo se derreteu e se tornou como agua.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Josué rasgou os seus vestidos, e se prostrou em terra sobre o seu rosto perante a arca do Senhor até á tarde, elle e os anciãos de Israel: e deitaram pó sobre as suas cabeças.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Josué: Ah Senhor Jehovah! porque, com effeito, fizeste passar a este povo o Jordão, para nos dares nas mãos dos amorrheos, para nos fazerem perecer? oxalá nos contentaramos com ficarmos d'além do Jordão.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Ah Senhor! que direi? pois Israel virou as costas diante dos seus inimigos!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Ouvindo isto, os cananeos, e todos os moradores da terra, nos cercarão e desarreigarão o nosso nome da terra: e então que farás ao teu grande nome?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Senhor a Josué: Levanta-te: porque estás prostrado assim sobre o teu rosto?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Israel peccou, e até transgrediram o meu concerto que lhes tinha ordenado, e até tomaram do anathema, e tambem furtaram, e tambem mentiram, e até debaixo da sua bagagem o pozeram.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os filhos de Israel não poderam subsistir perante os seus inimigos: viraram as costas diante dos seus inimigos; porquanto estão amaldiçoados: não serei mais comvosco, se não desarreigardes o anathema do meio de vós.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Levanta-te, sanctifica o povo, e dize: Sanctificae-vos para ámanhã, porque assim diz o Senhor, o Deus d'Israel: Anathema ha no meio de ti, Israel: diante dos teus inimigos não poderás suster-te, até que não tires o anathema do meio de vós.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Ámanhã pois vos chegareis, segundo as vossas tribus: e será que a tribu que o Senhor tomar se chegará, segundo as familias; e a familia que o Senhor tomar se chegará por casas; e a casa que o Senhor tomar se chegará homem por homem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 aquelle que fôr tomado com o anathema será queimado a fogo, elle e tudo quanto tiver: porquanto transgrediu o concerto do Senhor, e fez uma loucura em Israel.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Josué se levantou de madrugada, e fez chegar a Israel, segundo as suas tribus: e a tribu de Judah foi tomada: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fazendo chegar a tribu de Judah, tomou a familia de Zarchi: e, fazendo chegar a familia de Zarchi, homem por homem, foi tomado Zabdi: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fazendo chegar a sua casa, homem por homem, foi tomado Acan, filho de Carmi, filho de Zabdi, filho de Serah, da tribu de Judah.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Josué a Acan: Filho meu, dá, peço-te, gloria ao Senhor Deus de Israel, e faze confissão perante elle; e declara-me agora o que fizeste, não m'o occultes.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respondeu Acan a Josué, e disse: Verdadeiramente pequei contra o Senhor Deus de Israel, e fiz assim e assim.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vi entre os despojos uma boa capa babylonica, e duzentos siclos de prata, e uma cunha d'oiro do peso de cincoenta siclos, cobicei-os e tomei-os: e eis que estão escondidos na terra, no meio da minha tenda, e a prata debaixo d'ella.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Josué enviou mensageiros, que foram correndo á tenda: e eis que estava escondido na sua tenda, e a prata debaixo d'ella.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Tomaram pois aquellas coisas do meio da tenda, e as trouxeram a Josué e a todos os filhos de Israel: e as deitaram perante o Senhor.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Josué e todo o Israel com elle tomaram a Acan, filho de Serah, e a prata, e a capa, e a cunha de oiro, e a seus filhos, e a suas filhas, e a seus bois, e a seus jumentos, e a suas ovelhas, e a sua tenda, e a tudo quanto tinha: e levaram-n'os ao valle de Acor.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Josué: Como nos turbaste? o Senhor te turbará a ti este dia. E todo o Israel o apedrejou com pedras, e os queimaram a fogo, e os apedrejaram com pedras.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levantaram sobre elle um grande montão de pedras, até o dia de hoje; assim o Senhor se tornou do ardor da sua ira: pelo que se chamou o nome d'aquelle logar o valle d'Acor, até ao dia de hoje.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