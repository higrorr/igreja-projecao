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caiu a sorte á tribu de Manasseh, porquanto era o primogenito de José, a saber: Machir, o primogenito de Manasseh, pae de Gilead, porquanto era homem de guerra, teve a Gilead e Basan.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mais filhos de Manasseh tiveram sorte, segundo as suas familias, a saber: os filhos d'Abiezer, e os filhos de Helek, e os filhos d'Asriel, e os filhos de Sechem, e os filhos de Hepher, e os filhos de Semida: estes são os filhos machos de Manasseh, filho de José, segundo as suas familias.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Selofad, porém, filho d'Hepher, o filho de Gilead, filho de Machir, o filho de Manasseh, não teve filhos, mas só filhas: e estes são os nomes de suas filhas: Machla, Noa, Hogla, Milka e Tirsa.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Estas, pois, chegaram diante d'Eleazar, o sacerdote, e diante de Josué, filho de Nun, e diante dos principes, dizendo: O Senhor ordenou a Moysés que se nos désse herança no meio de nossos irmãos: pelo que, conforme ao dito do Senhor, lhes deu herança no meio dos irmãos de seu pae.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cairam a Manasseh dez quinhões, afóra a terra de Gilead, e Basan que está d'além do Jordão: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filhas de Manasseh no meio de seus filhos possuiram herança: e a terra de Gilead tiveram os outros filhos de Manasseh.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termo de Manasseh foi desde Aser até Mikmetath, que está diante de Sechem: e vae este termo á mão direita, até aos moradores d'En-tappuah.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Manasseh a terra de Tappuah: porém a Tappuah, no termo de Manasseh, tinham os filhos d'Ephraim.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 este termo ao ribeiro de Cana, para o sul do ribeiro: d'Ephraim são estas cidades no meio das cidades de Manasseh: e o termo de Manasseh está ao norte do ribeiro, sendo as suas saidas no mar.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ao sul, e Manasseh ao norte, e o mar é o seu termo: pelo norte tocam em Aser, e pelo oriente em Issacar.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Issacar e em Aser tinha Manasseh a Beth-sean e os logares da sua jurisdicção, e Ibleam e os logares da sua jurisdicção, e os habitantes de Dor e os logares da sua jurisdicção, e os habitantes d'En-dor e os logares da sua jurisdicção, e os habitantes de Thaanak e os logares da sua jurisdicção, e os habitantes de Megiddo e os logares da sua jurisdicção: tres comarcas.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Manasseh não poderam expellir os habitantes d'aquellas cidades: porquanto os cananeos queriam habitar na mesma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engrossando em forças os filhos de Israel, fizeram tributarios aos cananeos; porém não os expelliram de todo.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José fallaram a Josué, dizendo: Porque me déste por herança só uma sorte e um quinhão, sendo eu um tão grande povo, visto que o Senhor até aqui me tem abençoado?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Josué: Se tão grande povo és, sobe ao bosque, e corta para ti ali logar na terra dos phereseos e dos rephains: pois que as montanhas de Ephraim te são tão estreitas.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filhos de José: As montanhas nos não bastariam: tambem carros ferrados ha entre todos os cananeos que habitam na terra do valle, entre os de Beth-sean e os logares da sua jurisdicção, e entre os que estão no valle de Jezreel.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fallou á casa de José, a Ephraim e a Manasseh, dizendo: Grande povo és, e grande força tens; uma só sorte não terás;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 montanhas serão tuas: e, pois que bosque é, corta-o, e as suas saidas serão tuas: porque expellirás os cananeos, ainda que tenham carros ferrados, ainda que sejam fortes.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