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chamou os rubenitas, e os gaditas, e a meia tribu de Manasseh,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Tudo quanto Moysés, o servo do Senhor, vos ordenou, guardastes: e á minha voz obedecestes em tudo quanto vos ordenei.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vossos irmãos por tanto tempo até ao dia d'hoje não desamparastes: antes tivestes cuidado da guarda do mandamento do Senhor vosso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o Senhor vosso Deus deu repouso a vossos irmãos, como lhes tinha promettido: voltae-vos pois agora, e ide-vos a vossas tendas, á terra da vossa possessão, que Moysés, o servo do Senhor, vos deu d'além do Jordão.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tende cuidado de guardar com diligencia o mandamento e a lei que Moysés, o servo do Senhor, vos mandou: que ameis ao Senhor vosso Deus, e andeis em todos os seus caminhos, e guardeis os seus mandamentos, e vos achegueis a elle, e o sirvaes com todo o vosso coração, e com toda a vossa alma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Josué os abençoou; e despediu-os, e foram-se ás suas tendas.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Moysés déra herança em Basan a meia tribu de Manasseh; porém á outra metade deu Josué entre seus irmãos, d'áquem do Jordão para o occidente; e enviando-os Josué tambem á suas tendas, os abençoou;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fallou-lhes, dizendo: Voltae-vos ás vossas tendas com grandes riquezas, e com muitissimo gado, com prata, e com oiro, e com metal, e com ferro, e com muitissimos vestidos: e com vossos irmãos reparti o despojo dos vossos inimigos.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filhos de Ruben, e os filhos de Gad, e a meia tribu de Manasseh voltaram, e partiram dos filhos de Israel, de Silo, que está na terra de Canaan; para se irem á terra de Gilead, á terra da sua possessão, de que foram feitos possuidores, conforme ao dito do Senhor pelo ministerio de Moysés.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elles aos limites do Jordão, que estão na terra de Canaan, ali os filhos de Ruben, e os filhos de Gad, e a meia tribu de Manasseh edificaram um altar junto ao Jordão, um altar de grande apparencia.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ouviram os filhos d'Israel dizer: Eis que os filhos de Ruben, e os filhos de Gad, e a meia tribu de Manasseh edificaram um altar na frente da terra de Canaan, nos limites do Jordão, da banda dos filhos d'Israel.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os filhos d'Israel ouvindo, ajuntou-se toda a congregação dos filhos de Israel em Silo, para sairem contra elles em exercito.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enviaram os filhos de Israel aos filhos de Ruben, e aos filhos de Gad, e á meia tribu de Manasseh, para a terra de Gilead, a Phineas, filho de Eleazar, o sacerdote;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dez principes com elle, de cada casa paterna um principe, de todas as tribus de Israel: e cada um era Cabeça da casa de seus paes nos milhares de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elles, aos filhos de Ruben, e aos filhos de Gad, e á meia tribu de Manasseh, á terra de Gilead, fallaram com elles,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toda a congregação do Senhor: Que transgressão é esta, com que transgredistes contra o Deus d'Israel, tornando-vos hoje d'após do Senhor, edificando-vos um altar, para vos rebellardes contra o Senhor?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Foi-nos pouco a iniquidade de Peor? de que ainda até ao dia de hoje não estamos purificados, ainda que houve castigo na congregação do Senhor?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hoje vos tornaes d'após do Senhor: será que, rebellando-vos hoje contra o Senhor, ámanhã se irará contra toda a congregação de Israel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é, porém, que a terra da vossa possessão é immunda, passae-vos para a terra da possessão do Senhor, onde habita o tabernaculo do Senhor, e tomae possessão entre nós: mas não vos rebelleis contra o Senhor, nem tão pouco vos rebelleis contra nós, edificando-vos um altar, afóra do altar do Senhor nosso Deus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commetteu Acan, filho de Zera, transgressão no tocante ao anathema? e não veiu ira sobre toda a congregação d'Israel? assim que aquelle homem não morreu só na sua iniquidade.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os filhos de Ruben, e os filhos de Gad, e a meia tribu de Manasseh, e disseram aos Cabeças dos milhares de Israel: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dos deuses, o Senhor, elle o sabe, e Israel mesmo o saberá; se é por rebeldia, ou por transgressão contra o Senhor, hoje não nos preserve;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nós edificámos altar para nos tornar d'após do Senhor, ou para sobre elle offerecer holocausto e offerta de manjares, ou sobre elle fazer offerta pacifica, o Senhor mesmo de nós o requeira.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não fizemos por receio d'isto, dizendo: Amanhã vossos filhos virão a fallar a nossos filhos, dizendo: Que tendes vós com o Senhor Deus de Israel?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poz o Jordão por termo entre nós e vós, ó filhos de Ruben, e filhos de Gad; não tendes parte no Senhor: e assim bem poderiam vossos filhos fazer desistir a nossos filhos de temer ao Senhor.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dissemos: Façamos agora, e nos edifiquemos um altar: não para holocausto, nem para sacrificio,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que entre nós e vós, e entre as nossas gerações depois de nós, nos seja em testemunho, para podermos exercitar o serviço do Senhor diante d'elle com os nossos holocaustos, e com os nossos sacrificios, e com as nossas offertas pacificas: e para que vossos filhos não digam ámanhã a nossos filhos: Não tendes parte no Senhor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dissemos: Quando fôr que ámanhã assim nos digam a nós e ás nossas gerações, então diremos: Vêde o modelo do altar do Senhor que fizeram nossos paes, não para holocausto nem para sacrificio, porém para ser testemunho entre nós e vós.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tal nos aconteça, que nos rebellassemos contra o Senhor, ou que hoje nos tornassemos d'após do Senhor, edificando altar para holocausto, offerta de manjares ou sacrificio, fóra do altar do Senhor nosso Deus, que está perante o seu tabernaculo.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Phineas, o sacerdote, e os principes da congregação, e os Cabeças dos milhares de Israel, que com elle estavam, as palavras que disseram os filhos de Ruben, e os filhos de Gad, e os filhos de Manasseh, pareceu bem aos seus olhos.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Phineas, filho de Eleazar, o sacerdote, aos filhos de Ruben, e aos filhos de Gad, e aos filhos de Manasseh: Hoje sabemos que o Senhor está no meio de nós; porquanto não commettestes transgressão contra o Senhor: agora livrastes os filhos de Israel da mão do Senhor.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tornou-se Phineas, filho de Eleazar, o sacerdote, com os principes, de com os filhos de Ruben, e de com os filhos de Gad, da terra de Gilead á terra de Canaan, aos filhos de Israel: e trouxeram-lhes a resposta.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pareceu a resposta boa aos olhos dos filhos d'Israel, e os filhos d'Israel louvaram a Deus: e não fallaram mais de subir contra elles em exercito, para destruirem a terra em que habitavam os filhos de Ruben e os filhos de Gad.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Ruben e os filhos de Gad pozeram ao altar o nome Ed: para que seja testemunho entre nós que o Senhor é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