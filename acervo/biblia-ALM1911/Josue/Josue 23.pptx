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muitos dias depois que o Senhor déra repouso a Israel de todos os seus inimigos em redor, e Josué já fosse velho e entrado em dias,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Chamou Josué a todo o Israel, aos seus anciãos, e aos seus Cabeças, e aos seus juizes, e aos seus officiaes, e disse-lhes: Eu já sou velho e entrado em dias;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já tendes visto tudo quanto o Senhor vosso Deus fez a todas estas nações por causa de vós: porque o Senhor vosso Deus é o que pelejou por vós.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Vêdes aqui que vos fiz cair em sorte ás vossas tribus estas nações que ficam desde o Jordão, com todas as nações que tenho destruido, até ao grande mar para o pôr do sol.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vosso Deus as empuxará de diante de vós, e as expellirá de diante de vós: e vós possuireis a sua terra, como o Senhor vosso Deus vos tem dito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Esforçae-vos pois muito para guardardes e para fazerdes tudo quanto está escripto no livro da lei de Moysés: para que d'elle não vos aparteis, nem para a direita nem para a esquerda;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não entrardes a estas nações que ainda ficaram comvosco: e dos nomes de seus deuses não façaes menção, nem por elles façaes jurar, nem os sirvaes, nem a elles vos inclineis.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 Senhor vosso Deus vos achegareis, como fizestes até ao dia de hoje;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Senhor expelliu de diante de vós grandes e numerosas nações: e, quanto a vós, ninguem ficou em pé diante de vós até ao dia de hoje.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só homem d'entre vós perseguirá a mil: pois é o mesmo Senhor vosso Deus o que peleja por vós, como já vos tem dito.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guardae muito as vossas almas, para amardes ao Senhor vosso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d'alguma maneira vos apartardes, e vos achegardes ao resto d'estas nações que ainda ficou comvosco, e com ellas vos aparentardes, e vós a ellas entrardes, e ellas a vós,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Sabei certamente que o Senhor vosso Deus não continuará mais a expellir estas nações de diante de vós, mas vos serão por laço e rede, e açoite ás vossas ilhargas, e espinhos aos vossos olhos; até que pereçaes d'esta boa terra que vos deu o Senhor vosso Deus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aqui eu vou hoje pelo caminho de toda a terra: e vós bem sabeis, com todo o vosso coração, e com toda a vossa alma, que nem uma só palavra caiu de todas as boas palavras que fallou de vós o Senhor vosso Deus; todas vos sobrevieram, nem d'ellas caiu uma só palavra.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assim como sobre vós vieram todas estas boas coisas, que o Senhor vosso Deus vos disse, assim trará o Senhor sobre vós todas aquellas más coisas, até vos destruir de sobre a boa terra que vos deu o Senhor vosso Deus.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traspassardes o concerto do Senhor vosso Deus, que vos tem ordenado, e fõrdes e servirdes a outros deuses, e a elles vos inclinardes, então a ira do Senhor sobre vós se accenderá, e logo perecereis de sobre a boa terra que vos deu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