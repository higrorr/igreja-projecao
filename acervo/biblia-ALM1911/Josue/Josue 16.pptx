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depois a sorte dos filhos de José, desde o Jordão de Jericó ás aguas de Jericó, para o oriente, subindo ao deserto de Jericó pelas montanhas de Beth-el;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Beth-el sae a Luza, e passa ao termo dos archeos, até Ataroth;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desce da banda do occidente ao termo de Japhleti, até ao termo de Beth-horon de baixo, e até Gazer, sendo as suas saidas para o mar.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alcançaram a sua herança os filhos de José, Manasseh e Ephraim.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termo dos filhos de Ephraim, segundo as suas familias, a saber: o termo da sua herança para o oriente era Atharoth-addar até Beth-horon de cima: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sae este termo para o occidente junto a Mikametath, desde o norte, e torna este termo para o oriente a Thaanat-silo, e passa por ella desde o oriente a Janoha;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desce desde Janoha a Atharoth e a Naharath, e toca em Jericó, e vae sair ao Jordão.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Tappuah vae este termo para o occidente ao ribeiro de Cana, e as suas saidas no mar: esta é a herança da tribu dos filhos de Ephraim, segundo as suas familias.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cidades que se separaram para os filhos de Ephraim estavam no meio da herança dos filhos de Manasseh: todas aquellas cidades e as suas aldeias.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expelliram aos cananeos que habitavam em Gazer: e os cananeos habitaram no meio dos ephraimitas até ao dia de hoje; porém serviam-n'os, sendo-lhes tributarios.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