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enviou Josué, filho de Nun, dois homens desde Sittim a espiar secretamente, dizendo: Andae, considerae a terra, e a Jericó. Foram pois, e entraram na casa d'uma mulher prostituta, cujo nome era Rahab, e dormiram ali.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deu-se noticia ao rei de Jericó, dizendo: Eis-que esta noite vieram aqui uns homens dos filhos d'Israel, para espiar a terra.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enviou o rei de Jericó a Rahab, dizendo: Tira fóra os homens que vieram a ti, e entraram na tua casa, porque vieram espiar toda a terra.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aquella mulher tomou a ambos aquelles homens, e os escondeu, e disse: É verdade que vieram homens a mim, porém eu não sabia d'onde eram.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havendo-se de fechar a porta, sendo já escuro, aquelles homens sairam; não sei para onde aquelles homens se foram: ide após d'elles depressa, porque vós os alcançareis.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ella os tinha feito subir ao telhado, e os tinha escondido entre as canas do linho, que puzera em ordem sobre o telhado.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foram-se aquelles homens após d'elles pelo caminho do Jordão, até aos váos: e fechou-se a porta, havendo saido os que iam após d'elles.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antes que elles dormissem, ella subiu a elles sobre o telhado;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aos homens: Bem sei que o Senhor vos deu esta terra, e que o pavor de vós caiu sobre nós, e que todos os moradores da terra estão desmaiados diante de vós.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temos ouvido que o Senhor seccou as aguas do Mar Vermelho diante de vós, quando saíeis do Egypto, e o que fizestes aos dois reis dos amorrheos, a Sehon e a Og, que estavam d'além do Jordão, os quaes destruistes.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ouvindo, desmaiou o nosso coração, e em ninguem mais ha animo algum, por causa da vossa presença: porque o Senhor vosso Deus é Deus em cima nos céus e em baixo na terra.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jurae-me, vos peço, pelo Senhor, pois que vos fiz beneficencia, que vós tambem fareis beneficencia á casa de meu pae, e dae-me um certo signal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que dareis a vida a meu pae e a minha mãe, como tambem a meus irmãos e a minhas irmãs, com tudo o que teem, e de que livrareis as nossas vidas da morte.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aquelles homens responderam-lhe: A nossa vida responderá pela vossa até ao ponto de morrer, se não denunciardes este nosso negocio, e será pois que, dando-nos o Senhor esta terra, usaremos comtigo de beneficencia e de fidelidade.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Ella então os fez descer por uma corda pela janella, porquanto a sua casa estava sobre o muro da cidade, e ella morava sobre o muro.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Ide-vos ao monte, para que, porventura, vos não encontrem os perseguidores, e escondei-vos lá tres dias, até que voltem os perseguidores, e depois ide pelo vosso caminho.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disseram-lhe aquelles homens: Desobrigados seremos d'este teu juramento que nos fizeste jurar.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que, vindo nós á terra, atarás este cordão de fio d'escarlata á janella por onde nos fizeste descer; e recolherás em casa comtigo a teu pae, e a tua mãe, e a teus irmãos e a toda a familia de teu pae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Será pois que qualquer que sair fóra da porta da tua casa o seu sangue será sobre a sua cabeça, e nós seremos sem culpa; mas qualquer que estiver comtigo em casa o seu sangue seja sobre a nossa cabeça, se n'elle se puzer mão.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 tu denunciares este nosso negocio, seremos desobrigados do teu juramento, que nos fizeste jurar.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ella disse: Conforme ás vossas palavras, assim seja. Então os despediu; e elles se foram; e ella atou o cordão d'escarlata á janella.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Foram-se pois, e chegaram ao monte, e ficaram ali tres dias, até que voltaram os perseguidores, porque os perseguidores os buscaram por todo o caminho, porém não os acharam.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aquelles dois homens voltaram, e desceram do monte, e passaram, e vieram a Josué, filho de Nun, e contaram-lhe tudo quanto lhes acontecera;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 a Josué: Certamente o Senhor tem dado toda esta terra nas nossas mãos, pois até todos os moradores estão desmaiados diante de nós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