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Levantou-se pois Josué de madrugada, e partiram de Sittim, e vieram até ao Jordão, elle e todos os filhos d'Israel: e pousaram ali, antes que passassem.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succedeu, ao fim de tres dias, que os principes passaram pelo meio do arraial;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ordenaram ao povo, dizendo: Quando virdes a arca do concerto do Senhor vosso Deus, e que os sacerdotes levitas a levam, parti vós tambem do vosso logar, e segui-a.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Haja comtudo distancia entre vós e ella, como da medida de dois mil covados: e não vos chegueis a ella, para que saibaes o caminho pelo qual haveis d'ir; porquanto por este caminho nunca passastes antes.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Josué tambem ao povo: Sanctificae-vos, porque ámanhã fará o Senhor maravilhas no meio de vós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Josué aos sacerdotes, dizendo: Levantae a arca do concerto, e passae adiante d'este povo. Levantaram pois a arca do concerto, e foram andando adiante do povo.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disse a Josué: Este dia começarei a engrandecer-te perante os olhos de todo o Israel, para que saibam, que assim como fui com Moysés assim serei comtigo.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 ordenarás aos sacerdotes que levam a arca do concerto, dizendo: Quando vierdes até á borda das aguas do Jordão, parareis no Jordão.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Josué aos filhos d'Israel: Chegae-vos para cá, e ouvi as palavras do Senhor vosso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Josué: N'isto conhecereis que o Deus vivo está no meio de vós: e que de todo lançará de diante de vós aos cananeos, e aos hetheos, e aos heveos, e aos phereseos, e aos girgaseos, e aos amorrheos, e aos jebuseos.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arca do concerto do Senhor de toda a terra passa o Jordão diante de vós.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Tomae-vos pois agora doze homens das tribus d'Israel, de cada tribu um homem;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 de acontecer que, assim que as plantas dos pés dos sacerdotes que levam a arca do Senhor, o Senhor de toda a terra, repousem nas aguas do Jordão, se separarão as aguas do Jordão, e as aguas que de cima descem pararão n'um montão.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partindo o povo das suas tendas, para passar o Jordão, levavam os sacerdotes a arca do concerto diante do povo.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levavam a arca, quando chegaram até ao Jordão, e os pés dos sacerdotes que levavam a arca, se molharam na borda das aguas, (porque o Jordão trasbordava sobre todas as suas ribanceiras, todos os dias da sega),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Pararam-se as aguas, que vinham de cima; levantaram-se n'um montão, mui longe da cidade d'Adam, que está da banda de Santan; e as que desciam ao mar das campinas, que é o mar salgado, faltavam de todo e separaram-se: então passou o povo defronte de Jericó.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sacerdotes, que levavam a arca do concerto do Senhor, pararam firmes em secco no meio do Jordão: e todo o Israel passou em secco, até que todo o povo acabou de passar o Jordão.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