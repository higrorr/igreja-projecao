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palavra do Senhor segunda vez a Jonas,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Levanta-te, e vae á grande cidade de Ninive, e prega contra ella a prégação que eu te digo.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levantou-se Jonas, e foi a Ninive, segundo a palavra do Senhor: era pois Ninive uma grande cidade de Deus, de tres dias de caminho.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começava Jonas a entrar pela cidade caminho d'um dia, e prégava, e dizia: Ainda quarenta dias, e Ninive será subvertida.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homens de Ninive creram em Deus; e proclamaram um jejum, e vestiram-se de sacco, desde o maior até ao menor.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esta palavra chegou ao rei de Ninive, e levantou-se do seu throno, e tirou de si os seus vestidos, e cobriu-se de sacco, e assentou-se sobre a cinza.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apregoar, e fallou-se em Ninive, pelo mandado do rei e dos seus grandes, dizendo: Nem homens, nem animaes, nem bois, nem ovelhas provem coisa alguma, nem se lhes dê pasto, nem bebam agua.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homens e os animaes estarão cobertos de saccos, e clamarão fortemente a Deus, e se converterão, cada um do seu mau caminho, e da violencia que ha nas suas mãos.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sabe se se voltará Deus, e se arrependerá, e se apartará do furor da sua ira, de sorte que não pereçamos?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Deus viu as obras d'elles, como se converteram do seu mau caminho: e Deus se arrependeu do mal que tinha dito lhes faria, e não o fez.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