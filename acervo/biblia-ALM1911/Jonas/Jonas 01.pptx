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palavra do Senhor a Jonas, filho de Amittai,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Levanta-te, vae á grande cidade de Ninive, e apregoa contra ella, porque a sua malicia subiu até mim.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Jonas se levantou para fugir de diante da face do Senhor para Tarsis, e desceu a Joppe, e achou que um navio ia para Tarsis, e deu a sua passagem, e desceu para dentro d'elle, para ir com elles para Tarsis, de diante da face do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Senhor lançou ao mar um grande vento, e fez-se no mar uma grande tempestade, e o navio estava para quebrar-se.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temeram os marinheiros, e clamavam cada um ao seu deus, e lançavam no mar as fazendas, que estavam no navio, para o alliviarem do seu pezo; porém Jonas desceu aos lados do porão, e se deitou, e dormia um profundo somno.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mestre do navio chegou-se a elle, e disse-lhe: Que tens, adormentado? levanta-te, clama ao teu Deus; porventura Deus se lembrará de nós para que não pereçamos.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diziam cada um ao seu companheiro: Vinde, e lancemos sortes, para que saibamos por que causa nos tem vindo este mal. E lançaram sortes, e a sorte caiu sobre Jonas.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 disseram: Declara-nos tu agora, por cuja causa nos tem vindo este mal. Que occupação é a tua? e d'onde vens? qual é a tua terra? e de que povo és tu?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disse: Eu sou hebreo, e temo ao Senhor, o Deus do céu, que fez o mar e a terra secca.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estes homens tremeram com grande temor, e lhe disseram: Porque fizeste tu isto? Pois sabiam os homens que fugia de diante do Senhor, porque elle lh'o tinha declarado.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disseram-lhe: Que te faremos nós, para que o mar se nos aquiete? Porque o mar se elevava e engrossava cada vez mais.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disse: Levantae-me, e lançae-me no mar, e o mar se vos aquietará; porque eu sei que por minha causa é que vos sobreveiu esta grande tempestade.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homens remavam, para tornar a trazer o navio para terra, mas não podiam; porquanto o mar se ia embravecendo cada vez mais contra elles.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clamaram ao Senhor, e disseram: Ah Senhor! não pereçamos por causa da alma d'este homem, e não ponhas sobre nós o sangue innocente; porque tu, Senhor, fizeste como quizeste.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levantaram a Jonas, e o lançaram no mar, e cessou o mar da sua furia.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Temeram pois estes homens ao Senhor com grande temor; e sacrificaram sacrificios ao Senhor, e votaram votos.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Preparou pois o Senhor um grande peixe, que tragasse a Jonas; e esteve Jonas tres dias e tres noites nas entranhas do peixe.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