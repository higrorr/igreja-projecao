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desagradou-se Jonas extremamente d'isso, e ficou todo apaixonado.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orou ao Senhor, e disse: Ah! Senhor! não foi esta a minha palavra, estando eu ainda na minha terra? por isto é que me preveni, fugindo para Tarsis, pois sabia que és Deus piedoso, e misericordioso, longanimo e grande em benignidade, e que te arrependes do mal.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Peço-te, pois, ó Senhor, tira-me a minha alma, porque melhor me é morrer do que viver.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Senhor: É bem feito que assim te apaixones?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Jonas, pois, saiu da cidade, e assentou-se ao oriente da cidade: e ali fez uma cabana, e se assentou debaixo d'ella, á sombra, até ver que era o que acontecia á cidade.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preparou o Senhor Deus uma aboboreira, e a fez subir por cima de Jonas, para que fizesse sombra sobre a sua cabeça, a fim de o livrar do seu enfado: e Jonas se alegrou com grande alegria por causa da aboboreira.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Deus enviou um bicho, no dia seguinte ao subir da alva, e feriu a aboboreira, e se seccou.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apparecendo o sol, Deus ordenou um vento calmoso oriental, e o sol feriu a cabeça de Jonas; e elle desmaiou, e desejou com toda a sua alma morrer, dizendo: Melhor me é morrer do que viver.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Deus a Jonas: É bem feito que assim te apaixones por causa da aboboreira? E elle disse: É bem feito que me apaixone até á morte.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Senhor: Tiveste tu compaixão da aboboreira, na qual não trabalhaste, nem a fizeste crescer, que n'uma noite nasceu, e n'uma noite pereceu;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Jonas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hei de eu ter compaixão da grande cidade de Ninive em que estão mais de cento e vinte mil homens que não sabem discernir entre a sua mão direita e a sua mão esquerda, e muitos animaes?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