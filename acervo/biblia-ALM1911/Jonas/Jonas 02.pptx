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orou Jonas ao Senhor, seu Deus, das entranhas do peixe.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Da minha angustia clamei ao Senhor, e elle me respondeu; do ventre do inferno gritei, e tu ouviste a minha voz.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tu me lançaste no profundo, no coração dos mares, e a corrente me tem cercado; todas as tuas ondas e as tuas vagas teem passado por cima de mim.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dizia: Lançado estou de diante dos teus olhos; todavia tornarei a ver o templo da tua sanctidade.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aguas me cercaram até á alma, o abysmo me rodeou, e a alga se embrulhava á minha cabeça.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desci até aos fundamentos dos montes: os ferrolhos da terra me encerrariam para sempre; mas tu fizeste subir a minha vida da perdição, ó Senhor meu Deus.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Desfallecendo em mim a minha alma, me lembrei do Senhor; e entrou a ti a minha oração, no templo da tua sanctidade.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que observam as vaidades vãs deixam a sua propria misericordia.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eu te sacrificarei com a voz do agradecimento; o que votei pagarei: do Senhor vem a salvação.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pois o Senhor ao peixe: e vomitou a Jonas na terra.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