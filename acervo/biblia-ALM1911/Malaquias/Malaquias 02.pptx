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sacerdotes, este mandamento vos toca a vós.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não ouvirdes, e se não propozerdes no coração, dar honra ao meu nome, diz o Senhor dos Exercitos, enviarei a maldição contra vós, e amaldiçoarei as vossas bençãos; e tambem já tenho maldito a cada qual d'ellas, porque vós não pondes isso no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vos corromperei a semente, e espalharei esterco sobre os vossos rostos, o esterco das vossas festas; e com elles sereis tirados.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sabereis que eu vos enviei este mandamento, para que o meu concerto seja com Levi, diz o Senhor dos Exercitos.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concerto com elle foi a vida e a paz, e eu lh'as dei para temor, e me temeu, e assombrou-se por causa do meu nome.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lei da verdade esteve na sua bocca, e a iniquidade não se achou nos seus labios: andou comigo em paz e em rectidão, e converteu a muitos da iniquidade.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labios do sacerdote guardarão a sciencia, e da sua bocca buscarão a lei, porque elle é o anjo do Senhor dos Exercitos.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vos desviastes do caminho, a muitos fizestes tropeçar na lei: corrompestes o concerto de Levi, diz o Senhor dos Exercitos.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tambem eu vos fiz despreziveis, e indignos diante de todo o povo, visto que não guardaes os meus caminhos, mas acceitaes pessoas na lei.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temos nós todos um mesmo Pae? não nos creou um mesmo Deus? porque seremos desleaes cada um com seu irmão, profanando o concerto de nossos paes?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Judah foi desleal, e abominação se obrou em Israel e em Jerusalem; porque Judah profana a sanctidade do Senhor, a qual ama, e se casou com a filha de deus estranho.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destruirá das tendas de Jacob o homem que fizer isto, o que vela, e o que responde, e o que offerece presente ao Senhor dos Exercitos.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fazeis esta segunda coisa: cobris o altar do Senhor de lagrimas, de choros e de gemidos; de sorte que elle não olha mais para o presente, nem o acceitará com prazer da vossa mão.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dizeis: Porque? porque o Senhor foi testemunha entre ti e a mulher da tua mocidade, contra a qual tu foste desleal, sendo ella a tua companheira, e a mulher do teu concerto.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fez elle sómente um? sobejando-lhe espirito? e porque sómente este um? buscava uma semente de Deus: portanto guardae-vos em vosso espirito, e contra a mulher da vossa mocidade nenhum seja desleal.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Deus de Israel diz que aborrece o repudio, e aquelle que encobre a violencia com o seu vestido, diz o Senhor dos Exercitos: portanto guardae-vos em vosso espirito, e não sejaes desleaes.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Enfadaes ao Senhor com vossas palavras: e ainda dizeis: Em que o enfadamos? N'isto que dizeis: Qualquer que faz mal é bom aos olhos do Senhor, e n'estes taes é que elle se agrada, ou, onde está o Deus do juizo?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