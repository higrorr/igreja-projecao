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aquelle dia vem ardendo como o forno: todos os soberbos, e todos os que obram a impiedade, serão como a palha; e o dia que está para vir os abrazará, diz o Senhor dos Exercitos, de sorte que lhes não deixará nem raiz nem ramo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vós, que temeis o meu nome, nascerá o sol da justiça, e saude trará debaixo das suas azas; e saireis, e crescereis como os bezerros do cevadouro.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pizareis os impios, porque se farão cinza debaixo das plantas de vossos pés, no dia em que fizer isto, diz o Senhor dos Exercitos.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Lembrae-vos da lei de Moysés, meu servo, que lhe mandei em Horeb para todo o Israel, dos estatutos e juizos.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vos envio o propheta Elias, antes que venha o dia grande e terrivel do Senhor;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Malaquias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converterá o coração dos paes aos filhos, e o coração dos filhos a seus paes; para que eu não venha, e fira a terra com maldição.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