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Malaquias 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eu envio o meu anjo, que apparelhará o caminho diante de mim; e de repente virá ao seu templo o Senhor, a quem vós buscaes, e o anjo do concerto, a quem vós desejaes; eis aqui que vem, diz o Senhor dos Exercitos.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Malaquias 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quem supportará o dia da sua vinda? e quem subsistirá, quando elle apparecer? porque elle será como o fogo do ourives e como o sabão dos lavandeiros.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Malaquias 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assentar-se-ha, affinando e purificando a prata; e purgará os filhos de Levi, e os affinará como oiro e como prata: então ao Senhor trarão offerta em justiça.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Malaquias 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offerta de Judah e de Jerusalem será suave ao Senhor, como nos dias antigos, e como nos primeiros.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Malaquias 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chegar-me-hei a vós para juizo, e serei uma testemunha veloz contra os feiticeiros e contra os adulteros, e contra os que juram falsamente, e contra os que defraudam o jornaleiro em seu jornal, e a viuva, e o orphão, que pervertem o direito do estrangeiro, e não me temem, diz o Senhor dos Exercitos.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Malaquias 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eu, o Senhor, não mudo; por isso vós, ó filhos de Jacob, não sois consumidos.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Malaquias 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Desde os dias de vossos paes vos desviastes dos meus estatutos, e não os guardastes: tornae a mim, e eu tornarei a vós, diz o Senhor dos Exercitos; mas vós dizeis: Em que havemos de tornar?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Malaquias 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Roubará o homem a Deus? porque vós me roubaes, e dizeis: Em que te roubámos? nos dizimos e nas offertas alçadas.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Malaquias 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maldição sois malditos, porque me roubaes a mim, sim, toda a nação.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Malaquias 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Trazei todos os dizimos á casa do thesouro, para que haja mantimento na minha casa, e provae-me n'isto, diz o Senhor dos Exercitos, se eu então não vos abrirei as janellas do céu, e não vasarei sobre vós uma benção até que não caiba mais.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Malaquias 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 causa de vós reprehenderei o devorador, para que não vos corrompa o fructo da terra; e a vide no campo vos não será esteril, diz o Senhor dos Exercitos.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Malaquias 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todas as nações vos chamarão bemaventurados; porque vós sereis uma terra deleitosa, diz o Senhor dos Exercitos.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Malaquias 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vossas palavras prevaleceram contra mim, diz o Senhor; mas vós dizeis: Que temos fallado contra ti?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Malaquias 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Vós dizeis: Debalde é servir a Deus: que nos aproveita termos guardado os seus preceitos, e andarmos vestidos de preto diante do Senhor dos Exercitos?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Malaquias 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pois, nós reputamos por bemaventurados os soberbos: tambem os que obram impiedade se edificam; tambem tentam ao Senhor, e escapam.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Malaquias 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aquelles que temem ao Senhor fallam cada um com o seu companheiro; e o Senhor attenta e ouve; e ha um memorial escripto diante d'elle, para os que temem o Senhor, e para os que se lembram do seu nome.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Malaquias 3:17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elles serão meus, diz o Senhor dos Exercitos, n'aquelle dia que farei me serão propriedade; poupal-os-hei, como um homem poupa a seu filho, que o serve.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Malaquias 3:18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tornareis e vereis a differença entre o justo e o impio; entre o que serve a Deus, e o que não o serve.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