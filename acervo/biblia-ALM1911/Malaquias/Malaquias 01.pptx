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Carga da palavra do Senhor contra Israel, pelo ministerio de Malachias.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vos amei, diz o Senhor; mas vós dizeis: Em que nos amastes? Não foi Esaú irmão de Jacob? disse o Senhor; todavia amei a Jacob,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aborreci a Esaú: e fiz dos seus montes uma assolação, e dei a sua herança aos dragões do deserto.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que Edom dizia: Empobrecidos somos, porém tornaremos a edificar os logares desertos: elles edificarão, e eu destruirei: e lhes chamarão; Termo de impiedade, e povo contra quem o Senhor está irado para sempre.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vossos olhos o verão, e direis: O Senhor seja engrandecido desde o termo de Israel.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filho honrará a seu pae, e o servo ao seu senhor; e, se eu sou Pae, onde está a minha honra? e, se eu sou o Senhor, onde está o meu temor? diz o Senhor dos Exercitos a vós, ó sacerdotes, que desprezaes o meu nome; mas vós dizeis: Em que desprezámos nós o teu nome?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Offereceis sobre o meu altar pão immundo, e dizeis: Em que te havemos profanado? N'isto que dizeis: A mesa do Senhor é desprezivel.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quando trazeis animal cego para o sacrificardes, não é isto mau? e, quando offereceis o côxo ou o enfermo, não é isto mau? Ora apresenta-o ao teu principe; porventura terá elle agrado em ti? ou acceitará elle a tua pessoa? diz o Senhor dos Exercitos.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pois, supplicae a face de Deus, e elle terá piedade de nós: isto veiu da vossa mão, acceitará elle a vossa pessoa? diz o Senhor dos Exercitos.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ha tambem entre vós que feche as portas por nada? e não accendeis por nada o fogo do meu altar. Eu não tomo prazer em vós, diz o Senhor dos Exercitos, nem acceitarei da vossa mão a oblação.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desde o nascente do sol até ao poente será grande entre as nações o meu nome; e em todo o logar se offerecerá ao meu nome incenso e uma oblação pura; porque o meu nome será grande entre as nações, diz o Senhor dos Exercitos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vós o profanaes, quando dizeis: A mesa do Senhor é immunda, e, quanto ao seu rendimento, sua comida é desprezivel.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dizeis: Eis aqui, que canceira! e o lançastes com desprezo, diz o Senhor dos Exercitos: vós tambem offereceis o roubado, e o côxo e o enfermo, e offereceis a offerta: ser-me-ha acceito isto de vossa mão? diz o Senhor.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maldito seja o enganoso que, tendo no seu rebanho um animal, promette e offerece ao Senhor o que é corrompido, porque eu sou grande Rei, diz o Senhor dos Exercitos, o meu nome será tremendo entre as nações.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