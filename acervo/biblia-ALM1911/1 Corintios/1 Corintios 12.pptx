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Ácerca dos dons espirituaes, não quero, irmãos, que sejaes ignorantes.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bem sabeis que ereis gentios, levados aos idolos mudos, conforme ereis guiados.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vos faço notorio que ninguem que falla pelo Espirito de Deus diz: Jesus é anathema e ninguem pode dizer que Jesus é o Senhor, senão pelo Espirito Sancto.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ha diversidade de dons, porém o Espirito é o mesmo.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diversidade de ministerios, mas o Senhor é o mesmo.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diversidade de operações, porém é o mesmo Deus que obra tudo em todos.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manifestação do Espirito é dada a cada um, para o que fôr util.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um pelo Espirito é dada a palavra da sabedoria; e a outro, pelo mesmo Espirito, a palavra da sciencia;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outro, pelo mesmo Espirito, a fé; e a outro, pelo mesmo Espirito, os dons de curar;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outro a operação de maravilhas; e a outro a prophecia; e a outro o dom de discernir os espiritos; e a outro a variedade de linguas; e a outro a interpretação de linguas.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um só e o mesmo Espirito obra todas estas coisas, repartindo particularmente a cada um como quer.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como o corpo é um, e tem muitos membros, e todos os membros sendo muitos, são um só corpo, assim é Christo tambem.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nós fomos tambem baptizados em um Espirito para um corpo, quer judeos, quer gregos, quer servos, quer livres, e todos temos bebido de um Espirito.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o corpo não é um só membro, senão muitos.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pé disser: Porque não sou mão, não sou do corpo; não será por isso do corpo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 orelha disser: Porque não sou olho não sou do corpo; não será por isso do corpo?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todo o corpo fosse olho, onde estaria o ouvido? Se todo fosse ouvido, onde estaria o olfacto?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Deus collocou os membros no corpo, cada um d'elles como quiz.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todos fossem um só membro, onde estaria o corpo?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ha muitos membros, porém um só corpo.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olho não póde dizer á mão: Não tenho necessidade de ti: nem ainda a cabeça aos pés: Não tenho necessidade de vós.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os membros do corpo que parecem ser os mais fracos são necessarios;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reputamos serem menos honrosos no corpo, a esses honramos muito mais; e aos que em nós são menos honrosos damos muito mais honra.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que em nós são mais honestos não teem necessidade d'isso; mas Deus ordenou o corpo, dando muito mais honra ao que tinha falta d'ella;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haja divisão no corpo, mas que os membros tenham egual cuidado uns dos outros.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que, se um membro padece, todos os membros padecem com elle; e, se um membro é honrado, todos os membros se regozijam com elle.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vós sois o corpo de Christo, e membros em particular.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uns poz Deus na egreja, primeiramente apostolos, em segundo logar prophetas, em terceiro doutores, depois milagres, depois dons de curar, soccorros, governos, variedades de linguas.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são todos apostolos? são todos prophetas? são todos doutores? são todos operadores de milagres?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Teem todos o dom de curar? fallam todos diversas linguas? interpretam todos?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procurae com zelo os melhores dons; e eu vos mostrarei um caminho ainda mais excellente.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