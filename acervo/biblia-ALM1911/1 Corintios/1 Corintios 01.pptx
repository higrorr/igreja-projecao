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 (chamado apostolo de Jesus Christo, pela vontade de Deus), e o irmão Sosthenes,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egreja de Deus que está em Corintho, aos sanctificados em Christo Jesus, chamados sanctos, com todos os que em todo o logar invocam o nome de nosso Senhor Jesus Christo, Senhor d'elles e nosso: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e paz de Deus nosso Pae, e do Senhor Jesus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dou graças ao meu Deus por vós pela graça de Deus que vos foi dada em Jesus Christo.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todas as coisas sois enriquecidos n'elle, em toda a palavra e em todo o conhecimento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(Como o testemunho de Christo foi confirmado entre vós).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nenhum dom vos falte, esperando a manifestação de nosso Senhor Jesus Christo,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vos confirmará tambem até ao fim, para serdes irreprehensiveis no dia de nosso Senhor Jesus Christo.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 é Deus, pelo qual fostes chamados para a communhão de seu Filho Jesus Christo nosso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Rogo-vos, porém, irmãos, pelo nome de nosso Senhor Jesus Christo, que digaes todos uma mesma coisa, e que não haja entre vós dissensões; antes sejaes unidos em um mesmo sentido e em um mesmo parecer.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 vós, irmãos meus, me foi notificado pelos da familia de Chloe que ha contendas entre vós.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 isto, que cada um de vós diz: Eu sou de Paulo, e eu de Apollos, e eu de Cephas, e eu de Christo.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Christo dividido? foi Paulo crucificado por vós? ou fostes vós baptizados em nome de Paulo?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 graças a Deus, porque a nenhum de vós baptizei, senão a Crispo e a Gaio.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ninguem diga que eu tenho baptizado em meu nome.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baptizei tambem a familia de Estephanas; além d'estes, não sei se baptizei algum outro.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Christo enviou-me, não para baptizar, mas para evangelizar; não em sabedoria de palavras, para que a cruz de Christo se não faça vã.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palavra da cruz é loucura para os que perecem; mas para nós, que somos salvos, é o poder de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 escripto: Destruirei a sabedoria dos sabios, e aniquilarei a intelligencia dos intelligentes.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o sabio? Onde está o escriba? Onde está o inquiridor d'este seculo? Porventura não tornou Deus louca a sabedoria d'este mundo?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na sabedoria de Deus o mundo não conheceu a Deus pela sabedoria, aprouve a Deus salvar os crentes pela loucura da prégação.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judeos pedem signal, e os gregos buscam sabedoria;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nós prégamos a Christo crucificado, que é escandalo para os judeos, e loucura para os gregos.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para os que são chamados, tanto judeos como gregos, lhes prégamos a Christo, poder de Deus, e sabedoria de Deus.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loucura de Deus é mais sabia do que os homens; e a fraqueza de Deus é mais forte do que os homens.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vêde, irmãos a vossa vocação, que não muitos sabios segundo a carne, nem muitos poderosos, nem muitos nobres são chamados.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escolheu as coisas loucas d'este mundo para confundir as sabias; e Deus escolheu as coisas fracas d'este mundo para confundir as fortes;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escolheu as coisas vis d'este mundo, e as despreziveis, e as que não são, para aniquilar as que são;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nenhuma carne se glorie perante elle.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sois d'elle, em Jesus Christo, o qual nos foi feito por Deus sabedoria, e justiça, e sanctificação, e redempção;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como está escripto: Aquelle que se gloría glorie-se no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