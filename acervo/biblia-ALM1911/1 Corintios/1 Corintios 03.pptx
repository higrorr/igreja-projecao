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irmãos, não vos pude fallar como a espirituaes, mas como a carnaes, como a meninos em Christo.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leite vos criei, e não com manjar, porque ainda não podieis, nem tão pouco ainda agora podeis;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sois carnaes: pois, havendo entre vós inveja, contendas e dissensões, não sois porventura carnaes, e não andaes segundo os homens?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dizendo um: Eu sou de Paulo; e outro: Eu de Apollos: porventura não sois carnaes?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quem é Paulo, e quem é Apollos, senão ministros pelos quaes crêstes, e conforme o que o Senhor deu a cada um?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plantei; Apollos regou; mas Deus deu o crescimento.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nem o que planta é alguma coisa, nem o que rega, mas Deus, que dá o crescimento.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planta e o que rega são um; mas cada um receberá o seu galardão segundo o seu trabalho.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 somos cooperadores de Deus: vós sois lavoura de Deus e edificio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a graça de Deus que me foi dada, puz eu, como sabio architecto, o fundamento, e outro edifica sobre elle; mas veja cada um como edifica sobre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ninguem pode pôr outro fundamento, além do que já está posto, o qual é Jesus Christo.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sobre este fundamento edificar oiro, prata, pedras preciosas, madeira, feno, palha,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obra de cada um se manifestará; porque o dia a declarará, porquanto pelo fogo será descoberta; e o fogo provará qual seja a obra de cada 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obra d'alguem, que edificou sobre elle, permanecer, esse receberá galardão.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obra d'alguem se queimar, soffrerá detrimento; porém o tal será salvo, todavia como pelo fogo.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sabeis vós que sois o templo de Deus, e que o Espirito de Deus habita em vós?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destruir o templo de Deus, Deus o destruirá; porque o templo de Deus, que sois vós, é sancto.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se engane a si mesmo: se alguem d'entre vós se tem por sabio n'este mundo, faça-se louco para ser sabio.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sabedoria d'este mundo é loucura diante de Deus; porque está escripto: Elle apanha os sabios na sua propria astucia.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vez: O Senhor conhece os pensamentos dos sabios, que são vãos.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ninguem se glorie nos homens; porque tudo é vosso;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Paulo, seja Apollos, seja Cephas, seja o mundo, seja a vida, seja a morte, seja o presente, seja o futuro, tudo é vosso,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de Christo, e Christo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