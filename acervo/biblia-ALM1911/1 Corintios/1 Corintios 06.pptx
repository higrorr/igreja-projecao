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6:1</a:t>
            </a:r>
          </a:p>
          <a:p>
            <a:pPr algn="ctr"/>
            <a:r>
              <a:rPr sz="4400">
                <a:solidFill>
                  <a:srgbClr val="FFFFFF"/>
                </a:solidFill>
                <a:latin typeface="Arial"/>
              </a:rPr>
              <a:t>Ousa algum de vós, tendo algum negocio contra outro, ir a juizo perante os injustos, e não perante os sanctos?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6:2</a:t>
            </a:r>
          </a:p>
          <a:p>
            <a:pPr algn="ctr"/>
            <a:r>
              <a:rPr sz="4400">
                <a:solidFill>
                  <a:srgbClr val="FFFFFF"/>
                </a:solidFill>
                <a:latin typeface="Arial"/>
              </a:rPr>
              <a:t>Não sabeis vós que os sanctos hão de julgar o mundo? Ora, se o mundo deve ser julgado por vós, sois porventura indignos de julgar as coisas minimas?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6:3</a:t>
            </a:r>
          </a:p>
          <a:p>
            <a:pPr algn="ctr"/>
            <a:r>
              <a:rPr sz="4400">
                <a:solidFill>
                  <a:srgbClr val="FFFFFF"/>
                </a:solidFill>
                <a:latin typeface="Arial"/>
              </a:rPr>
              <a:t>Não sabeis vós que havemos de julgar os anjos? Quanto mais as coisas pertencentes a esta vida?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6:4</a:t>
            </a:r>
          </a:p>
          <a:p>
            <a:pPr algn="ctr"/>
            <a:r>
              <a:rPr sz="4400">
                <a:solidFill>
                  <a:srgbClr val="FFFFFF"/>
                </a:solidFill>
                <a:latin typeface="Arial"/>
              </a:rPr>
              <a:t>Assim que, se tiverdes negocios em juizo, pertencentes a esta vida, ponde na cadeira aos que são de menos estima na egreja.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6:5</a:t>
            </a:r>
          </a:p>
          <a:p>
            <a:pPr algn="ctr"/>
            <a:r>
              <a:rPr sz="4400">
                <a:solidFill>
                  <a:srgbClr val="FFFFFF"/>
                </a:solidFill>
                <a:latin typeface="Arial"/>
              </a:rPr>
              <a:t>Para vos envergonhar o digo: Não ha pois entre vós sabios, nem ainda um, que possa julgar entre seus irmãos?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6:6</a:t>
            </a:r>
          </a:p>
          <a:p>
            <a:pPr algn="ctr"/>
            <a:r>
              <a:rPr sz="4400">
                <a:solidFill>
                  <a:srgbClr val="FFFFFF"/>
                </a:solidFill>
                <a:latin typeface="Arial"/>
              </a:rPr>
              <a:t>Mas o irmão vae a juizo com o irmão, e isto perante infieis.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6:7</a:t>
            </a:r>
          </a:p>
          <a:p>
            <a:pPr algn="ctr"/>
            <a:r>
              <a:rPr sz="4400">
                <a:solidFill>
                  <a:srgbClr val="FFFFFF"/>
                </a:solidFill>
                <a:latin typeface="Arial"/>
              </a:rPr>
              <a:t>Assim que é já realmente uma falta entre vós, terdes demandas uns contra os outros. Porque não soffreis antes a injustiça? Porque não soffreis antes o damno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6:8</a:t>
            </a:r>
          </a:p>
          <a:p>
            <a:pPr algn="ctr"/>
            <a:r>
              <a:rPr sz="4400">
                <a:solidFill>
                  <a:srgbClr val="FFFFFF"/>
                </a:solidFill>
                <a:latin typeface="Arial"/>
              </a:rPr>
              <a:t>Mas vós mesmos fazeis a injustiça e fazeis o damno; e isto aos irmãos.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6:9</a:t>
            </a:r>
          </a:p>
          <a:p>
            <a:pPr algn="ctr"/>
            <a:r>
              <a:rPr sz="4400">
                <a:solidFill>
                  <a:srgbClr val="FFFFFF"/>
                </a:solidFill>
                <a:latin typeface="Arial"/>
              </a:rPr>
              <a:t>Não sabeis que os injustos não hão de herdar o reino de Deus?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6:10</a:t>
            </a:r>
          </a:p>
          <a:p>
            <a:pPr algn="ctr"/>
            <a:r>
              <a:rPr sz="4400">
                <a:solidFill>
                  <a:srgbClr val="FFFFFF"/>
                </a:solidFill>
                <a:latin typeface="Arial"/>
              </a:rPr>
              <a:t>Não erreis: nem os fornicadores, nem os idolatras, nem os adulteros, nem os effeminados, nem os sodomitas, nem os ladrões, nem os avarentos, nem os bebedos, nem os maldizentes, nem os roubadores herdarão o reino de Deus.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6:11</a:t>
            </a:r>
          </a:p>
          <a:p>
            <a:pPr algn="ctr"/>
            <a:r>
              <a:rPr sz="4400">
                <a:solidFill>
                  <a:srgbClr val="FFFFFF"/>
                </a:solidFill>
                <a:latin typeface="Arial"/>
              </a:rPr>
              <a:t>E é o que alguns teem sido, mas haveis sido lavados, mas haveis sido sanctificados, mas haveis sido justificados em nome do Senhor Jesus, e pelo Espirito do nosso Deus.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6:12</a:t>
            </a:r>
          </a:p>
          <a:p>
            <a:pPr algn="ctr"/>
            <a:r>
              <a:rPr sz="4400">
                <a:solidFill>
                  <a:srgbClr val="FFFFFF"/>
                </a:solidFill>
                <a:latin typeface="Arial"/>
              </a:rPr>
              <a:t>Todas as coisas me são licitas, mas nem todas as coisas conveem: todas as coisas me são licitas; porém eu não me deixarei dominar por nenhuma.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6:13</a:t>
            </a:r>
          </a:p>
          <a:p>
            <a:pPr algn="ctr"/>
            <a:r>
              <a:rPr sz="4400">
                <a:solidFill>
                  <a:srgbClr val="FFFFFF"/>
                </a:solidFill>
                <a:latin typeface="Arial"/>
              </a:rPr>
              <a:t>Os manjares são para o ventre e o ventre para os manjares; porém Deus aniquilará, tanto um como os outros. Porém o corpo não é para a fornicação, mas para o Senhor, e o Senhor para o corpo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6:14</a:t>
            </a:r>
          </a:p>
          <a:p>
            <a:pPr algn="ctr"/>
            <a:r>
              <a:rPr sz="4400">
                <a:solidFill>
                  <a:srgbClr val="FFFFFF"/>
                </a:solidFill>
                <a:latin typeface="Arial"/>
              </a:rPr>
              <a:t>Ora Deus, que tambem resuscitou o Senhor, nos resuscitará a nós pelo seu poder.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6:15</a:t>
            </a:r>
          </a:p>
          <a:p>
            <a:pPr algn="ctr"/>
            <a:r>
              <a:rPr sz="4400">
                <a:solidFill>
                  <a:srgbClr val="FFFFFF"/>
                </a:solidFill>
                <a:latin typeface="Arial"/>
              </a:rPr>
              <a:t>Não sabeis vós que os vossos corpos são membros de Christo? Tomarei pois os membros de Christo, e fal-os-hei membros de uma meretriz? Não, por certo.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6:16</a:t>
            </a:r>
          </a:p>
          <a:p>
            <a:pPr algn="ctr"/>
            <a:r>
              <a:rPr sz="4400">
                <a:solidFill>
                  <a:srgbClr val="FFFFFF"/>
                </a:solidFill>
                <a:latin typeface="Arial"/>
              </a:rPr>
              <a:t>Ou não sabeis que o que se ajunta com a meretriz, faz-se um corpo? Porque serão, disse, dois n'uma só carne.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6:17</a:t>
            </a:r>
          </a:p>
          <a:p>
            <a:pPr algn="ctr"/>
            <a:r>
              <a:rPr sz="4400">
                <a:solidFill>
                  <a:srgbClr val="FFFFFF"/>
                </a:solidFill>
                <a:latin typeface="Arial"/>
              </a:rPr>
              <a:t>Mas o que se ajunta com o Senhor é um mesmo espirito.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6:18</a:t>
            </a:r>
          </a:p>
          <a:p>
            <a:pPr algn="ctr"/>
            <a:r>
              <a:rPr sz="4400">
                <a:solidFill>
                  <a:srgbClr val="FFFFFF"/>
                </a:solidFill>
                <a:latin typeface="Arial"/>
              </a:rPr>
              <a:t>Fugi da fornicação. Todo o peccado que o homem commette é fóra do corpo; mas o que fornica pecca contra o seu proprio corpo.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6:19</a:t>
            </a:r>
          </a:p>
          <a:p>
            <a:pPr algn="ctr"/>
            <a:r>
              <a:rPr sz="4400">
                <a:solidFill>
                  <a:srgbClr val="FFFFFF"/>
                </a:solidFill>
                <a:latin typeface="Arial"/>
              </a:rPr>
              <a:t>Ou não sabeis que o nosso corpo é o templo do Espirito Sancto, que habita em vós, o qual tendes de Deus, e que não sois de vós mesmos?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6:20</a:t>
            </a:r>
          </a:p>
          <a:p>
            <a:pPr algn="ctr"/>
            <a:r>
              <a:rPr sz="4400">
                <a:solidFill>
                  <a:srgbClr val="FFFFFF"/>
                </a:solidFill>
                <a:latin typeface="Arial"/>
              </a:rPr>
              <a:t>Porque fostes comprados por preço; glorificae pois a Deus no vosso corpo, e no vosso espirito, os quaes pertencem a Deus.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