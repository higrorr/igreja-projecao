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no tocante ás coisas sacrificadas aos idolos, sabemos que todos temos sciencia. A sciencia incha, mas o amor edifica.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cuida saber alguma coisa, ainda não sabe como convem saber.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alguem ama a Deus, esse é conhecido d'elle.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quanto ao comer das coisas sacrificadas aos idolos, sabemos que o idolo nada é no mundo, e que não ha algum outro Deus, senão um só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ainda que haja tambem alguns que se chamem deuses, quer no céu quer na terra (como ha muitos deuses e muitos senhores),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para nós ha um só Deus, o Pae, do qual são todas as coisas, e nós para elle; e um só Senhor, Jesus Christo, pelo qual são todas as coisas, e nós por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nem em todos ha sciencia; porque alguns até agora comem com consciencia do idolo coisas sacrificadas aos idolos; e a sua consciencia, sendo fraca, fica contaminada.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manjar não nos faz agradaveis a Deus, porque, se comemos, nada temos de mais, e, se não comemos, nada nos falta.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vêde que esse vosso poder não seja d'alguma maneira escandalo para os fracos.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alguem te vir a ti, que tens sciencia, assentado á mesa no templo dos idolos, não será a consciencia do que é fraco induzida a comer das coisas sacrificadas aos idolos?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tua sciencia perecerá o irmão fraco, pelo qual Christo morreu?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peccando assim contra os irmãos, e ferindo a sua fraca consciencia, peccaes contra Christo.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se o manjar escandalizar a meu irmão, nunca mais comerei carne, para que meu irmão se não escandalize.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