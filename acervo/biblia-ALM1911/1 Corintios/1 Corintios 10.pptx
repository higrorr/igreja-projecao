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irmãos, não quero que ignoreis que nossos paes estiveram todos debaixo da nuvem, e todos passaram pelo mar.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foram baptizados por Moysés na nuvem e no mar,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comeram d'um mesmo manjar espiritual,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beberam d'uma mesma bebida espiritual, porque bebiam da pedra espiritual que os seguia; e a pedra era Christo.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Deus não se agradou da maior parte d'elles, pelo que foram prostrados no deserto.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coisas foram-nos feitas em figuras, para que não cubicemos as coisas más, como elles cubiçaram.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façaes pois idolatras, como alguns d'elles, conforme está escripto: O povo assentou-se a comer e a beber, e levantou-se para folgar.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forniquemos, como alguns d'elles fornicaram; e cairam mortos n'um dia vinte e tres mil.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tentemos a Christo, como alguns d'elles tambem tentaram, e pereceram pelas serpentes.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murmureis, como tambem alguns d'elles murmuraram, e pereceram pelo destruidor.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todas estas coisas lhes sobrevieram em figuras, e estão escriptas para aviso nosso, para quem já são chegados os fins dos seculos.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pois que cuida estar em pé, olhe não caia.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tomou tentação, senão humana; porém fiel é Deus, que vos não deixará tentar acima do que podeis, antes com a tentação dará tambem saida, para que a possaes supportar.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meus amados, fugi da idolatria.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 como a entendidos, julgae vós mesmos o que digo.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o calix de benção, que benzemos, não é a communhão do sangue de Christo? O pão que partimos não é porventura a communhão do corpo de Christo?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nós, sendo muitos, somos um só pão e um só corpo: porque todos participamos do mesmo pão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a Israel segundo a carne: os que comem os sacrificios não são porventura participantes do altar?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digo? Que o idolo é alguma coisa? Ou que o sacrificado ao idolo é alguma coisa?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digo que as coisas que os gentios sacrificam, as sacrificam aos demonios, e não a Deus. E não quero que sejaes participantes com os demonios.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podeis beber o calix do Senhor e o calix dos demonios: não podeis ser participantes da mesa do Senhor e da mesa dos demonios.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irritaremos ao Senhor? Somos nós mais fortes do que elle?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coisas me são licitas, mas nem todas as coisas conveem: todas as coisas me são licitas, mas nem todas as coisas edificam.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busque o proveito proprio, antes cada um o que é d'outrem.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Comei de tudo quanto se vende no açougue, sem perguntar nada, por causa da consciencia.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terra é do Senhor, e toda a sua plenitude.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algum dos infieis vos convidar, e quizerdes ir, comei de tudo o que se puzer diante de vós, sem perguntar nada por causa da consciencia.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alguem vos disser: Isto foi sacrificado aos idolos, não comaes, por causa d'aquelle que vos advertiu e por causa da consciencia; porque a terra é do Senhor, e toda a sua plenitude.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Digo, porém, a consciencia, não a tua, mas a do outro. Pois porque ha de a minha liberdade ser julgada pela consciencia d'outrem?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eu com graça participo, porque sou blasphemado n'aquillo por que dou graças?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quer comaes quer bebaes, ou façaes outra qualquer coisa, fazei tudo para gloria de Deus.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Portae-vos de modo que não deis escandalo nem aos judeos, nem aos gregos, nem á egreja de Deus.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Coríntios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eu em tudo agrado a todos, não buscando o meu proprio proveito, mas o de muitos, para que assim se possam salvar.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