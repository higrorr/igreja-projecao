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vos notifico, irmãos, o evangelho que já vos tenho annunciado; o qual tambem recebestes, e no qual tambem permaneceis.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qual tambem sois salvos se o retiverdes tal como vol-o tenho annunciado; se não é que crêstes em vão.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primeiramente vos entreguei o que tambem recebi: que Christo morreu por nossos peccados, segundo as Escripturas,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foi sepultado, e que resuscitou ao terceiro dia, segundo as Escripturas,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foi visto por Cephas, e depois pelos doze.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foi visto, uma vez, por mais de quinhentos irmãos, dos quaes vive ainda a maior parte, e alguns dormem já tambem.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foi visto por Thiago, depois por todos os apostolos.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derradeiro de todos foi visto tambem por mim, como por um abortivo.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sou o menor dos apostolos, que não sou digno de ser chamado apostolo, porque persegui a egreja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pela graça de Deus sou o que sou; e a sua graça para comigo não foi vã, antes trabalhei muito mais do que todos elles; todavia não eu, mas a graça de Deus, que está comigo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seja eu ou sejam elles, assim prégamos e assim haveis crido.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se se préga que Christo resuscitou dos mortos, como dizem alguns d'entre vós que não ha resurreição de mortos?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não ha resurreição de mortos, tambem Christo não resuscitou.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Christo não resuscitou, logo é vã a nossa prégação, e tambem é vã a vossa fé.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somos tambem achados falsas testemunhas de Deus, pois testificamos de Deus, que resuscitou a Christo, ao qual, porém, não resuscitou, se, na verdade, os mortos não resuscitam.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os mortos não resuscitam, tambem Christo não resuscitou.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Christo não resuscitou, é vã a vossa fé, e ainda permaneceis nos vossos peccados.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os que dormiram em Christo estão perdidos.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esperamos em Christo só n'esta vida, somos os mais miseraveis de todos os homens.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Christo resuscitou dos mortos, e foi feito as primicias dos que dormem.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assim como a morte veiu por um homem, tambem a resurreição dos mortos veiu por um homem.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assim como todos morrem em Adão, assim tambem todos serão vivificados em Christo.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cada um por sua ordem: Christo as primicias, depois os que são de Christo, na sua vinda.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virá o fim, quando tiver entregado o reino a Deus, ao Pae, e quando houver aniquilado todo o imperio, e toda a potestade e força.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convem que reine até que haja posto a todos os inimigos debaixo de seus pés.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ultimo inimigo que será aniquilado é a morte.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todas as coisas sujeitou debaixo de seus pés. Porém, quando diz que todas as coisas lhe estão sujeitas, claro está que exceptua aquelle que lhe sujeitou todas as coisas.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todas as coisas lhe estiverem sujeitas, então tambem o mesmo Filho se sujeitará áquelle que todas as coisas lhe sujeitou, para que Deus seja tudo em todos.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D'outra maneira, que farão os que se baptizam pelos mortos, se absolutamente os mortos não resuscitam? Pois porque se baptizam pelos mortos?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estamos nós tambem a toda a hora em perigo?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dia morro pela vossa gloria, a qual tenho em Christo Jesus nosso Senhor.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como homem, combati em Epheso contra as bestas, que me aproveita, se os mortos não resuscitam? Comamos e bebamos, que ámanhã morreremos.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enganeis: as más conversações corrompem os bons costumes.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Vigiae justamente e não pequeis; porque alguns ainda não teem o conhecimento de Deus: digo-o para vergonha vossa.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alguem dirá: Como resuscitarão os mortos? E com que corpo virão?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Insensato! o que tu semeias não vivificará, se primeiro não morrer.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semeias, não semeias o corpo que ha de nascer, mas o simples grão, como de trigo, ou d'outra qualquer semente.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dá-lhe o corpo como quer, e a cada semente o seu proprio corpo.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toda a carne é uma mesma carne, mas uma é a carne dos homens, e outra a carne dos animaes, e outra a dos peixes e outra a das aves.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corpos celestes e corpos terrestres, mas uma é a gloria dos celestes e outra a dos terrestres.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é a gloria do sol, e outra a gloria da lua, e outra a gloria das estrellas; porque uma estrella differe em gloria d'outra estrella.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a resurreição dos mortos. Semeia-se o corpo em corrupção; resuscitará em incorrupção.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Semeia-se em ignominia, resuscitará em gloria. Semeia-se em fraqueza, resuscitará com vigor.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Semeia-se corpo animal, resuscitará corpo espiritual. Ha corpo animal, e ha corpo espiritual.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está tambem escripto: O primeiro homem, Adão, foi feito em alma vivente: o ultimo Adão em espirito vivificante.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é primeiro o espiritual, senão o animal; depois o espiritual.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primeiro homem, da terra, é terreno; o segundo homem, o Senhor, é do céu.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terreno, taes são tambem os terrenos; e, qual o celestial, taes tambem os celestiaes.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assim como trouxemos a imagem do terreno, assim traremos tambem a imagem do celestial.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digo isto, irmãos: que a carne e o sangue não podem herdar o reino de Deus, nem a corrupção herda a incorrupção.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vos digo um mysterio: Na verdade, nem todos dormiremos, mas todos seremos transformados,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N'um momento, n'um abrir e fechar d'olhos, ao som da ultima trombeta; porque a trombeta soará, e os mortos resuscitarão incorruptiveis, e nós seremos transformados.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convem que este corpo corruptivel se revista da incorruptibilidade, e que este corpo mortal se revista da immortalidade.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este corpo corruptivel se revestir da incorruptibilidade, e este corpo mortal se revestir da immortalidade, então cumprir-se-ha a palavra que está escripta: Tragada foi a morte na victoria.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está, ó morte, o teu aguilhão? Onde está, ó inferno, a tua victoria?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aguilhão da morte é o peccado, e a força do peccado é a lei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graças a Deus que nos dá a victoria por nosso Senhor Jesus Christo.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15:58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meus amados irmãos, sêde firmes e constantes, sempre abundantes na obra do Senhor, sabendo que o vosso trabalho não é vão no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