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eu fallasse as linguas dos homens e dos anjos, e não tivesse caridade, seria como o metal que soa ou como o sino que tine.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que tivesse o dom da prophecia, e conhecesse todos os mysterios e toda a sciencia, e ainda que tivesse toda a fé, de maneira tal que transportasse os montes, e não tivesse caridade, nada seria.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ainda que distribuisse toda a minha fortuna para sustento dos pobres, e ainda que entregasse o meu corpo para ser queimado, e não tivesse caridade, nada me aproveitaria.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caridade é soffredora, é benigna: a caridade não é invejosa: a caridade não trata com leviandade, não se ensoberbece,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trata com indecencia, não busca os seus interesses, não se irrita, não suspeita 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folga com a injustiça, porém folga com a verdade;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soffre, tudo crê, tudo espera, tudo supporta.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caridade nunca acaba: porém, ainda que haja prophecias, serão aniquiladas: ainda que haja linguas, cessarão; ainda que haja sciencia, será aniquilada;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em parte, conhecemos, e em parte prophetizamos;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vier o que é perfeito, então o que o é em parte será aniquilado.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era menino, fallava como menino, sentia como menino, discorria como menino, mas, logo que cheguei a ser homem, acabei com as coisas de meninos.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agora vemos por espelho em enigma, mas então veremos face a face: agora conheço em parte, mas então conhecerei como tambem sou conhecido.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permanecem estas tres: a fé, a esperança e a caridade; porém a maior d'estas é a caridade.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