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Coríntios 7:1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Ora, quanto ás coisas, que me escrevestes, bom seria que o homem não tocasse mulher;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Coríntios 7:2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Mas, por causa da fornicação, cada um tenha a sua propria mulher, e cada uma tenha o seu proprio marido.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Coríntios 7:3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marido pague á mulher a devida benevolencia, e da mesma sorte a mulher ao marido.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Coríntios 7:4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mulher não tem poder sobre o seu proprio corpo, mas tem-o o marido; e tambem da mesma maneira o marido não tem poder sobre o seu proprio corpo, mas tem-o a mulher.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Coríntios 7:5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vos defraudeis um ao outro, senão por consentimento de ambos por algum tempo, para vos applicardes á oração: e depois ajuntae-vos outra vez, para que Satanás vos não tente pela vossa incontinencia.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Coríntios 7:6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Digo, porém, isto por permissão e não por mandamento.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Coríntios 7:7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quizera que todos os homens fossem como eu mesmo: mas cada um tem de Deus o seu proprio dom, um d'uma maneira e outro d'outra.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Coríntios 7:8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Digo, porém, aos solteiros e ás viuvas, que lhes é bom se ficarem como eu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Coríntios 7:9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Mas, se não podem conter-se, casem-se. Porque é melhor casar-se do que abrazar-se.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Coríntios 7:10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aos casados, mando, não eu mas o Senhor, que a mulher se não aparte do marido.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Coríntios 7:11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Se, porém, se apartar, que fique sem casar, ou que se reconcilie com o marido; e que o marido não deixe a mulher.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Coríntios 7:12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aos outros digo eu, não o Senhor: Se algum irmão tem mulher descrente, e ella consente em habitar com elle, não a deixe.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Coríntios 7:13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se alguma mulher tem marido descrente, e elle consente em habitar com ella, não o deixe.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Coríntios 7:14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o marido descrente é sanctificado pela mulher: e a mulher descrente é sanctificada pelo marido; d'outra sorte os vossos filhos seriam immundos; porém agora são sanctos.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Coríntios 7:15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Mas, se o descrente se apartar, aparte-se; porque n'este caso o irmão, ou irmã, não está sujeito á servidão; mas Deus chamou-nos para a paz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Coríntios 7:16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Porque, d'onde sabes tu ó mulher, se salvarás o marido? ou, d'onde sabes tu, ó marido, se salvarás a mulher?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Coríntios 7:17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cada um ande assim como Deus lhe repartiu, cada um como o Senhor o chamou. E assim ordeno em todas as egrejas.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Coríntios 7:18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É alguem chamado estando já circumcidado? fique circumcidado. É alguem chamado estando incircumcidado? não se circumcide.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Coríntios 7:19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circumcisão é nada e a incircumcisão nada é, mas sim a observancia dos mandamentos de Deus.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Coríntios 7:20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Cada um fique na vocação em que foi chamado.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Coríntios 7:21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Foste chamado sendo servo? não te dê cuidado; e, se ainda podes ser livre, antes aproveita-te.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Coríntios 7:22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o que é chamado pelo Senhor, sendo servo, é liberto do Senhor; e da mesma maneira tambem o que é chamado sendo livre, servo é de Christo.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Coríntios 7:23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Fostes comprados por preço; não vos façaes servos dos homens.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Coríntios 7:24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Irmãos, cada um fique diante de Deus no estado em que foi chamado.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Coríntios 7:25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Ora, quanto ás virgens, não tenho mandamento do Senhor; dou, porém, o meu parecer, como quem tem alcançado misericordia do Senhor para ser fiel.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Coríntios 7:26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Tenho pois isto por bom, por causa da instante necessidade, que é bom para o homem o estar assim.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Coríntios 7:27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Estás ligado á mulher? não busques separar-te. Estás livre de mulher? não busques mulher.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Coríntios 7:28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Mas, se tambem casares, não peccas; e, se a virgem se casar, não pecca. Todavia os taes terão tribulações na carne; porém eu vos poupo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Coríntios 7:29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Isto, porém, vos digo, irmãos, que o tempo se abrevia; o que resta é que tambem os que teem mulheres sejam como se as não tivessem;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Coríntios 7:30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os que choram, como se não chorassem; e os que folgam, como se não folgassem; e os que compram, como se não possuissem;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Coríntios 7:31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os que usam d'este mundo, como se d'elle não abusassem, porque a apparencia d'este mundo passa.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Coríntios 7:32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bem quizera eu que estivesseis sem cuidado. O solteiro cuida nas coisas do Senhor, em como ha de agradar ao Senhor: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Coríntios 7:33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o que é casado cuida nas coisas do mundo, em como ha de agradar á mulher.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Coríntios 7:34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Ha differença entre a mulher casada e a virgem: a solteira cuida nas coisas do Senhor para ser sancta, assim do corpo como do espirito; porém a casada cuida nas coisas do mundo, em como ha de agradar ao marido.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Coríntios 7:35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digo isto para proveito vosso, não para vos enlaçar, mas para vos guiar ao que é decente e conveniente, para vos unirdes ao Senhor sem distracção alguma.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Coríntios 7:36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Mas, se alguem julga que trata sem decoro a sua filha virgem, se tiver passado a flor da idade, e assim convier que se case, faça o tal o que quizer; não pecca; casem-se.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Coríntios 7:37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o que está firme em seu coração, não tendo necessidade, mas tem poder sobre a sua propria vontade, e isto resolveu no seu coração, guardar a sua virgem, faz bem.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Coríntios 7:38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 sorte que, o que a dá em casamento, faz bem; mas o que a não dá em casamento faz melhor.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Coríntios 7:39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mulher casada está ligada pela lei todo o tempo que o seu marido vive; mas, se fallecer o seu marido, fica livre para casar com quem quizer, comtanto que seja no Senhor.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Coríntios 7:40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será mais bemaventurada se ficar assim, segundo o meu parecer, e tambem eu cuido que tenho o Espirito de Deus.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