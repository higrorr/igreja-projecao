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 meus imitadores, como tambem eu de Christo.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louvo-vos irmãos, porque em tudo vos lembraes de mim, e retendes os preceitos como vol-os entreguei.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quero que saibaes que Christo é a cabeça de todo o varão, e o varão a cabeça da mulher; e Deus a cabeça de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homem que ora ou prophetiza, tendo a cabeça coberta, deshonra a sua propria cabeça.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toda a mulher que ora, ou prophetiza com a cabeça descoberta, deshonra a sua propria cabeça, porque é o mesmo que se estivesse rapada.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a mulher não se cobre, tosquie-se tambem. Mas, se para a mulher é coisa indecente tosquiar-se ou rapar-se, cubra-se.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varão pois não deve cobrir a cabeça, porque é a imagem e gloria de Deus, mas a mulher é a gloria do varão.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varão não provém da mulher, mas a mulher do varão.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o varão não foi criado por causa da mulher, mas a mulher por causa do varão.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 mulher deve ter sobre a cabeça signal de poderio, por causa dos anjos.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nem o varão é sem a mulher, nem a mulher sem o varão, no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a mulher provém do varão, assim tambem o varão provém da mulher, mas tudo de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Julgae entre vós mesmos: é decente que a mulher ore a Deus descoberta?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vos ensina a mesma natureza que é deshonra para o varão ter cabello crescido?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ter a mulher cabello crescido lhe é honroso, porque o cabello lhe foi dado em logar de véu.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alguem quizer ser contencioso, nós não temos tal costume, nem as egrejas de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N'isto, porém, que vou dizer-vos não vos louvo; porquanto vos ajuntaes, não para melhor, senão para peior.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primeiramente ouço que, quando vos ajuntaes na egreja, ha entre vós dissensões; e em parte o creio.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importa que até haja entre vós heresias, para que os que são sinceros se manifestem entre vós.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quando vos ajuntaes n'um logar, não é para comer a ceia do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comendo, cada um toma antecipadamente a sua propria ceia, de sorte que um tem fome e outro embriaga-se.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tendes porventura casas para comer e para beber? Ou desprezaes a egreja de Deus, e envergonhaes os que nada teem? Que vos direi? Louvar-vos-hei? N'isto não vos louvo.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recebi do Senhor o que tambem vos ensinei: que o Senhor Jesus, na noite em que foi trahido, tomou o pão;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dado graças, o partiu e disse: Tomae, comei: isto é o meu corpo que é partido por vós; fazei isto em memoria de mim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tambem, depois de ceiar, tomou o calix, dizendo: Este calix é o Novo Testamento no meu sangue: fazei isto, todas as vezes que beberdes, em memoria de mim.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as vezes que comerdes este pão e beberdes este calix annunciaes a morte do Senhor, até que venha.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qualquer que comer este pão, ou beber o calix do Senhor indignamente, será culpado do corpo do sangue do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Examine-se pois o homem a si mesmo, e assim coma d'este pão e beba d'este calix.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come e bebe indignamente, come e bebe para si mesmo o juizo, não discernindo o corpo do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d'isto ha entre vós muitos fracos e doentes, e muitos que dormem.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nós nos julgassemos a nós mesmos, não seriamos julgados.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somos julgados, somos reprehendidos pelo Senhor, para não sermos condemnados com o mundo.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meus irmãos, quando vos ajuntaes para comer, esperae uns pelos outros.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algum tiver fome, coma em casa, para que vos não ajunteis para condemnação. Quanto ás demais coisas, ordenal-as-hei quando fôr.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