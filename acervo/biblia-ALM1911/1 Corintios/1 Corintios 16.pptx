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quanto á collecta que se faz para os sanctos, fazei vós tambem como ordenei ás egrejas da Galacia.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dia da semana cada um de vós ponha de parte o que poder ajuntar, conforme a sua prosperidade, para que se não façam as collectas quando eu chegar.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tiver chegado, enviarei aos que por cartas approvardes para que levem a vossa dadiva a Jerusalem.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coisa fôr digna de que eu tambem vá, irão comigo.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Irei, porém, ter comvosco depois de ter passado pela Macedonia (porque tenho de passar pela Macedonia).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pode ser que fique comvosco, e passe tambem o inverno, para que me acompanheis aonde quer que eu fôr.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vos quero agora vêr de passagem, mas espero ficar comvosco algum tempo, se o Senhor o permittir.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Ficarei, porém, em Epheso até ao Pentecostes;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porta grande e efficaz se me abriu; e ha muitos adversarios.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vier Timotheo, vêde que esteja sem temor comvosco; porque trabalha na obra do Senhor, como eu tambem.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ninguem o despreze, mas acompanhae-o em paz, para que venha ter comigo: porque o espero com os irmãos.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ácerca do irmão Apollos, roguei-lhe muito que fosse ter comvosco com os irmãos, mas, na verdade, não teve vontade de ir agora; irá, porém, quando se lhe offereça boa occasião.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Vigiae, estae firmes na fé: portae-vos varonilmente, e fortalecei-vos.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vossas coisas sejam feitas com caridade.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Rogo-vos, porém, irmãos, pois sabeis que a familia de Estephanas é as primicias da Achaia, e que se tem dedicado ao ministerio dos sanctos,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tambem vos sujeiteis aos taes, e a todo aquelle que juntamente obra e trabalha.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Folgo, porém, com a vinda de Estephanas, e de Fortunato e de Achaico; porque estes suppriram o que da vossa parte me faltava.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recrearam o meu espirito e o vosso. Reconhecei pois aos taes.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egrejas da Asia vos saudam. Saudam-vos affectuosamente no Senhor Aquila e Prisca, com a egreja que está em sua casa.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irmãos vos saudam. Saudae-vos uns aos outros com osculo sancto.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Saudação da minha propria mão, de Paulo.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não ama ao Senhor Jesus Christo, seja anathema, maranatha.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do Senhor Jesus Christo seja comvosco.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amor seja com todos vós em Christo Jesus.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