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Segui a caridade, e procurae com zelo os dons espirituaes, mas principalmente o de prophetizar.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que falla lingua estranha não falla aos homens, senão a Deus; porque ninguem o entende, e em espirito falla de mysterios.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que prophetiza falla aos homens para edificação, exhortação e consolação.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falla lingua estranha edifica-se a si mesmo, mas o que prophetiza edifica a egreja.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quero que todos vós falleis linguas estranhas, mas muito mais que prophetizeis, porque o que prophetiza é maior do que o que falla linguas estranhas, a não ser que tambem interprete, para que a egreja receba edificação.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agora, irmãos, se eu fôr ter comvosco fallando linguas estranhas, que vos aproveitaria, se vos não fallasse ou por meio da revelação, ou da sciencia, ou da prophecia, ou da doutrina?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mesma sorte, se as coisas inanimadas, que fazem sonido, seja flauta, seja cithara, não formarem sons distinctos, como se saberá o que se toca com a flauta ou com a cithara?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a trombeta der sonido incerto, quem se preparará para a batalha?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vós, se com a lingua não pronunciardes palavras bem intelligiveis, como se entenderá o que se diz? porque estareis como que fallando ao 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Ha, por exemplo, tantos generos de vozes no mundo, e nenhuma d'ellas é sem significação.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eu ignorar o sentido da voz, serei barbaro para aquelle a quem fallo, e o que falla será barbaro para mim.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vós, pois que desejaes dons espirituaes, procurae abundar n'elles, para edificação da egreja.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o que falla lingua estranha, ore para que possa interpretar.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eu orar em lingua estranha, o meu espirito ora bem, mas o meu entendimento fica sem fructo.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farei pois? Orarei com o espirito, mas tambem orarei com o entendimento; cantarei com o espirito, mas tambem cantarei com o entendimento.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D'outra maneira, se tu bemdisseres com o espirito, como dirá o que occupa o logar de indouto, o Amen, sobre a tua benção, visto que não sabe o que dizes?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realmente tu dás bem as graças, mas o outro não é edificado.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 graças ao meu Deus, que fallo mais linguas do que vós todos.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eu antes quero fallar na egreja cinco palavras na minha intelligencia, para que possa tambem instruir os outros, do que dez mil palavras em lingua estranha.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não sejaes meninos no entendimento, mas sêde meninos na malicia, e adultos no entendimento.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escripto na lei: Por gente d'outras linguas, e por outros labios, fallarei a este povo; e ainda assim me não ouvirão, diz o Senhor.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as linguas estranhas são um signal, não para os fieis, mas para os infieis; e a prophecia, não para os infieis, mas para os fieis.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pois toda a egreja se congregar n'um logar, e todos fallarem linguas estranhas, e entrarem indoutos ou infieis, não dirão porventura que estaes loucos?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todos prophetizarem, e algum indouto ou infiel entrar, de todos é convencido, de todos é julgado.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os segredos do seu coração ficarão manifestos, e assim, lançando-se sobre o seu rosto, adorará a Deus, publicando que Deus está verdadeiramente entre vós.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fareis pois, irmãos? Quando vos ajuntaes, cada um de vós tem psalmo, tem doutrina, tem lingua estranha, tem revelação, tem interpretação. Faça-se tudo para edificação.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alguem fallar lingua estranha, faça-se isso por dois, ou quando muito tres, e por vezes, e um interprete.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não houver interprete, esteja calado na egreja; porém, falle comsigo mesmo, e com Deus.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fallem dois ou tres prophetas, e os outros julguem.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a outro, que estiver assentado, fôr revelada alguma coisa, cale-se o primeiro.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podereis prophetizar, uns depois dos outros; para que todos aprendam, e todos sejam consolados.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espiritos dos prophetas estão sujeitos aos prophetas.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não é Deus de confusão, senão de paz, como em todas as egrejas dos sanctos.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vossas mulheres estejam caladas nas egrejas; porque lhes não é permittido fallar, mas estejam sujeitas, como tambem ordena a lei.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querem aprender alguma coisa, interroguem em casa a seus proprios maridos; porque é indecente que as mulheres fallem na egreja.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saiu d'entre vós a palavra de Deus? Ou veiu ella sómente para vós?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cuida ser propheta, ou espiritual, reconheça que as coisas que vos escrevo são mandamentos do Senhor.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alguem, porém, o ignora, ignore.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irmãos, procurae, com zelo, prophetizar, e não prohibaes fallar linguas.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14:40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faça-se tudo decentemente e com ordem.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