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os homens nos considerem como ministros de Christo, e dispenseiros dos mysterios de Deus.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Além d'isso requer-se nos dispenseiros que cada um se ache fiel.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a mim mui pouco se me dá de ser julgado por vós, ou por algum juizo humano; nem eu tão pouco a mim mesmo me julgo.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em nada me sinto culpado; mas nem por isso estou justificado; pois quem me julga é o Senhor.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sorte que nada julgueis antes de tempo, até que o Senhor venha, o qual tambem trará á luz as coisas occultas das trevas, e manifestará os designios dos corações; e então cada um receberá de Deus o louvor.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eu, irmãos, appliquei estas coisas, por similhança, a mim e a Apollos, por amor de vós; para que em nós aprendaes a não ir além do que está escripto, para que não vos ensoberbeçaes a favor de um contra outro.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quem te differença? E que tens tu que não tenhas recebido? E, se o recebeste, porque te glorias, como se não o houveras recebido?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estaes fartos! já estaes ricos! sem nós reinaes! e oxalá reineis para que tambem nós reinemos comvosco!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tenho para mim, que Deus a nós, apostolos, nos designou ultimos, como condemnados á morte; pois somos feitos espectaculo ao mundo, aos anjos, e aos homens.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Nós somos loucos por amor de Christo, e vós sabios em Christo: nós fracos, e vós fortes: vós illustres, e nós vis.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Até esta presente hora soffremos fome, e sêde, e estamos nus, e recebemos bofetadas, e não temos pousada certa,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trabalhamos obrando com nossas proprias mãos: somos injuriados, e bemdizemos: somos perseguidos, e soffremos: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4:13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Somos blasphemados, e rogamos: até ao presente temos chegado a ser como o lixo d'este mundo, e como a escoria de todos.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4:14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escrevo estas coisas para vos envergonhar; mas admoesto-vos como meus filhos amados.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4:15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ainda que tivesseis dez mil aios em Christo não terieis comtudo muitos paes; porque eu pelo evangelho vos gerei em Jesus Christo.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4:16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Admoesto-vos portanto a que sejaes meus imitadores.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4:17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esta causa vos mandei Timotheo, que é meu filho amado, e fiel no Senhor: o qual vos lembrará os meus caminhos em Christo, como por todas as partes ensino em cada egreja.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4:18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alguns andam inchados, como se eu não houvesse de ir ter comvosco.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4:19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em breve irei ter comvosco, se o Senhor quizer, e então conhecerei, não as palavras dos que andam inchados, mas a virtude.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4:20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reino de Deus não consiste em palavras, mas em virtude.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4:21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quereis? Irei ter comvosco com vara ou com amor e espirito de mansidão?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