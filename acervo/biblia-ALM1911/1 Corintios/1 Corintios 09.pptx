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a:t>
            </a:r>
          </a:p>
          <a:p>
            <a:pPr algn="ctr"/>
            <a:r>
              <a:rPr sz="4400">
                <a:solidFill>
                  <a:srgbClr val="FFFFFF"/>
                </a:solidFill>
                <a:latin typeface="Arial"/>
              </a:rPr>
              <a:t>Não sou eu apostolo? Não sou livre? Não vi eu a Jesus Christo Senhor nosso? Não sois vós a minha obra no Senhor?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a:t>
            </a:r>
          </a:p>
          <a:p>
            <a:pPr algn="ctr"/>
            <a:r>
              <a:rPr sz="4400">
                <a:solidFill>
                  <a:srgbClr val="FFFFFF"/>
                </a:solidFill>
                <a:latin typeface="Arial"/>
              </a:rPr>
              <a:t>Se eu não sou apostolo para os outros, ao menos o sou para vós; porque vós sois o sello do meu apostolado no Senhor.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9:3</a:t>
            </a:r>
          </a:p>
          <a:p>
            <a:pPr algn="ctr"/>
            <a:r>
              <a:rPr sz="4400">
                <a:solidFill>
                  <a:srgbClr val="FFFFFF"/>
                </a:solidFill>
                <a:latin typeface="Arial"/>
              </a:rPr>
              <a:t>Esta é a minha defeza para com os que me condemnam.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9:4</a:t>
            </a:r>
          </a:p>
          <a:p>
            <a:pPr algn="ctr"/>
            <a:r>
              <a:rPr sz="4400">
                <a:solidFill>
                  <a:srgbClr val="FFFFFF"/>
                </a:solidFill>
                <a:latin typeface="Arial"/>
              </a:rPr>
              <a:t>Não temos nós poder de comer e de beber?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9:5</a:t>
            </a:r>
          </a:p>
          <a:p>
            <a:pPr algn="ctr"/>
            <a:r>
              <a:rPr sz="4400">
                <a:solidFill>
                  <a:srgbClr val="FFFFFF"/>
                </a:solidFill>
                <a:latin typeface="Arial"/>
              </a:rPr>
              <a:t>Não temos nós poder de levar comnosco uma mulher irmã, como tambem os demais apostolos, e os irmãos do Senhor, e Cephas?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9:6</a:t>
            </a:r>
          </a:p>
          <a:p>
            <a:pPr algn="ctr"/>
            <a:r>
              <a:rPr sz="4400">
                <a:solidFill>
                  <a:srgbClr val="FFFFFF"/>
                </a:solidFill>
                <a:latin typeface="Arial"/>
              </a:rPr>
              <a:t>Ou só eu e Barnabé não temos poder de não trabalhar?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9:7</a:t>
            </a:r>
          </a:p>
          <a:p>
            <a:pPr algn="ctr"/>
            <a:r>
              <a:rPr sz="4400">
                <a:solidFill>
                  <a:srgbClr val="FFFFFF"/>
                </a:solidFill>
                <a:latin typeface="Arial"/>
              </a:rPr>
              <a:t>Quem jámais milita á sua propria custa? Quem planta a vinha e não come do seu fructo? Ou quem apascenta o gado e não come do leite do gado?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9:8</a:t>
            </a:r>
          </a:p>
          <a:p>
            <a:pPr algn="ctr"/>
            <a:r>
              <a:rPr sz="4400">
                <a:solidFill>
                  <a:srgbClr val="FFFFFF"/>
                </a:solidFill>
                <a:latin typeface="Arial"/>
              </a:rPr>
              <a:t>Digo eu isto segundo os homens? Ou não diz a lei tambem o mesmo?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9:9</a:t>
            </a:r>
          </a:p>
          <a:p>
            <a:pPr algn="ctr"/>
            <a:r>
              <a:rPr sz="4400">
                <a:solidFill>
                  <a:srgbClr val="FFFFFF"/>
                </a:solidFill>
                <a:latin typeface="Arial"/>
              </a:rPr>
              <a:t>Porque na lei de Moysés está escripto: Não atarás a bocca ao boi que trilha o grão. Porventura tem Deus cuidado dos bois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9:10</a:t>
            </a:r>
          </a:p>
          <a:p>
            <a:pPr algn="ctr"/>
            <a:r>
              <a:rPr sz="4400">
                <a:solidFill>
                  <a:srgbClr val="FFFFFF"/>
                </a:solidFill>
                <a:latin typeface="Arial"/>
              </a:rPr>
              <a:t>Ou não o diz certamente por nós? Certamente que por nós está escripto; porque o que lavra deve lavrar com esperança, e o que trilha deve trilhar com esperança de ser participante.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9:11</a:t>
            </a:r>
          </a:p>
          <a:p>
            <a:pPr algn="ctr"/>
            <a:r>
              <a:rPr sz="4400">
                <a:solidFill>
                  <a:srgbClr val="FFFFFF"/>
                </a:solidFill>
                <a:latin typeface="Arial"/>
              </a:rPr>
              <a:t>Se nós vos semeamos as coisas espirituaes, será muito que de vós recolhamos as carnaes?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9:12</a:t>
            </a:r>
          </a:p>
          <a:p>
            <a:pPr algn="ctr"/>
            <a:r>
              <a:rPr sz="4400">
                <a:solidFill>
                  <a:srgbClr val="FFFFFF"/>
                </a:solidFill>
                <a:latin typeface="Arial"/>
              </a:rPr>
              <a:t>Se outros participam d'este poder sobre vós, porque não mais justamente nós? Mas nós não usamos d'este poder; antes supportamos tudo, para não pormos impedimento algum ao evangelho de Christo.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9:13</a:t>
            </a:r>
          </a:p>
          <a:p>
            <a:pPr algn="ctr"/>
            <a:r>
              <a:rPr sz="4400">
                <a:solidFill>
                  <a:srgbClr val="FFFFFF"/>
                </a:solidFill>
                <a:latin typeface="Arial"/>
              </a:rPr>
              <a:t>Não sabeis vós que os que administram as coisas sagradas comem do sagrado? E que os que de continuo estão junto ao altar, participam do altar?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9:14</a:t>
            </a:r>
          </a:p>
          <a:p>
            <a:pPr algn="ctr"/>
            <a:r>
              <a:rPr sz="4400">
                <a:solidFill>
                  <a:srgbClr val="FFFFFF"/>
                </a:solidFill>
                <a:latin typeface="Arial"/>
              </a:rPr>
              <a:t>Assim ordenou tambem o Senhor aos que annunciam o evangelho, que vivam do evangelho.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9:15</a:t>
            </a:r>
          </a:p>
          <a:p>
            <a:pPr algn="ctr"/>
            <a:r>
              <a:rPr sz="4400">
                <a:solidFill>
                  <a:srgbClr val="FFFFFF"/>
                </a:solidFill>
                <a:latin typeface="Arial"/>
              </a:rPr>
              <a:t>Porém eu de nenhuma d'estas coisas usei, e não escrevi isto para que assim se faça comigo; porque melhor me fôra morrer, do que alguem fazer vã esta minha 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9:16</a:t>
            </a:r>
          </a:p>
          <a:p>
            <a:pPr algn="ctr"/>
            <a:r>
              <a:rPr sz="4400">
                <a:solidFill>
                  <a:srgbClr val="FFFFFF"/>
                </a:solidFill>
                <a:latin typeface="Arial"/>
              </a:rPr>
              <a:t>Porque, se annuncio o evangelho, não tenho de que me gloriar, pois me é imposta essa obrigação; e ai de mim, se não annunciar o evangelho!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9:17</a:t>
            </a:r>
          </a:p>
          <a:p>
            <a:pPr algn="ctr"/>
            <a:r>
              <a:rPr sz="4400">
                <a:solidFill>
                  <a:srgbClr val="FFFFFF"/>
                </a:solidFill>
                <a:latin typeface="Arial"/>
              </a:rPr>
              <a:t>Porque, se o faço de boamente, terei premio; mas, se de má vontade, de uma dispensação estou encarregado.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9:18</a:t>
            </a:r>
          </a:p>
          <a:p>
            <a:pPr algn="ctr"/>
            <a:r>
              <a:rPr sz="4400">
                <a:solidFill>
                  <a:srgbClr val="FFFFFF"/>
                </a:solidFill>
                <a:latin typeface="Arial"/>
              </a:rPr>
              <a:t>Logo, que premio tenho? Que, evangelizando, proponha de graça o evangelho de Christo para não abusar do meu poder no evangelho.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9:19</a:t>
            </a:r>
          </a:p>
          <a:p>
            <a:pPr algn="ctr"/>
            <a:r>
              <a:rPr sz="4400">
                <a:solidFill>
                  <a:srgbClr val="FFFFFF"/>
                </a:solidFill>
                <a:latin typeface="Arial"/>
              </a:rPr>
              <a:t>Porque, sendo livre para com todos, fiz-me servo de todos para ganhar ainda mais.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9:20</a:t>
            </a:r>
          </a:p>
          <a:p>
            <a:pPr algn="ctr"/>
            <a:r>
              <a:rPr sz="4400">
                <a:solidFill>
                  <a:srgbClr val="FFFFFF"/>
                </a:solidFill>
                <a:latin typeface="Arial"/>
              </a:rPr>
              <a:t>E fiz-me como judeo para os judeos, para ganhar os judeos: para os que estão debaixo da lei, como se estivera debaixo da lei, para ganhar os que estão debaixo da lei.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9:21</a:t>
            </a:r>
          </a:p>
          <a:p>
            <a:pPr algn="ctr"/>
            <a:r>
              <a:rPr sz="4400">
                <a:solidFill>
                  <a:srgbClr val="FFFFFF"/>
                </a:solidFill>
                <a:latin typeface="Arial"/>
              </a:rPr>
              <a:t>Para os que estão sem lei, como se estivera sem lei (não estando sem lei para com Deus, mas debaixo da lei de Christo), para ganhar os que estão sem lei.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9:22</a:t>
            </a:r>
          </a:p>
          <a:p>
            <a:pPr algn="ctr"/>
            <a:r>
              <a:rPr sz="4400">
                <a:solidFill>
                  <a:srgbClr val="FFFFFF"/>
                </a:solidFill>
                <a:latin typeface="Arial"/>
              </a:rPr>
              <a:t>Fiz-me como fraco para os fracos, para ganhar os fracos. Fiz-me tudo para todos, para por todos os meios chegar a salvar alguns.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9:23</a:t>
            </a:r>
          </a:p>
          <a:p>
            <a:pPr algn="ctr"/>
            <a:r>
              <a:rPr sz="4400">
                <a:solidFill>
                  <a:srgbClr val="FFFFFF"/>
                </a:solidFill>
                <a:latin typeface="Arial"/>
              </a:rPr>
              <a:t>E eu faço isto por causa do evangelho, para ser tambem participante d'elle.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9:24</a:t>
            </a:r>
          </a:p>
          <a:p>
            <a:pPr algn="ctr"/>
            <a:r>
              <a:rPr sz="4400">
                <a:solidFill>
                  <a:srgbClr val="FFFFFF"/>
                </a:solidFill>
                <a:latin typeface="Arial"/>
              </a:rPr>
              <a:t>Não sabeis vós que os que correm no estadio, todos, na verdade, correm, mas um só leva o premio? Correi de tal maneira que o alcanceis.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9:25</a:t>
            </a:r>
          </a:p>
          <a:p>
            <a:pPr algn="ctr"/>
            <a:r>
              <a:rPr sz="4400">
                <a:solidFill>
                  <a:srgbClr val="FFFFFF"/>
                </a:solidFill>
                <a:latin typeface="Arial"/>
              </a:rPr>
              <a:t>E todo aquelle que lucta de tudo se abstem; elles o fazem para alcançar uma corôa corruptivel, nós, porém, uma incorruptivel.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9:26</a:t>
            </a:r>
          </a:p>
          <a:p>
            <a:pPr algn="ctr"/>
            <a:r>
              <a:rPr sz="4400">
                <a:solidFill>
                  <a:srgbClr val="FFFFFF"/>
                </a:solidFill>
                <a:latin typeface="Arial"/>
              </a:rPr>
              <a:t>Pois eu assim corro, não como a coisa incerta: assim combato, não como batendo no 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Coríntios 9:27</a:t>
            </a:r>
          </a:p>
          <a:p>
            <a:pPr algn="ctr"/>
            <a:r>
              <a:rPr sz="4400">
                <a:solidFill>
                  <a:srgbClr val="FFFFFF"/>
                </a:solidFill>
                <a:latin typeface="Arial"/>
              </a:rPr>
              <a:t>Antes subjugo o meu corpo, e o reduzo á servidão, para que, prégando aos outros, eu mesmo não venha d'alguma maneira a ficar reprovado.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