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irmãos, quando fui ter comvosco, annunciando-vos o testemunho de Deus, não fui com sublimidade de palavras ou de sabedoria.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me propuz saber coisa alguma entre vós, senão a Jesus Christo, e este crucificado.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estive comvosco em fraqueza, e em temor, e em grande tremor.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palavra, e a minha prégação, não consistiu em palavras persuasivas de sabedoria humana, mas em demonstração de Espirito e de poder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 vossa fé não fosse em sabedoria dos homens, mas no poder de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fallamos sabedoria entre os perfeitos; não porém a sabedoria d'este mundo, nem dos principes d'este mundo, que se aniquilam;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fallamos a sabedoria de Deus, occulta em mysterio, a qual Deus ordenou antes dos seculos para nossa gloria;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nenhum dos principes d'este mundo conheceu; porque, se a conhecessem, nunca crucificariam ao Senhor da gloria.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como está escripto: As coisas que o olho não viu, e o ouvido não ouviu, e não subiram ao coração do homem, são as que Deus preparou para os que o amam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Deus nol-as revelou pelo seu Espirito; porque o Espirito penetra todas as coisas, ainda as profundezas de Deus.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qual dos homens sabe as coisas do homem, senão o espirito do homem, que n'elle está? assim tambem ninguem sabe as coisas de Deus, senão o Espirito de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nós não recebemos o espirito do mundo, mas o Espirito que provém de Deus; para que saibamos as coisas que nos são dadas por Deus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quaes tambem fallamos, não com palavras que a sabedoria humana ensina, mas com as que o Espirito Sancto ensina, comparando as coisas espirituaes com as espirituaes,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homem natural não comprehende as coisas do Espirito de Deus, porque lhe parecem loucura; e não pode entendel-as, porquanto se discernem espiritualmente.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espiritual discerne bem todas as coisas, mas elle de ninguem é discernido.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quem conheceu a mente do Senhor, para que possa instruil-o? Mas nós temos a mente de Christo.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