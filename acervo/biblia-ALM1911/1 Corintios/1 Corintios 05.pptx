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Geralmente se ouve que ha entre vós fornicação, e fornicação tal, qual nem ainda entre os gentios, como é haver quem abuse da mulher de seu pae.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estaes inchados, e nem ao menos vos entristecestes por não ter sido d'entre vós tirado quem commetteu tal feito.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na verdade, ainda que ausente, no corpo, mas presente no espirito, já determinei como se estivesse presente, que o que tal assim commetteu,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nome de nosso Senhor Jesus Christo, juntos vós e o meu espirito, em virtude de nosso Senhor Jesus Christo,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entregue a Satanás para destruição da carne, para que o espirito seja salvo no dia do Senhor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boa a vossa jactancia. Não sabeis que um pouco de fermento faz levedar toda a massa?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Limpae pois o fermento velho, para que sejaes uma nova massa, assim como sois sem fermento. Porque Christo, nossa paschoa, foi sacrificado por nós.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façamos a festa, não com o fermento velho, nem com o fermento da maldade e da malicia, mas com os pães asmos da sinceridade e da verdade.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por carta vos tenho escripto, que não vos associeis com os fornicadores;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absolutamente com os fornicadores d'este mundo, ou com os avarentos, ou com os roubadores, ou com os idolatras; porque então vos seria necessario sair do mundo.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vos escrevi que não vos associeis, quero dizer, que, se algum, chamando-se irmão, fôr fornicador, ou avarento, ou idolatra, ou maldizente, ou beberrão, ou roubador, com o tal nem ainda comaes.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 tenho eu em julgar tambem os que estão fóra? Não julgaes vós os que estão dentro?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julga os que estão fóra. Tirae pois d'entre vós a esse iniquo.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