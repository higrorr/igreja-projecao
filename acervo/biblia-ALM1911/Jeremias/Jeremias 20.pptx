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Pashur, filho de Immer, o sacerdote, que havia sido nomeado presidente na casa do Senhor, ouviu a Jeremias, que prophetizava estas palavras.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feriu Pashur ao propheta Jeremias, e o metteu no cepo que está na porta superior de Benjamin, a qual está na casa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no dia seguinte Pashur tirou a Jeremias do cepo. Então disse-lhe Jeremias: O Senhor não chama o teu nome Pashur, mas Magor-missabib.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Eis que farei de ti um espanto para ti mesmo, e para todos os teus amigos, e cairão á espada de seus inimigos, e teus olhos o verão: a todo o Judah entregarei na mão do rei de Babylonia, e leval-os-ha presos a Babylonia, e feril-os-ha á espada.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darei toda a fazenda d'esta cidade, e todo o seu trabalho, e todas as suas coisas preciosas, e todos os thesouros dos reis de Judah entregarei na mão de seus inimigos, e saqueal-os-hão, e tomal-os-hão e leval-os-hão a Babylonia.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Pashur, e todos os moradores da tua casa ireis para o captiveiro; e virás a Babylonia, e ali morrerás, e ali serás sepultado, tu, e todos os teus amigos, aos quaes prophetizaste falsamente.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Persuadiste-me, ó Senhor, e persuadido fiquei; mais forte foste do que eu, e prevaleceste: sirvo de escarneo todo o dia, cada um d'elles zomba de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desde que fallo, grito; clamo violencia e destruição; porque se tornou a palavra do Senhor em opprobrio e em ludibrio todo o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Não me lembrarei d'elle, e não fallarei mais no seu nome; mas foi no meu coração como fogo ardente, encerrado nos meus ossos; e fiquei fatigado de soffrer, e não pude.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ouvi a murmuração de muitos ácerca de Magor-missabib, que diziam: Denunciae-nol-o, e o denunciaremos; todos os que teem paz comigo aguardam o meu manquejar, dizendo: Bem pode ser que se deixará persuadir; então prevaleceremos contra elle e nos vingaremos d'elle.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está comigo como um valente terrivel; por isso tropeçarão os meus perseguidores, e não prevalecerão: ficarão mui confundidos; porque não se houveram prudentemente, terão uma confusão perpetua que nunca se esquecerá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Senhor dos Exercitos, que esquadrinhas ao justo, e vês os rins e o coração, veja eu a tua vingança d'elles; pois já te descobri a minha causa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Senhor, louvae ao Senhor; pois livrou a alma do necessitado da mão dos malfeitores.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o dia em que nasci: o dia em que minha mãe me pariu não seja bemdito.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o homem que deu as novas a meu pae, dizendo: Nasceu-te um filho macho; alegrando-o grandemente.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esse homem como as cidades que o Senhor destruiu e não se arrependeu: e ouça clamor pela manhã, e ao tempo do meio-dia um alarido.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me matou desde a madre? ou minha mãe não foi minha sepultura? ou porque não ficou a sua madre gravida perpetuamente?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sahi da madre, para ver trabalho e tristeza? para que se consumam os meus dias na confusão.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