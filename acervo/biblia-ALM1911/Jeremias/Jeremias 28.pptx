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no mesmo anno, no principio do reinado de Zedekias, rei de Judah, no anno quarto, no mez quinto, que me fallou Hananias, filho de Azur, o propheta que era de Gibeon, na casa do Senhor, perante os olhos dos sacerdotes e de todo o povo,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falla o Senhor dos Exercitos, o Deus d'Israel, dizendo: Eu quebrei o jugo do rei de Babylonia.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de passados dois annos completos, eu tornarei a trazer a este logar todos os vasos da casa do Senhor, que d'este logar tomou Nabucodonozor, rei de Babylonia, e os levou a Babylonia.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 Jechonias, filho de Joaquim, rei de Judah, e a todos os do captiveiro de Judah, que entraram em Babylonia, eu tornarei a trazer a este logar, diz o Senhor: porque quebrarei o jugo do rei de Babylonia.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 Jeremias, o propheta, a Hananias, o propheta, aos olhos dos sacerdotes, e aos olhos de todo o povo que estava na casa do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 Jeremias, o propheta: Amen! assim faça o Senhor: o Senhor confirme as tuas palavras, com que prophetizaste, que torne a trazer os vasos da casa do Senhor, e todos os do captiveiro de Babylonia a este logar.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ouve agora esta palavra, que eu fallo aos teus ouvidos e aos ouvidos de todo o povo: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prophetas que já houve antes de mim e antes de ti, desde a antiguidade, elles prophetizaram contra muitas terras, e contra grandes reinos, ácerca de guerra, e de mal, e de peste.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propheta que prophetizar de paz, cumprindo-se a palavra d'aquelle propheta, será conhecido o tal por aquelle a quem o Senhor na verdade enviou.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Hananias, o propheta, tomou o jugo do pescoço do propheta Jeremias, e o quebrou.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Hananias aos olhos de todo o povo, dizendo: Assim diz o Senhor: Assim quebrarei o jugo de Nabucodonozor, rei de Babylonia, depois de passados dois annos completos, de sobre o pescoço de todas as nações. E foi-se Jeremias, o propheta, seu caminho.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veiu a palavra do Senhor a Jeremias, depois que Hananias, o propheta, quebrou o jugo de sobre o pescoço de Jeremias, o propheta, dizendo: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Vae, e falla a Hananias, dizendo: Assim diz o Senhor: Jugos de madeira quebraste, mas em vez d'elles farás jugos de ferro.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dos Exercitos, o Deus d'Israel: Jugo de ferro puz sobre o pescoço de todas estas nações, para servirem a Nabucodonozor, rei de Babylonia, e servil-o-hão, e até os animaes do campo lhe dei.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Jeremias, o propheta, a Hananias, o propheta: Ouve agora, Hananias: Não te ouviu o Senhor, porém tu fizeste a este povo confiar em mentiras.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assim diz o Senhor: Eis que te lançarei de sobre a face da terra; este anno morrerás, porque fallaste rebellião contra o Senhor.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Hananias, o propheta, no mesmo anno, no setimo mez.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