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palavra do Senhor, que veiu a Jeremias,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e desce á casa do oleiro, e lá te farei ouvir as minhas palavras.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desci á casa do oleiro, e eis que estava fazendo a sua obra sobre as rodas.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vaso, que elle fazia de barro, quebrou-se na mão do oleiro: então tornou a fazer d'elle outro vaso, conforme o que pareceu bem aos olhos do oleiro fazer.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veiu a mim a palavra do Senhor, dizendo: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poderei eu fazer de vós como este oleiro, ó casa d'Israel? diz o Senhor: eis que, como o barro na mão do oleiro, assim sois vós na minha mão, ó casa d'Israel.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momento em que fallarei contra uma nação, e contra um reino para arrancar, e para derribar, e para destruir,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 tal nação, porém, contra a qual fallar se converter da sua maldade, tambem eu me arrependerei do mal que lhe cuidava fazer.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momento em que fallarei de uma gente e de um reino, para edificar e para plantar,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fizer o mal diante dos meus olhos, não dando ouvidos á minha voz, então me arrependerei do bem que tinha dito lhe faria.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pois, falla agora aos homens de Judah, e aos moradores de Jerusalem, dizendo: Assim diz o Senhor: Eis que estou forjando mal contra vós: e penso um pensamento contra vós: convertei-vos pois agora cada um do seu mau caminho, e melhorae os vossos caminhos e as vossas acções.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elles dizem: Não ha esperança, porque após as nossas imaginações andaremos: e faremos cada um o proposito do seu malvado coração.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assim diz o Senhor: Perguntae agora entre os gentios quem ouviu tal coisa? coisa mui horrenda fez a virgem de Israel.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deixar-se-ha a neve do Libano por uma rocha do campo? ou deixar-se-hão as aguas estranhas, frias e correntes?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Comtudo o meu povo se tem esquecido de mim, queimando incenso á vaidade; porque os fizeram tropeçar nos seus caminhos, e nas veredas antigas, para que andassem por veredas afastadas, não aplainadas;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pôr a sua terra em espanto e perpetuos assobios; todo aquelle que passa por ella se espantará, e meneará a sua cabeça.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com vento oriental os espalharei diante da face do inimigo: mostrar-lhes-hei as costas e não o rosto, no dia da sua perdição.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disseram: Vinde, e maquinemos maquinações contra Jeremias; porque não perecerá a lei do sacerdote, nem o conselho do sabio, nem a palavra do propheta: vinde, e firamol-o com a lingua, e não escutemos a nenhuma das suas palavras.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Olha para mim, Senhor, e ouve a voz dos que contendem comigo.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pagar-se-ha mal por bem? porque cavaram uma cova para a minha alma: lembra-te de que eu me apresentei na tua presença, para fallar por seu bem, para desviar d'elles a tua indignação.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 entrega seus filhos á fome, e entrega-os ao poder da espada, e sejam suas mulheres roubadas dos filhos, e viuvas; e seus maridos sejam mortos de morte, e os seus mancebos sejam feridos á espada na peleja.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Ouça-se o clamor de suas casas, quando trouxeres esquadrões sobre elles de repente. Porquanto cavaram uma cova para prender-me e armaram laços aos meus pés.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18:23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ó Senhor, sabes todo o seu conselho contra mim para matar-me; não perdoes a sua maldade, nem apagues o seu peccado de diante da tua face: mas tropecem perante a tua face; assim usa com elles no tempo da tua ira.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