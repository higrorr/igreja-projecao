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palavras da carta que Jeremias, o propheta, enviou de Jerusalem, ao resto do captiveiro dos anciãos, como tambem aos sacerdotes, e aos prophetas, e a todo o povo que Nabucodonozor havia transportado de Jerusalem a Babylonia;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sairam o rei Jechonias, e a rainha, e os eunuchos, e os principes de Judah e Jerusalem, e os carpinteiros e ferreiros de Jerusalem,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mão de Elasa, filho de Saphan, e de Gemarias, filho de Hilkias, os quaes enviou Zedekias, rei de Judah, a Babylonia, a Nabucodonozor, rei de Babylonia,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d'Israel, a todos os que foram transportados, os quaes fiz transportar de Jerusalem para Babylonia: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Edificae casas e habitae n'ellas; e plantae jardins, e comei o seu fructo.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mulheres e gerae filhos e filhas, e tomae mulheres para vossos filhos, e dae vossas filhas a maridos, e parirão filhos e filhas; e multiplicae-vos ali, e não vos diminuaes.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procurae a paz da cidade, para onde vos fiz transportar, e orae por ella ao Senhor; porque na sua paz vós tereis paz.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Exercitos, o Deus d'Israel: Não vos enganem os vossos prophetas que estão no meio de vós, nem os vossos adivinhos, nem deis ouvidos aos vossos sonhos, que vós sonhaes: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elles vos prophetizam falsamente no meu nome: não os enviei, diz 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Certamente que em se cumprindo setenta annos em Babylonia, vos visitarei, e continuarei sobre vós a minha boa palavra, tornando-vos a trazer a este logar.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bem sei os pensamentos que eu penso de vós, diz o Senhor; pensamentos de paz, e não de mal, para vos dar o fim que esperaes.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invocareis, e ireis, e orareis a mim, e eu vos ouvirei.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buscar-me-heis, e me achareis, quando me buscardes com todo o vosso coração.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serei achado de vós, diz o Senhor, e farei tornar os vossos captivos, e congregar-vos-hei de todas as nações, e de todos os logares para onde vos lancei, diz o Senhor, e tornarei a trazer-vos ao logar d'onde vos transportei.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dizeis: O Senhor nos levantou prophetas em Babylonia.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ácerca do rei que se assenta no throno de David; e ácerca de todo o povo que habita n'esta cidade, a saber, de vossos irmãos, que não sairam comvosco para o captiveiro;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Eis que enviarei entre elles a espada, a fome e a peste, e fal-os-hei como a figos podres, que não se podem comer, de maus que são.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perseguil-os-hei com a espada, com a fome, e com a peste; dal-os-hei para servirem de commoção a todos os reinos da terra, como tambem por maldição, e por espanto, e por assobio, e por opprobrio entre toda sas nações para onde os lançar;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deram ouvidos ás minhas palavras, diz o Senhor, enviando-lhes eu os meus servos, os prophetas, madrugando e enviando; porém vós não escutastes, diz 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pois, ouvi a palavra do Senhor, todos os do captiveiro que enviei de Jerusalem a Babylonia.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de Israel, ácerca de Ahab, filho de Colaias, e de Zedekias, filho de Maaseias, que vos prophetizam falsamente no meu nome: Eis que os entregarei na mão de Nabucodonozor, rei de Babylonia, e elle os ferirá diante dos vossos olhos.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tomarão d'elles uma maldição todos os transportados de Judah, que estão em Babylonia, dizendo: O Senhor te faça como Zedekias, e como Ahab, os quaes o rei de Babylonia assou no fogo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fizeram loucura em Israel, e commetteram adulterio com as mulheres de seus companheiros, e fallaram uma palavra no meu nome falsamente, que não lhes mandei, e eu o sei e sou testemunha d'isso, diz 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Shemaias, o nehelamita, fallarás, dizendo: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d'Israel, dizendo: Porquanto tu enviaste no teu nome cartas a todo o povo que está em Jerusalem, como tambem a Sofonias, filho de Maaseias, o sacerdote, e a todos os sacerdotes, dizendo: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poz por sacerdote em logar de Joiada, o sacerdote, para que sejaes encarregados da casa do Senhor sobre todo o homem furioso, e que prophetiza, para o lançares na prisão e no tronco.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porque não reprehendeste a Jeremias, o anathotita, que prophetiza vos?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isso nos mandou a nós a Babylonia, dizendo: Ainda o captiveiro muito ha de durar; edificae casas, e habitae n'ellas; e plantae jardins, e comei o seu fructo.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lera Sofonias, o sacerdote, esta carta aos ouvidos de Jeremias, o propheta.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palavra do Senhor a Jeremias, dizendo: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a todos os do captiveiro, dizendo: Assim diz o Senhor ácerca de Semaias, o nehelamita: Porquanto Semaias vos prophetizou, e eu não o enviei, e vos fez confiar em mentiras,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Eis que visitarei a Semaias, o nehelamita, e a sua semente: elle não terá ninguem que habite entre este povo, e não verá o bem que hei de fazer ao meu povo, diz o Senhor, porquanto fallou rebellião contra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