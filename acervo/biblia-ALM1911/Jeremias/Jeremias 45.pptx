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palavra que fallou Jeremias, o propheta, a Baruch, filho de Nerias, escrevendo elle aquellas palavras n'um livro da bocca de Jeremias, no anno quarto de Joaquim, filho de Josias, rei de Judah,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Senhor, Deus d'Israel, ácerca de ti, ó Baruch: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Disseste: Ai de mim agora! porque me accrescentou o Senhor tristeza sobre minha dôr: já estou cançado do meu gemido, e não acho descanço.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assim lhe dirás: Assim diz o Senhor: Eis que o que edifiquei eu derribo, e o que plantei eu arranco, e isso em toda esta terra.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 te buscarias grandezas? não as busques; porque eis que trago mal sobre toda a carne, diz o Senhor; porém te darei a ti a tua alma por despojo, em todos os logares para onde fores.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