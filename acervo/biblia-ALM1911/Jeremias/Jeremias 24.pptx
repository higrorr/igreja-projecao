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Fez-me o Senhor ver, e eis aqui dois cestos de figos, postos diante do templo do Senhor, depois que Nabucodonosor, rei de Babylonia, levou em captiveiro a Jechonias, filho de Joaquim, rei de Judah, e os principes de Judah, e os carpinteiros, e os ferreiros de Jerusalem, e os trouxe a Babylonia.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cesto tinha figos muito bons, como os figos temporãos; porém o outro cesto tinha figos muito maus, que não se podiam comer, de maus que eram.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disse-me o Senhor: Que vês tu, Jeremias? E eu disse: Figos: os figos bons, muito bons, e os maus, muito maus, que não se podem comer, de maus que 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mim a palavra do Senhor, dizendo: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o Deus de Israel: Como a estes bons figos, assim tambem conhecerei aos de Judah, levados em captiveiro; os quaes enviei d'este logar para a terra dos chaldeos, para o seu bem.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Porei os meus olhos sobre elles, para o seu bem, e os voltarei a esta terra, e edifical-os-hei, e não os destruirei; e plantal-os-hei, e não os arrancarei.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dar-lhes-hei coração para que me conheçam, porque eu sou o Senhor; e ser-me-hão por povo, e eu lhes serei por Deus; porque se converterão a mim de todo o seu coração.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como os figos maus, que se não podem comer, de maus que são (porque assim diz o Senhor), assim usarei com Zedekias, rei de Judah, e com os seus principes, e com o resto de Jerusalem, que ficou de resto n'esta terra, e com os que habitam na terra do Egypto.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entregal-os-hei para que sejam um terror, para mal a todos os reinos da terra, para o opprobrio e por proverbio, e para escarneo, e por maldição em todos os logares para onde os arrojei.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enviarei entre elles a espada, a fome, e a peste, até que se consumam de sobre a terra que lhes dei a elles e a seus paes.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