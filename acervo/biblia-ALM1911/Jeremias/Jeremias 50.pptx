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fallou o Senhor contra Babylonia, contra a terra dos chaldeos, por mão de Jeremias, o propheta.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Annunciae entre as nações; e fazei ouvir, e levantae bandeira, fazei ouvir, não encubraes; dizei: Já tomada é Babylonia, confundido está Bel, atropellado está Merodach, confundidos estão os seus idolos, e atropellados estão os seus deuses de esterco.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subiu contra ella uma nação do norte, que fará da sua terra uma solidão, e não haverá quem habite n'ella: desde os homens até aos animaes fugiram, e se foram.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dias, e n'aquelle tempo, diz o Senhor, os filhos de Israel virão, elles e os filhos de Judah juntamente; andando e chorando virão, e buscarão ao Senhor seu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caminho de Sião perguntarão, para ali endereçarão os seus rostos: virão, e se ajuntarão ao Senhor, n'um concerto eterno que nunca será esquecido.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Ovelhas perdidas foram o meu povo, os seus pastores as fizeram errar, pelos montes as desviaram; de monte em outeiro andavam, esqueceram-se do logar do seu repouso.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os achavam os devoraram; e os seus adversarios diziam: Culpa nenhuma teremos; porque peccaram contra o Senhor na morada da justiça, contra o Senhor, a Esperança de seus paes.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Fugi do meio de Babylonia, e sahi da terra dos chaldeos; e sêde como os carneiros diante do rebanho.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eu suscitarei e farei subir contra Babylonia uma congregação de grandes nações da terra do norte, e se prepararão contra ella, e d'ali será tomada: as suas frechas serão como de valente heroe, não tornará sem effeito.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Chaldea servirá de preza: todos os que a saqueiam serão fartos, diz 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vos alegrastes, porquanto saltastes de prazer, ó saqueadores da minha herança, porquanto vos inchastes como bezerra gorda, e rinchastes como cavallos vigorosos,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mui confundida vossa mãe, ficará envergonhada a que vos pariu: eis que ella será a ultima das nações, um deserto, uma terra secca e uma solidão.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 furor do Senhor não será habitada, antes se tornará em total assolação: qualquer que passar por Babylonia se espantará, e assobiará sobre todas as suas pragas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Preparae-vos contra Babylonia em redor, todos os que armaes arcos: atirae-lhe, não poupeis as frechas, porque peccou contra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Gritae contra ella em redor, porque já deu a sua mão, já cairam seus fundamentos, já são derribados os seus muros; porque esta é a vingança do Senhor: tomae vingança d'ella; como ella fez, fazei-lhe a 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Arrancae de Babylonia o que semeia, e o que leva a foice no tempo da sega: por causa da espada afflictiva virar-se-ha cada um para o seu povo, e fugirá cada um para a sua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Cordeiro desgarrado é Israel: os leões o afugentaram: o primeiro que o comeu foi o rei da Assyria; e este, o ultimo, Nabucodonozor, rei de Babylonia, lhe quebrou os ossos.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dos Exercitos, Deus de Israel: Eis que visitarei o rei de Babylonia, e a sua terra, como visitei o rei da Assyria.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tornar Israel para a sua morada, e pastará no Carmelo e em Basan; e fartar-se-ha a sua alma no monte de Ephraim e em Gilead.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dias, e n'aquelle tempo, diz o Senhor, buscar-se-ha a maldade de Israel, porém não se achará; como tambem os peccados de Judah, porém não se acharão; porque perdoarei aos que eu deixar de resto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a terra de Merathaim. Sobe contra ella, e contra os moradores de Pecod: assola e de todo destroe após elles, diz o Senhor, e faze conforme tudo o que te mandei.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Estrondo de guerra ha na terra, e grande quebra.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foi cortado e quebrantado o martello de toda a terra! como se tornou Babylonia em espanto entre as nações!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Laços te armei, e tambem foste presa, ó Babylonia, e tu não o soubeste: foste achada, e tambem apanhada; porque contra o Senhor te entremetteste.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abriu o seu thesouro, e tirou os instrumentos da sua indignação; porque esta obra é do Senhor Jehovah dos Exercitos, na terra dos chaldeos.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contra ella dos confins da terra, abri os seus celleiros, trilhae-a como a pavêas, e destrui-a de todo: nada lhe fique de resto.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Matae á espada a todos os seus novilhos, desçam ao degoladouro: ai d'elles! porque veiu o seu dia, o tempo da sua visitação.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ha dos que fugiram e escaparam da terra de Babylonia, para annunciar em Sião a vingança do Senhor nosso Deus, a vingança do seu templo.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Convocae contra Babylonia os frecheiros, a todos os que armam arcos: acampae-vos contra ella em redor, ninguem escape d'ella: pagae-lhe conforme a sua obra, conforme tudo o que fez, fazei-lhe; porque se houve arrogantemente contra o Senhor, contra o Sancto de Israel.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cairão os seus mancebos nas suas ruas; e todos os seus homens de guerra serão desarreigados n'aquelle dia, diz 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sou contra ti, ó soberbo, diz o Senhor Deus dos Exercitos; porque já veiu o teu dia, o tempo em que te hei de visitar.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tropeçará o soberbo, e cairá, e ninguem haverá que o levante; e porei fogo ás suas cidades, que consumirá todos os seus contornos.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Os filhos de Israel e os filhos de Judah foram opprimidos juntamente; e todos os que os tomaram captivos os retiveram, não os quizeram soltar.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seu Redemptor é forte, o Senhor dos Exercitos é o seu nome; certamente pleiteará o pleito d'elles, para dar descanço á terra, e inquietar os moradores de Babylonia.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espada virá sobre os chaldeos, diz o Senhor, como tambem sobre os moradores de Babylonia, e sobre os seus principes, e sobre os seus sabios.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espada virá sobre os mentirosos, e ficarão insensatos: a espada virá sobre os seus valentes, e desmaiarão.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espada virá sobre os seus cavallos, e sobre os seus carros, e sobre toda a mistura de povos, que está no meio d'ella; e tornar-se-hão em mulheres: a espada virá sobre os seus thesouros, e serão saqueados.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Cairá a secca sobre as suas aguas, e seccarão; porque é terra de esculpturas, e pelos horriveis idolos andam enfurecidos.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habitarão n'ella as féras do deserto, com os animaes bravos das ilhas: tambem habitarão n'ella as abestruzinhas; e nunca mais será povoada para sempre, nem será habitada de geração em geração.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Deus transtornou a Sodoma e a Gomorrah, e aos seus visinhos, diz o Senhor, assim ninguem habitará ali, nem morará n'ella filho do homem.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um povo vem do norte, e uma grande nação; e reis poderosos se levantarão dos lados da terra.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Arco e lança tomarão; elles são crueis, e não serão compassivos; a sua voz bramará como o mar, e sobre cavallos cavalgarão, como um homem apercebido para a batalha, contra ti, ó filha de Babylonia.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Babylonia ouviu a sua fama, e desfalleceram as suas mãos: tomou-o a angustia e dôr, como da que está de parto.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 como leão subirá da enchente do Jordão, contra a morada do forte, porque n'um momento o farei correr d'ali; e quem é o escolhido, a este porei contra ella: porque quem é similhante a mim? e quem me citaria a mim? e quem é aquelle pastor que subsistiria perante mim?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ouvi o conselho do Senhor, que decretou contra Babylonia, e os seus designios que intentou contra a terra dos chaldeos: Certamente os mais pequenos do rebanho os arrastarão; certamente assolará a morada sobre elles.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50:46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estrondo da tomada de Babylonia estremeceu a terra; e o grito se ouviu entre as nações.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