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do Senhor veiu a Jeremias,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Deus de Israel, dizendo: Escreve n'um livro todas as palavras que te tenho fallado.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dias veem, diz o Senhor, em que farei tornar o captiveiro do meu povo Israel e Judah, diz o Senhor; e tornal-os-hei a trazer á terra que dei a seus paes, e a possuirão.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palavras que fallou o Senhor, ácerca de Israel e de Judah.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Ouvimos uma voz de temor: temor ha, porém não paz.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Perguntae, pois, e olhae, se o varão pare. Porque pois vejo a cada homem com as mãos sobre os lombos como a que está parindo? e porque se teem tornado todos os rostos em amarellidão?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porque aquelle dia é tão grande, que não houve outro similhante! e é tempo de angustia para Jacob: porém será livrado d'ella.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será n'aquelle dia, diz o Senhor dos Exercitos, que eu quebrarei o seu jugo de sobre o teu pescoço, e quebrarei as tuas ataduras; e nunca mais se servirão d'elle os estranhos.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servirão ao Senhor, seu Deus, como tambem a David, seu rei, que lhes levantarei.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 pois tu, servo meu Jacob, diz o Senhor, nem te espantes, ó Israel; porque eis que te livrarei de terras de longe, como tambem á tua semente da terra do seu captiveiro; e Jacob tornará, e descançará, e ficará em socego, e não haverá quem o atemorize.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sou comtigo, diz o Senhor, para te livrar; porquanto farei consummação de todas as nações entre as quaes te espalhei; porém de ti não farei consummação, mas castigar-te-hei com medida, e de todo não te terei por innocente.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Teu quebrantamento é mortal; a tua chaga é dolorosa.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quem julgue a tua causa para ligal-a; não tens remedios que possam curar.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teus amantes já se esqueceram de ti, e não perguntam por ti; porque te feri de ferida de inimigo, e de castigo do cruel, pela grandeza da tua maldade e multidão de teus peccados.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gritas por causa de teu quebrantamento? tua dôr é mortal. Pela grandeza de tua maldade, e multidão de teus peccados, eu fiz estas coisas.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todos os que te devoram serão devorados; e todos os teus adversarios, todos irão em captiveiro; e os que te roubam serão roubados, e a todos os que te despojam entregarei ao saque.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restaurarei a saude, e te sararei das tuas chagas, diz o Senhor; porquanto te chamam a engeitada. Sião é, dizem, já não ha quem pergunte por ella.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tornarei a trazer o captiveiro das tendas de Jacob, e apiedar-me-hei das suas moradas; e a cidade será reedificada sobre o seu montão, e o palacio estará posto como costuma.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sairá d'elles o louvor e a voz de jubilo; e multiplical-os-hei, e não serão diminuidos, e glorifical-os-hei, e não serão acanhados.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filhos serão como da antiguidade, e a sua congregação será confirmada perante o meu rosto; e farei visitação sobre todos os seus oppressores.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principe será d'elles; e o seu governador sairá do meio d'elle, e o farei approximar, e elle se chegará a mim; porque quem será aquelle que empenhe o seu coração para se chegar a mim? diz 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ser-me-heis por povo, e eu vos serei por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tormenta do Senhor, a sua indignação, saiu, uma tormenta varredeira: cairá cruelmente sobre a cabeça dos impios.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voltará atraz o furor da ira do Senhor, até que tenha executado, e ate que tenha cumprido os designios do seu coração: no fim dos dias entendereis isto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