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Justo serias, ó Senhor, ainda que eu contendesse contra ti: comtudo fallarei comtigo dos teus juizos. Porque prospera o caminho dos impios, e vivem em paz todos os que commettem aleivosia aleivosamente?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Plantaste-os, arraigaram-se tambem, avançam, dão tambem fructo: chegado estás á sua bocca, porém longe dos seus rins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tu, ó Senhor, me conheces, tu me vês, e provas o meu coração para comtigo; arranca-os como a ovelhas para o matadouro, e dedica-os ao dia da matança.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 lamentará a terra, e se seccará a herva de todo o campo? pela maldade dos que habitam n'ella, perecem os animaes e as aves; porquanto dizem: Não verá o nosso ultimo fim.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corres com os homens de pé, fazem-te cançar; como pois competirás com os cavallos? se tão sómente na terra de paz te confias, como farás na enchente do Jordão?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até os teus irmãos, e a casa de teu pae, elles tambem se hão deslealmente contra ti; até os mesmos clamam após ti em altas vozes: Não te fies n'elles, quando te fallarem coisas boas.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desamparei a minha casa, abandonei a minha herança: entreguei a amada da minha alma na mão de seus inimigos.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Tornou-se-me a minha herança como leão em brenha: levantou a sua voz contra mim, por isso eu a aborreci.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minha herança me é ave de varias côres; andam as aves contra ella em redor: vinde, pois, ajuntae-vos todos os animaes do campo, vinde a devoral-a.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Muitos pastores destruiram a minha vinha, pisaram o meu campo: tornaram em deserto de assolação o meu campo desejado.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assolação o tornaram, e assolado clama a mim: toda a terra está assolada, porquanto não ha nenhum que tome isso a peito.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todos os logares altos do deserto vieram destruidores; porque a espada do Senhor devora desde um extremo da terra até outro extremo da terra: não ha paz para nenhuma carne.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Semearam trigo, e segaram espinhos; cançaram-se, mas de nada se aproveitaram: envergonhae-vos pois em razão de vossas colheitas, e por causa do ardor da ira do Senhor.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diz o Senhor, ácerca de todos os meus maus visinhos, que tocam a minha herança, a qual dei por herança ao meu povo Israel: Eis que os arrancarei da sua terra, e a casa de Judah arrancarei do meio d'elles.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depois de os haver arrancado, tornarei, e me compadecerei d'elles, e os farei tornar cada um á sua herança, e cada um á sua terra.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será que, se diligentemente aprenderem os caminhos do meu povo, jurando pelo meu nome, dizendo: Vive o Senhor, como ensinaram a meu povo a jurar por Baal, edificar-se-hão no meio do meu povo.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Jeremias 12:17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Porém, se não quizerem ouvir, totalmente arrancarei a tal nação, e a farei perecer, diz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