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peccado de Judah está escripto com um ponteiro de ferro, com ponta de diamante, gravado na taboa do seu coração e nos cornos dos vossos altares.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seus filhos se lembram dos seus altares, e dos seus bosques junto ás arvores verdes, sobre os altos outeiros.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montanha juntamente com o campo, a tua riqueza e todos os teus thesouros, darei por preza, como tambem os teus altos, pelo peccado, em todos os teus termos.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por ti mesmo te deixarás da tua herança que te dei, e far-te-hei servir os teus inimigos, na terra que não conheces; porque o fogo que accendeste na minha ira arderá para sempre.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Maldito o varão que confia no homem, e põe a carne por seu braço, e cujo coração se aparta do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como a tamargueira no deserto, que não sente quando vem o bem; antes morará nos logares seccos do deserto, na terra salgada e inhabitavel.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bemdito o varão que confia no Senhor, e cuja confiança é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como a arvore plantada junto ás aguas, que estende as suas raizes para o ribeiro, e não sente quando vem o calor, e a sua folha fica verde, e no anno de sequidão não se afadiga, nem deixa de dar fructo.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Enganoso é o coração, mais do que todas as coisas, e perverso: quem o conhecerá?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o Senhor, esquadrinho o coração e experimento os rins: e isto para dar a cada um segundo os seus caminhos e segundo o fructo das suas acções.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perdiz que ajunta ovos que não choca, assim é o que ajunta riquezas, mas não com direito; no meio de seus dias as deixará, e no seu fim se fará um insensato.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throno de gloria e altura, desde o principio, é o logar do nosso sanctuario.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Esperança d'Israel! todos aquelles que te deixam serão envergonhados e os que se apartam de mim serão escriptos sobre a terra; porque deixam ao Senhor, a fonte das aguas vivas.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Sara-me, Senhor, e sararei: salva-me, e serei salvo; porque tu és o meu louvor.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elles me dizem: Onde está a palavra do Senhor? venha agora.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não me apressei em ser o pastor após ti; nem tão pouco desejei o dia mortal, tu o sabes; o que saiu dos meus labios está diante de tua face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sejas por espanto: meu refugio és tu no dia do mal.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Envergonhem-se os que me perseguem, e não me envergonhe eu; assombrem-se elles, e não me assombre eu: traze sobre elles o dia do mal, e com dobrada esmigalhadura os esmigalha.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disse o Senhor: Vae, e põe-te á porta dos filhos do povo, pela qual entram os reis de Judah, e pela qual saem; como tambem a todas as portas de Jerusalem.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dize-lhes: Ouvi a palavra do Senhor, vós, reis de Judah e todo o Judah, e todos os moradores de Jerusalem, que entraes por estas portas.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Guardae as vossas almas, e não tragaes cargas no dia de sabbado, nem as introduzaes pelas portas de Jerusalem: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tireis cargas de vossas casas no dia de sabbado, nem façaes obra alguma: antes sanctificae o dia de sabbado, como eu dei ordem a vossos paes.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deram ouvidos, nem inclinaram as suas orelhas; mas endureceram a sua cerviz, para não ouvirem, e para não receberem correcção.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se diligentemente me ouvirdes, diz o Senhor, não introduzindo cargas pelas portas d'esta cidade no dia de sabbado, e sanctificardes o dia de sabbado, não fazendo n'elle obra alguma: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entrarão pelas portas d'esta cidade reis e principes, assentados sobre o throno de David, andando em carros e montados em cavallos, assim elles como os seus principes, os homens de Judah, e os moradores de Jerusalem: e esta cidade será para sempre habitada.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virão das cidades de Judah, e dos contornos de Jerusalem, e da terra de Benjamin, e das planicies, e das montanhas, e do sul, trazendo holocaustos, e sacrificios, e offertas de manjares, e incenso, como tambem trazendo sacrificios de louvores á casa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me derdes ouvidos, para sanctificardes o dia de sabbado, e para não trazerdes carga alguma, quando entrardes pelas portas de Jerusalem no dia de sabbado, então accenderei fogo nas suas portas, que consumirá os palacios de Jerusalem, e não se apagará.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