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do Senhor veiu a Jeremias, quando Nabucodonozor, rei de Babylonia, e todo o seu exercito, e todos os reinos da terra, que estavam sob o dominio da sua mão, e todos os povos, pelejavam contra Jerusalem, e contra todas as suas cidades,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Deus de Israel: Vae, e falla a Zedekias, rei de Judah, e dize-lhe: Assim diz o Senhor: Eis que eu dou esta cidade na mão do rei de Babylonia, e queimal-a-ha a fogo.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não escaparás á sua mão; antes decerto serás preso, e serás entregue na sua mão: e teus olhos verão os olhos do rei de Babylonia, e elle te fallará bocca a bocca, e entrarás em Babylonia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ouve a palavra do Senhor, ó Zedekias, rei de Judah: assim diz o Senhor de ti: Não morrerás á espada.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paz morrerás, e conforme as queimas de teus paes, os reis precedentes, que foram antes de ti, assim te queimarão a ti, e prantear-te-hão, dizendo: Ah Senhor! porque eu disse a palavra, diz 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Jeremias, o propheta, a Zedekias, rei de Judah, todas estas palavras, em Jerusalem,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exercito do rei de Babylonia pelejava contra Jerusalem, e contra todas as cidades de Judah, que ficaram de resto: contra Lachis e contra Azeca; porque estas fortes cidades ficaram de resto, d'entre as cidades de Judah.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do Senhor veiu a Jeremias, depois que o rei Zedekias fez concerto com todo o povo que havia em Jerusalem, para lhes apregoar a liberdade;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cada um despedisse forro o seu servo, e cada um a sua serva, hebreo ou hebrea; de maneira que ninguem se fizesse servir d'elles, sendo judeos, seus irmãos.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ouviram todos os principes, e todo o povo que entrou no concerto, que cada um despedisse forro o seu servo, e cada um a sua serva, de maneira que não se fizessem mais servir d'elles: ouviram pois, e os soltaram.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depois se arrependeram, e fizeram voltar os servos e as servas que largaram livres, e os sujeitaram por servos e por servas.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a palavra do Senhor a Jeremias, da parte do Senhor,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Deus de Israel: Eu fiz concerto com vossos paes, no dia em que os tirei da terra do Egypto, da casa de servos, dizendo: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fim de sete annos largareis cada um a seu irmão hebreo, que te fôr vendido a ti, e te houver servido a ti seis annos, e despedil-o-has forro de ti; porém vossos paes me não ouviram, nem inclinaram os seus ouvidos.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havieis hoje convertido, e tinheis feito o que é recto aos meus olhos, apregoando liberdade cada um ao seu proximo; e tinheis feito diante de mim um concerto, na casa que se chama pelo meu nome: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vos tornastes, e profanastes o meu nome, e fizestes voltar cada um ao seu servo, e cada um á sua serva, os quaes já tinheis despedido forros conforme a sua vontade; e os sujeitastes, para que se vos fizessem servos e servas.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Senhor: Vós me não ouvistes a mim, para apregoardes a liberdade, cada um ao seu irmão, e cada um ao seu proximo; pois eis que eu vos apregôo a liberdade, diz o Senhor, para a espada, para a pestilencia, e para a fome; e dar-vos-hei por espanto a todos os reinos da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entregarei os homens que, traspassaram o meu concerto, que não confirmaram as palavras do concerto, que fizeram diante de mim, com o bezerro, que fenderam em duas partes, e passaram pelo meio das suas porções;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saber, os principes de Judah, e os principes de Jerusalem, os eunuchos, e os sacerdotes, e todo o povo da terra que passou por meio das porções do bezerro;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Entregal-os-hei, digo, na mão de seus inimigos, e na mão dos que procuram a sua morte, e os cadaveres d'elles serão para mantimento ás aves dos céus e aos animaes da terra.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o rei Zedekias, rei de Judah, e seus principes entregarei na mão de seus inimigos e na mão dos que procuram a sua morte, a saber, na mão do exercito do rei de Babylonia, que já se retirou de vós.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darei ordem, diz o Senhor, e os farei tornar a esta cidade, e pelejarão contra ella, e a tomarão, e a queimarão a fogo; e as cidades de Judah porei em assolação, que ninguem habite n'ellas.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