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voltas ás ruas de Jerusalem, e vêde agora; e informae-vos, e buscae pelas suas praças, a ver se achaes alguem, ou se ha algum que faça juizo ou busque a verdade; e eu lhe perdoarei a ella.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que digam: Vive o Senhor, comtudo falsamente juram.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Senhor, porventura os teus olhos não attentam para a verdade? feriste-os, e não lhes doeu: consumiste-os, e não quizeram receber castigo: endureceram as suas faces mais do que uma rocha; não quizeram voltar.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disse: Devéras pobres são estes: estão enlouquecidos; pois não sabem o caminho do Senhor, o juizo do seu Deus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aos grandes, e fallarei com elles; porque elles sabem o caminho do Senhor, o juizo do seu Deus; porém estes juntamente quebrantaram o jugo, e romperam as ataduras.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um leão do bosque os feriu, um lobo dos desertos os assolará; um leopardo vigia contra as suas cidades: qualquer que sair d'ellas será despedaçado; porque as suas transgressões se multiplicaram, multiplicaram-se as suas apostasias.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Como, vendo isto, te perdoaria? teus filhos me deixam a mim e juram pelos que não são deuses: quando os fartei, então adulteraram, e em casa de meretriz se ajuntaram em tropas.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cavallos bem fartos, levantam-se pela manhã, rinchando cada um á mulher do seu companheiro.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faria visitação por estas coisas, diz o Senhor, ou não se vingaria a minha alma de uma nação como esta?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 aos seus muros, e destrui-os (porém não façaes uma destruição final); tirae as suas ameias; porque não são do Senhor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aleivosissimamente se houveram contra mim a casa de Israel e a casa de Judah, diz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Negam ao Senhor, e dizem: Não é Elle: e; Nem nos sobrevirá mal, nem veremos espada nem fome.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os prophetas pararão em vento, porque a palavra não está com elles: assim lhes succederá a elles mesmos.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Senhor, o Deus dos Exercitos: Porquanto fallaste tal palavra, eis que converterei as minhas palavras na tua bocca em fogo, e a este povo em lenha, e os consumirá.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trarei sobre vós uma nação de longe, ó casa de Israel, diz o Senhor: é uma nação robusta, é uma nação antiquissima, uma nação cuja lingua ignorarás, e não entenderás o que ella fallar.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aljava é como uma sepultura aberta: todos elles são valentes.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comerão a tua sega e o teu pão, que haviam de comer teus filhos e tuas filhas; comerão as tuas ovelhas e as tuas vaccas; comerão a tua vide e a tua figueira: as tuas cidades fortes, em que confiavas, empobrecerão á espada.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Comtudo, ainda n'aquelles dias, diz o Senhor, não farei de vós uma destruição final.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succederá que, quando disserdes: Porque nos fez o Senhor nosso Deus todas estas coisas? então lhes dirás: Como vós me deixastes, e servistes a deuses estranhos na vossa terra, assim servireis a estrangeiros, em terra que não é vossa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Annunciae isto na casa de Jacob, e fazei-o ouvir em Judah,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agora isto, ó povo louco, e sem coração, que tendes olhos e não vêdes, que tendes ouvidos e não ouvis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me não temereis a mim? diz o Senhor; não temereis diante de mim, que puz a areia por limite ao mar, por ordenança eterna, a qual não traspassará? ainda que se levantem as suas ondas, comtudo não prevalecerão; ainda que bramam, comtudo não a traspassarão.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 povo é de coração rebelde e pertinaz: já se rebellaram e se retiram.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dizem no seu coração: Temamos agora ao Senhor nosso Deus, que dá chuva, a temporã e a tardia, ao seu tempo; e as semanas determinadas da sega nos conserva.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vossas iniquidades desviam estas coisas, e os vossos peccados apartam de vós o bem.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impios se acham entre o meu povo: cada um anda espiando, como se acaçapam os passarinheiros; armam laços perniciosos, com que prendem os homens.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gaiola está cheia de passaros, assim estão cheias as suas casas de engano; por isso se engrandeceram, e enriqueceram.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Engordam-se, alisam-se, e sobre-*pujam até os feitos dos malignos; não julgam a causa do orphão; todavia prosperam: nem julgam o direito dos necessitados.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sobre estas coisas não faria visitação? diz o Senhor; não se vingaria a minha alma d'uma nação como esta?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Coisa espantosa e horrenda se anda fazendo na terra.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prophetas prophetizam falsamente, e os sacerdotes dominam pelas mãos d'elles, e o meu povo assim o deseja: mas que fareis ao fim d'isto?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