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do Senhor veiu a Jeremias, nos dias de Joaquim, filho de Josias, rei de Judah,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 á casa dos rechabitas, e falla com elles, e leva-os á casa do Senhor, a uma das camaras e dá-lhes vinho a beber.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tomei a Jasanias, filho de Jeremias, filho de Habazinias, e a seus irmãos, e a todos os seus filhos, e a toda a casa dos rechabitas;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levei á casa do Senhor, á camara dos filhos de Hanan, filho de Jigdalias, homem de Deus, que está junto á camara dos principes, que está sobre a camara de Maaseias, filho de Sallum, guarda do vestibulo: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puz diante dos filhos da casa dos rechabitas taças cheias de vinho, e copos, e disse-lhes: Bebei vinho.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 disseram: Não beberemos vinho; porque Jonadab, filho de Rechab, nosso pae, nos mandou, dizendo: Não bebereis vinho, nem vós nem vossos filhos perpetuamente;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edificareis casa, nem semeareis semente, nem plantareis vinha, nem a possuireis; mas habitareis em tenda todos os vossos dias, para que vivaes muitos dias sobre a face da terra, em que vós andaes peregrinando.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Obedecemos pois á voz de Jonadab, filho de Rechab, nosso pae, em tudo quanto nos ordenou; de maneira que não bebemos vinho em todos os nossos dias, nem nós, nem nossas mulheres, nem nossos filhos, nem nossas filhas,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edificamos casas para nossa habitação: nem temos vinha, nem campo, nem semente.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habitamos em tendas, e assim ouvimos e fizemos conforme tudo quanto nos mandou Jonadab, nosso pae.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Succedeu, porém, que, subindo Nabucodonozor, rei de Babylonia, a esta terra, dissemos: Vinde, e vamo-nos a Jerusalem, por causa do exercito dos chaldeos, e por causa do exercito dos syros; e assim ficámos em Jerusalem.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palavra do Senhor a Jeremias, dizendo: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o Deus de Israel: Vae, e dize aos homens de Judah e aos moradores de Jerusalem: Porventura nunca acceitareis ensino, para ouvirdes as minhas palavras? diz 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de Jonadab, filho de Rechab, que ordenou a seus filhos que não bebessem vinho, foram guardadas; pois não beberam até este dia, antes ouviram o mandamento de seu pae, e eu vos tenho fallado a vós, madrugando e fallando, porém vós não me ouvistes a mim.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enviei a todos os meus servos, os prophetas, madrugando, e enviando, e dizendo: Convertei-vos agora, cada um do seu mau caminho, e fazei boas as vossas acções, e não sigaes a outros deuses para servil-os; e assim ficareis na terra que vos dei a vós e a vossos paes; porém não inclinastes o vosso ouvido, nem me obedecestes a mim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os filhos de Jonadab, filho de Rechab, guardaram o mandamento de seu pae que lhes ordenou; e este povo não me obedeceu: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assim diz o Senhor, o Deus dos Exercitos, o Deus de Israel: Eis que trarei sobre Judah, e sobre todos os moradores de Jerusalem, todo o mal que fallei contra elles; porquanto lhes tenho fallado, e não ouviram; e clamei a elles, e não responderam.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casa dos rechabitas disse Jeremias: Assim diz o Senhor dos Exercitos, o Deus de Israel: Porquanto obedecestes ao mandamento de Jonadab, vosso pae, e guardastes todos os seus mandamentos, e fizestes conforme tudo quanto vos ordenou,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dos Exercitos, Deus d'Israel: Nunca faltará varão a Jonadab, filho de Rechab, que assista perante a minha face todos os dias.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