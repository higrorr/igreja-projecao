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Vae, e compra uma botija de oleiro, e toma comtigo dos anciãos do povo e dos anciãos dos sacerdotes;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sae ao valle do filho d'Hinnom, que está á entrada da porta do sol, e apregoa ali as palavras que eu te disser.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dize: Ouvi a palavra do Senhor, ó reis de Judah, e moradores de Jerusalem: assim diz o Senhor dos Exercitos, o Deus d'Israel: Eis que trarei um mal sobre este logar, que quem quer que ouvir retinir-lhe-hão as orelhas: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me deixaram e alienaram este lugar, e n'elle queimaram incenso a outros deuses, que nunca conheceram, nem elles nem seus paes, nem os reis de Judah; e encheram este logar de sangue de innocentes.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edificaram os altos de Baal, para queimarem seus filhos no fogo em holocaustos a Baal; o que nunca lhes ordenei, nem fallei, nem subiu ao meu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eis que dias veem, diz o Senhor, em que este logar não se chamará mais Topheth, nem o valle do filho de Hinnom, mas o valle da matança.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dissiparei o conselho de Judah e de Jerusalem n'este logar, e os farei cair á espada diante de seus inimigos, e pela mão dos que buscam a sua vida d'elles; e darei os seus cadaveres para pasto ás aves dos céus e aos animaes da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esta cidade em espanto e por assobio: todo aquelle que passar por ella se espantará, e assobiará sobre todas as suas pragas.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farei comer a carne de seus filhos, e a carne de suas filhas, e comerá cada um a carne do seu proximo, no cerco e no aperto em que os apertarão os seus inimigos, e os que buscam a vida d'elles.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quebrarás a botija aos olhos dos homens que forem comtigo.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dir-lhes-has: Assim diz o Senhor dos Exercitos: Assim quebrarei eu a este povo, e a esta cidade, como se quebra o vaso do oleiro, que não póde mais refazer-se, e os enterrarão em Topheth, porque não haverá mais logar para os enterrar.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farei a este logar, diz o Senhor, e aos seus moradores; e isso para pôr a esta cidade como a Topheth.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casas de Jerusalem, e as casas dos reis de Judah, serão immundas como o logar de Topheth: como tambem todas as casas, sobre cujos terraços queimaram incenso a todo o exercito dos céus, e offereceram libações a deuses estranhos.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Jeremias de Topheth, onde o tinha enviado o Senhor a prophetizar, se poz em pé no atrio da casa do Senhor, e disse a todo o povo: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o Deus de Israel: Eis que trarei sobre esta cidade, e sobre todas as suas cidades, todo o mal que fallei contra ella, porquanto endureceram a sua cerviz, para não ouvirem as minhas palavras.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