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tempo, diz o Senhor, serei por Deus a todas as gerações de Israel, e ellas me serão a mim por povo.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O povo dos que escaparam da espada achou graça no deserto; a saber, Israel, quando fui leval-o a descançar.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muito que o Senhor me appareceu, dizendo: Porquanto com amor eterno te amei, por isso com benevolencia te attrahi.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te edificarei, e serás edificada, ó virgem de Israel! ainda serás adornada com os teus adufes, e sairás com o coro dos que dançam.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plantarás vinhas nos montes de Samaria: os plantadores as plantarão e gozarão dos fructos.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haverá um dia em que gritarão os vigias sobre o monte de Ephraim: Levantae-vos, e subamos a Sião, ao Senhor nosso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Senhor: Cantae sobre Jacob com alegria, e exultae por causa do Cabeça das gentes: fazei-o ouvir, cantae louvores, e dizei: Salva, Senhor, ao teu povo, o resto de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trarei da terra do norte, e os congregarei das extremidades da terra; entre os quaes haverá cegos e aleijados, gravidas e as de parto juntamente: com grande congregação voltarão para aqui.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Virão com choro, e com supplicas os levarei; guial-os-hei aos ribeiros de aguas, por caminho direito, no qual não tropeçarão, porque sou a Israel por pae, e Ephraim é o meu primogenito.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palavra do Senhor, ó nações, e annunciae-a nas ilhas de longe, e dizei: Aquelle que espalhou a Israel o congregará e o guardará, como o pastor o seu rebanho.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resgatou a Jacob, e o livrou da mão do mais forte do que 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virão, e exultarão na altura de Sião, e correrão aos bens do Senhor, ao trigo, e ao mosto, e ao azeite, e aos cordeiros e bezerros; e a sua alma será como um jardim regado, e nunca mais andarão tristes.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virgem se alegrará na dança, como tambem os mancebos e os velhos juntamente; e tornarei o seu pranto em alegria, e os consolarei, e os alegrarei na tristeza.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saciarei a alma dos sacerdotes com gordura, e o meu povo se fartará dos meus bens, diz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Uma voz se ouviu em Rama, lamentação, choro amargo: Rachel chora seus filhos; não quer ser consolada quanto a seus filhos, porque já não são.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Reprime a tua voz de choro, e as lagrimas de teus olhos: porque ha galardão para o teu trabalho, diz o Senhor, pois voltarão da terra do inimigo.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esperanças no derradeiro fim para os teus descendentes, diz o Senhor, porque teus filhos voltarão para os seus termos.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ouvi eu que Ephraim se queixava, dizendo: Castigaste-me e fui castigado, como novilho ainda não domado: converte-me, e converter-me-hei, porque tu és o Senhor meu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que, depois que me converti, tive arrependimento; e depois que me dei a conhecer a mim mesmo, bati na côxa: fiquei confuso, e tambem me envergonhei; porque levei o opprobrio da minha mocidade.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Ephraim para mim um filho precioso? creança das minhas delicias? porque depois que fallei contra elle, ainda me lembrei d'elle cuidadosamente; por isso se commoveram por elle as minhas entranhas: devéras me compadecerei d'elle, diz 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para ti signaes, põe para ti pyramides, applica o teu coração á vereda, ao caminho por onde andaste: volta pois, ó virgem de Israel, volta a estas tuas cidades.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andarás vagabunda, ó filha rebelde; porque o Senhor creou uma nova coisa sobre a nova terra: uma mulher cercará a um varão.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de Israel: Ainda dirão esta palavra na terra de Judah, e nas suas cidades, quando eu tornar o seu captiveiro: O Senhor te abençõe, ó morada de justiça, ó monte de sanctidade!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n'ella habitarão Judah, e todas as suas cidades juntamente; como tambem os lavradores e os que estão com o rebanho.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reguei a alma cançada, e toda a alma entristecida saciei.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isto despertei, e olhei, e o meu somno foi doce para mim.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dias veem, diz o Senhor, quando semear a casa de Israel, e a casa de Judah, com a semente de homens, e com a semente de animaes.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como velei sobre elles, para arrancar, e para derribar, e para transtornar, e para destruir, e para affligir, assim velarei sobre elles, para edificar e para plantar, diz 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nunca mais dirão: Os paes comeram uvas verdes, e os dentes dos filhos se embotaram.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cada um morrerá pela sua iniquidade: de todo o homem que comer as uvas verdes os dentes se embotarão.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dias veem, diz o Senhor, em que farei um concerto novo com a casa de Israel e com a casa de Judah.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conforme o concerto que fiz com seus paes, no dia em que os tomei pela mão, para os tirar da terra do Egypto; porque elles invalidaram o meu concerto, ainda que me desposei com elles, diz o Senhor.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este é o concerto que farei com a casa de Israel depois d'aquelles dias, diz o Senhor: Porei a minha lei no seu interior, e a escreverei no seu coração; e lhes serei a elles por Deus e elles me serão a mim por povo.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ensinará alguem mais a seu proximo, nem alguem a seu irmão, dizendo: Conhecei ao Senhor: porque todos me conhecerão, desde o mais pequeno d'elles até ao maior d'elles, diz o Senhor: porque lhes perdoarei a sua maldade, e nunca mais me lembrarei dos seus peccados.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que dá o sol para luz do dia, e as ordenanças da lua e das estrellas para luz da noite, que fende o mar, e as suas ondas bramem; o Senhor dos Exercitos é o seu nome.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se desviarem estas ordenanças de diante de mim, diz o Senhor, cessará tambem a semente de Israel de ser uma nação diante de mim todos os dias.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disse o Senhor: Se poderem ser medidos os céus para cima, e sondarem-se os fundamentos da terra para baixo, tambem eu rejeitarei toda a semente de Israel, por tudo quanto fizeram, diz o Senhor.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dias veem, diz o Senhor, em que esta cidade será reedificada para o Senhor, desde a torre de Hanameel até á porta da esquina.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nivel de medir sairá tambem adiante, defronte d'elle, até ao outeiro de Gareb, e virar-se-ha para Goah.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valle dos cadaveres e da cinza, e todos os campos até ao ribeiro de Cedron, até á esquina da porta dos cavallos para o oriente, serão consagrados ao Senhor; não se arrancará nem se derribará mais eternamente.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