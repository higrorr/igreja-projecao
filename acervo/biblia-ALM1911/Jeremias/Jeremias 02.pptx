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clama aos ouvidos de Jerusalem, dizendo: Assim diz o Senhor: Lembro-me de ti, da beneficencia da tua mocidade, e do amor dos teus desposorios, quando andavas após mim no deserto, n'uma terra que se não semeava.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Israel era sanctidade para o Senhor, e as primicias da sua novidade: todos os que comiam eram tidos por culpados; o mal vinha sobre elles, diz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palavra do Senhor, ó casa de Jacob, e todas as familias da casa de Israel: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Que injustiça acharam vossos paes em mim, para se alongarem de mim, e se foram após a vaidade, e se tornaram levianos?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disseram: Onde está o Senhor, que nos fez subir da terra do Egypto? que nos guiou pelo deserto, por uma terra de charnecas, e de covas, por uma terra de sequidão e sombra de morte, por uma terra pela qual ninguem passava, e homem nenhum morava n'ella?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introduzi n'uma terra fertil, para comerdes o seu fructo e o seu bem; mas quando entrastes n'ella contaminastes a minha terra, e da minha herança fizestes uma abominação.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sacerdotes não disseram: Onde está o Senhor? E os que tratavam da lei não me conheciam, e os pastores prevaricavam contra mim, e os prophetas prophetizavam por Baal, e andavam após o que de nada aproveita.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ainda contenderei comvosco, diz o Senhor; e até com os filhos de vossos filhos contenderei.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passae ás ilhas de Chittim, e vêde; e enviae a Kedar, e attentae bem, e vêde se succedeu coisa similhante.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alguma nação que tenha trocado os seus deuses, ainda que não sejam deuses? Todavia o meu povo trocou a sua gloria pelo que de nada aproveita.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Espantae-vos d'isto, ó céus! e pasmae; e sêde grandemente assolados, diz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meu povo fez duas maldades: a mim me deixaram, o manancial de aguas vivas, e cavaram cisternas, cisternas fendidas, que já não reteem aguas.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é Israel um servo, ou nascido em casa? porque pois veiu a ser preza?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leão bramaram sobre elle, levantaram a sua voz; e pozeram a sua terra em assolação; as suas cidades se queimaram, e ninguem habita n'ellas.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os filhos de Noph e de Tachphanes te quebraram o alto da cabeça.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tu não te fazes isto a ti mesmo? pois deixas ao Senhor teu Deus, no tempo em que elle te guia pelo caminho.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que te importa a ti o caminho do Egypto, para beberes as aguas de Sihor? e que te importa a ti o caminho da Assyria, para beberes as aguas do rio?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malicia te castigará, e os teus apartamentos te reprehenderão: sabe, pois, e vê, quão mal e amargo é deixares ao Senhor teu Deus, e não teres o meu temor comtigo, diz o Senhor Jehovah dos Exercitos.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já ha muito quebrava o teu jugo, e rompia as tuas ataduras, dizias tu: Nunca mais transgredirei; comtudo em todo o outeiro alto e debaixo de toda a arvore verde te andas encurvando e fornicando.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mesmo te plantei por vide excellente, e todo fiel semente: como pois te tornaste para mim uma planta degenerada de vide estranha?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ainda que te laves com salitre, e amontoes sabão, comtudo a tua iniquidade está apontada diante de mim, diz o Senhor Jehovah.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dizes logo: Não estou contaminado nem andei após os baalins? vê o teu caminho no valle, conhece o que fizeste: dromedaria ligeira és, que anda torcendo os seus caminhos.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Jumenta montez, acostumada ao deserto, que, conforme o desejo da sua alma, sorve o vento, quem deteria o seu encontro? todos os que a buscarem, não se cançarão; no mez d'ella a acharão.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Retem o teu pé de ser descalço, e a tua garganta de ter sêde: porém tu dizes: Não ha esperança: não; porque amo os estranhos, e após elles andarei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fica confundido o ladrão quando o apanham, assim se confundem os da casa de Israel; elles, os seus reis, os seus principes, e os seus sacerdotes, e os seus prophetas,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dizem ao páu: Tu és meu pae; e á pedra: Tu me geraste; porque me viraram as costas, e não o rosto: porém no tempo do seu trabalho dirão: Levanta-te, e livra-nos.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pois estão os teus deuses, que fizeste para ti? que se levantem, se te podem livrar no tempo do teu trabalho: porque os teus deuses, ó Judah, são tantos em numero como as tuas cidades.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contendeis comigo? todos vós transgredistes contra mim, diz 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vão castigareis os vossos filhos; não acceitarão o castigo: a vossa espada devorou os vossos prophetas como um leão destruidor.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geração! considerae vós a palavra do Senhor: porventura tenho eu sido para Israel um deserto? ou uma terra da mais espessa escuridão? porque pois diz o meu povo: Temos determinado nunca mais vir a ti.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esquece-se a virgem dos seus enfeites, ou a esposa dos seus sendaes? todavia o meu povo se esqueceu de mim, innumeraveis dias.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enfeitas o teu caminho, para buscares o amor? de sorte que até ás malignas ensinaste os teus caminhos.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nas orlas dos teus vestidos se achou o sangue das almas dos innocentes e necessitados: o que não achei minando, mas em todas estas coisas.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dizes: Devéras que estou innocente, pois já a sua ira se desviou de mim: eis que entrarei em juizo comtigo, porquanto dizes: Não pequei.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desvias tanto, mudando o teu caminho? tambem do Egypto serás envergonhada, como foste envergonhada da Assyria.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d'aquelle sairás com as mãos sobre a tua cabeça; porque o Senhor rejeitou as tuas confianças, e não prosperarás com ellas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