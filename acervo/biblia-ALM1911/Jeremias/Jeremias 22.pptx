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Desce á casa do rei de Judah, e falla ali esta palavra.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dize: Ouve a palavra do Senhor, ó rei de Judah, que te assentas no throno de David: tu, e os teus servos, e o teu povo, que entraes por estas portas.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Fazei juizo e justiça, e livrae o roubado da mão do oppressor; e não opprimaes ao estrangeiro, nem ao orphão, nem á viuva; não façaes violencia, nem derrameis sangue innocente n'este logar.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devéras fizerdes esta palavra, entrarão pelas portas d'esta casa os reis que se assentam no logar de David sobre o seu throno, em carros e montados em cavallos, elles, e os seus servos, e o seu povo.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não derdes ouvidos a estas palavras, por mim mesmo tenho jurado, diz o Senhor, que esta casa se tornará em assolação.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ácerca da casa do rei de Judah: Tu és para mim Gilead, e a altura do Libano: por certo que farei de ti um deserto e cidades deshabitadas.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prepararei contra ti destruidores, cada um com as suas armas: e cortarão os teus cedros escolhidos, e lançal-os-hão no fogo.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muitas nações passarão por esta cidade, e dirá cada um ao seu companheiro: Porque obrou o Senhor assim com esta grande cidade?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dirão: Porque deixaram o concerto do Senhor seu Deus, e se inclinaram diante de deuses alheios, e os serviram.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choreis o morto, nem o lastimeis: chorae abundantemente aquelle que sae, porque nunca mais tornará, nem verá a terra onde nasceu.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ácerca de Shallum, filho de Josias, rei de Judah, que reinava em logar de Josias seu pae, que saiu d'este logar: Nunca ali tornará mais.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no logar para onde o levaram captivo ali morrerá, e nunca mais verá esta terra.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d'aquelle que edifica a sua casa com injustiça, e os seus aposentos sem razão, que se serve do serviço do seu proximo sem paga, e não lhe dá o salario do seu trabalho.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diz: Edificar-me-hei uma casa espaçosa, e aposentos largos: e lhe abre janellas, e está forrada de cedro, e pintada de vermelhão.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reinarás, porque te encerras em cedro? acaso teu pae não comeu e bebeu, e não usou de juizo e justiça? e então lhe succedeu bem.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Julgou a causa do afflicto e necessitado; então lhe succedeu bem; porventura não é isto conhecer-me? diz 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teus olhos e o teu coração não attentam senão para a tua avareza, e para o sangue innocente, para derramal-o, e para a oppressão, e para a violencia, para os levar a effeito.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ácerca de Joaquim, filho de Josias, rei de Judah: Não lamentarão por elle, dizendo: Ai, irmão meu, ou, Ai, irmã minha! nem lamentarão por elle, dizendo: Ai, Senhor, ou, Ai, sua magestade!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sepultura de jumento será sepultado, arrastando-o e lançando-o para bem longe, fóra das portas de Jerusalem.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Sobe ao Libano, e clama, e levanta a tua voz em Basan, e clama pelas passagens, que já estão quebrantados os teus namorados.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Fallei comtigo na tua posteridade, porém tu disseste: Não ouvirei. Este é o teu caminho, desde a tua mocidade, que nunca déste ouvidos á minha voz.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vento apascentará a todos os teus pastores, e os teus namorados irão para o captiveiro: certamente então te confundirás, e te envergonharás, por causa de toda a tua maldade.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tu, que habitas no Libano e fazes o teu ninho nos cedros, quão lastimada serás quando te vierem as dôres e os ais como da que está de parto!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eu, diz o Senhor, que ainda que Conias, filho de Joaquim, rei de Judah, fosse o annel do sello na minha mão direita, que d'ali te arrancaria.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entregarei na mão dos que buscam a tua vida, e na mão d'aquelles diante de quem tu temes, a saber, na mão de Nabucodonozor, rei de Babylonia, e na mão dos chaldeos.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lançar-te-hei, a ti e á tua mãe que te pariu, a uma terra estranha, em que não nasceste, e ali morrereis.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á terra, para a qual elles levantam a sua alma, para tornarem a ella, a ella não tornarão.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pois porventura este homem Conias um vil idolo quebrantado? ou um vaso de que ninguem se agrada? por que razão foram arremessados fóra, elle e a sua geração, e arrojados para uma terra que não conhecem?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terra, terra, terra! ouve a palavra do Senhor.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Escrevei que este homem está roubado de filhos, homem que não prosperará nos seus dias; porque não prosperará algum da sua geração, que se assentar no throno de David, e que reinar mais em Judah.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