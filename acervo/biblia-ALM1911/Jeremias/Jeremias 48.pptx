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Moab assim diz o Senhor dos Exercitos, Deus de Israel: Ai de Nebo, porque foi destruida: envergonhada está Kiriathaim, já é tomada: Misgab está envergonhada e espantada.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ha mais gloriação de Moab ácerca de Hesbon; pensaram mal contra ella, dizendo: Vinde, e desarreiguemol-a, para que não seja mais povo; tambem tu, ó Madmen, serás desarreigada; a espada te irá seguindo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grito de Horonaim: ruina e grande destruição.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está destruida Moab: seus filhinhos fizeram-se ouvir com gritos.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subida de Luhith subirá choro sobre choro; porque na descida de Horonaim os adversarios de Moab ouviram um lastimoso clamor.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Fugi, salvae a vossa vida, e sereis como a tamargueira no deserto.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por causa da tua confiança nas tuas obras, e nos teus thesouros, tambem tu serás tomada; e Camos sairá para o captiveiro, os seus sacerdotes e os seus principes juntos.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virá o destruidor sobre cada uma das cidades, e nenhuma escapará, e perecerá o valle, e destruir-se-ha a campina; porque o Senhor o disse.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azas a Moab; porque voando sairá, e as suas cidades se tornarão em assolação, e ninguem morará n'ellas.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fizer a obra do Senhor fraudulosamente: e maldito aquelle que veda a sua espada do sangue.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Moab esteve descançado desde a sua mocidade, e repousou nas suas fezes, e não foi trafegado de vaso em vaso, nem foi para o captiveiro; por isso permaneceu o seu sabor n'elle, e o seu cheiro não mudou.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dias veem, diz o Senhor, em que lhe enviarei andantes, que o farão andar a grandes passos; e despejarão os seus vasos, e romperão os seus odres.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Moab terá vergonha de Camos, como se envergonhou a casa de Israel de Beth-el, sua confiança.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direis, pois: Valentes somos e homens fortes para a guerra?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está destruido Moab, e subiu das suas cidades, e os seus mancebos escolhidos desceram á matança, diz o rei, cujo nome é o Senhor dos Exercitos.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é chegada a vinda da perdição de Moab; e apressura-se muito o seu mal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Condoei-vos d'elle todos os que estaes em redor d'elle, e todos os que sabeis o seu nome: dizei: Como se quebrou a vara forte, o cajado formoso?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da tua gloria, e assenta-te em secco, ó moradora, filha de Dibon; porque já o destruidor de Moab subiu contra ti, e já desfez as tuas fortalezas.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Põe-te no caminho, e espia, ó moradora de Aroer: pergunta ao que vae fugindo; e á que escapou dize: Que succedeu?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Moab está envergonhado, porque foi quebrantado; uivae e gritae: annunciae em Arnon que já Moab está destruido.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juizo veiu sobre a terra da campina: sobre Holon, e sobre Jaza, e sobre Mephaat,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Dibon, e sobre Nebo, e sobre Beth-diblataim,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Kiriathaim, e sobre Beth-gamul, e sobre Beth-meon,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Kerioth, e sobre Bozra; e até sobre todas as cidades da terra de Moab, as de longe e as de perto.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é cortado o corno de Moab, e é quebrantado o seu braço, diz 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Embriagae-o, porque contra o Senhor se engrandeceu; e Moab se revolverá no seu vomito, e elle tambem será por escarneo.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te foi tambem Israel por escarneo? porventura foi achado entre ladrões, porque desde que fallas d'elle te ris?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Deixae as cidades, e habitae no rochedo, ó moradores de Moab; e sêde como a pomba que se aninha nas extremidades da bocca da caverna.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ouvimos a soberba de Moab, que é soberbissimo, como tambem a sua arrogancia, e a sua soberba, e sua altivez e a altura do seu coração.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conheço, diz o Senhor, a sua indignação, porém assim não será: as suas mentiras não o farão assim.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uivarei por Moab, e gritarei por todo o Moab: pelos homens de Kir-heres gemerão.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choro de Jaezar chorar-te-hei, ó vide de Sibma; já os teus ramos passaram o mar, e chegaram até ao mar de Jaezer; porém o destruidor caiu sobre os fructos do teu verão, e sobre a tua vindima.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Tirou-se pois o folguedo e a alegria do campo fertil e da terra de Moab; porque fiz cessar o vinho dos lagares: já não pisarão uvas com jubilo: o jubilo não será jubilo.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grito de Hesbon até Eleale e até Jahaz, deram a sua voz desde Zoar, até Horonaim, como bezerra de tres annos; porque até as aguas do Nimrim se tornarão em assolações.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cessar em Moab, diz o Senhor, quem sacrifique no alto, e queime incenso aos seus deuses.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resoará o meu coração por Moab como frautas; tambem resoará o meu coração pelos homens de Kir-heres como frautas; porquanto a abundancia que ajuntou se perdeu.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cabeça será calva, e toda a barba será diminuida; sobre todas as mãos ha sarjaduras, e sobre os lombos saccos.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todos os telhados de Moab e nas suas ruas haverá um pranto geral; porque quebrantei a Moab, como a um vaso que não agrada, diz o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foi quebrantado? uivam: como virou Moab as costas e se envergonhou? assim será Moab objecto de escarneo e de espanto a todos os que estão em redor d'elle.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Eis que voará como a aguia, e estenderá as suas azas sobre Moab.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são tomadas as cidades, e occupadas as fortalezas: e será o coração dos valentes de Moab n'aquelle dia como o coração da mulher que está com dôres de parto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Moab será destruido, para que não seja povo; porque se engrandeceu contra o Senhor.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Temor, e cova, e laço, veem sobre ti, ó morador de Moab, diz o Senhor.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fugir do temor cairá na cova, e o que subir da cova ficará preso no laço; porque trarei sobre elle, sobre Moab, o anno da sua visitação, diz o Senhor.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fugiam da força pararam á sombra de Hesbon; porém fogo saiu de Hesbon, e a labareda do meio de Sihon, e devorou o canto de Moab e a mioleira dos filhos de arroido.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ti, Moab; já pereceu o povo de Camos; porque teus filhos foram levados em captiveiro, como tambem tuas filhas em captividade.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farei voltar os captivos de Moab no ultimo dos dias, diz o Senhor. Até aqui o juizo de Moab.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