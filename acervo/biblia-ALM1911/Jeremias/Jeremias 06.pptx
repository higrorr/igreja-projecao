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Fugi em tropas, filhos de Benjamin, do meio de Jerusalem; e tocae a buzina em Tekoa, e levantae o facho sobre Beth-accerem: porque da banda do norte apparece um mal e um grande quebrantamento.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uma mulher formosa e delicada assimilhei a filha de Sião.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ella virão pastores com os seus rebanhos; levantarão contra ella tendas em redor, e cada um apascentará no seu logar.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Preparae a guerra contra ella, levantae-vos, e subamos ao pino do meio-dia: ai de nós! que já declinou o dia, que já se vão estendendo as sombras da tarde.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Levantae-vos, e subamos de noite, e destruamos os seus palacios.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dos Exercitos: Cortae arvores, e levantae tranqueiras contra Jerusalem; esta é a cidade que ha de ser visitada, mera oppressão ha no meio d'ella.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fonte produz as suas aguas, assim ella produz a sua malicia: violencia e estrago se ouvem n'ella; enfermidade e feridas ha diante de mim continuadamente.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Corrige-te, ó Jerusalem, para que a minha alma não se aparte de ti, para que não te torne em assolação e terra não habitada.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Diligentemente rabiscarão os residuos de Israel com a vinha: torna a tua mão, como o vindimador, aos cestos.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fallarei e testemunharei, que ouça? eis que os seus ouvidos estão incircumcisos, e já não podem escutar; eis que a palavra do Senhor lhes é coisa vergonhosa, e já não gostam d'ella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já estou cheio do furor do Senhor, e cançado de o conter: derramal-o-hei sobre os meninos pelas ruas, e sobre o ajuntamento dos mancebos juntamente; porque até o marido com a mulher serão presos, e o velho com o que está cheio de dias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suas casas passarão a outros, herdades e mulheres juntamente: porque estenderei a minha mão contra os habitantes d'esta terra, diz 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desde o menor d'elles até ao maior d'elles, cada um se dá á avareza; e desde o propheta até ao sacerdote, cada um usa de falsidade.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curam o quebrantamento da filha do meu povo levianamente, dizendo: Paz, paz; e não ha paz.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envergonham-se de fazerem abominação? antes de maneira nenhuma são envergonhados, nem tão pouco sabem que coisa é envergonhar-se; portanto cairão entre os que caem; no tempo da sua visitação tropeçarão, diz o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Ponde-vos nos caminhos, e vêde, e perguntae pelas veredas antigas, qual seja o bom caminho, e andae por elle; e achareis descanço para a vossa alma: e dizem: Não andaremos por elle.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puz atalaias sobre vós, dizendo: Estae attentos á voz da buzina: e dizem: Não escutaremos.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ouvi, vós, nações; e informa-te tu, ó congregação, do que se faz entre elles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tu, ó terra! Eis que eu trarei mal sobre este povo, a saber, o fructo dos seus pensamentos; porque não estão attentos ás minhas palavras, e rejeitam a minha lei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pois me virá o incenso de Saba e a melhor cana aromatica de terras remotas? vossos holocaustos não me agradam, nem me são suaves os vossos sacrificios.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Senhor: Eis que armarei a este povo tropeços; e tropeçarão n'elles paes e filhos juntamente: o visinho e o seu companheiro; e perecerão.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Eis que um povo vem da terra do norte, e uma grande nação se levantará das bandas da terra.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Arco e lança trarão, crueis são, e não usarão de misericordia, a sua voz rugirá como o mar, e em cavallos irão montados, dispostos como homens de guerra contra ti, ó filha de Sião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ouvimos a sua fama, affrouxaram-se as nossas mãos; já angustia nos tomou, e dôres como da mulher que está de parto.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saias ao campo, nem andeis pelo caminho; porque espada do inimigo e espanto ha ao redor.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filha do meu povo, cinge-te de sacco, e revolve-te na cinza: pranteia como por um filho unico, pranto de amarguras; porque presto virá o destruidor sobre nós.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torre de guarda te puz entre o meu povo, por fortaleza, para que soubesses e examinasses o seu caminho.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elles são os mais rebeldes; que andam murmurando; são duros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o folle se queimou, o chumbo se consumiu com o fogo: em vão fundiu o fundidor tão diligentemente, pois os maus não são arrancados.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Prata rejeitada lhes chamarão, porque o Senhor os rejeitou.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