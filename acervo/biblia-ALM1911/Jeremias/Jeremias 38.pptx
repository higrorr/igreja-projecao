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Ouviu pois Sephatias, filho de Mathan, e Gedalias, filho de Pashur, e Juchal, filho de Selemias, e Pashur, filho de Malchias, as palavras que fallava Jeremias a todo o povo,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O que ficar n'esta cidade morrerá á espada, á fome e de pestilencia: mas o que sair aos chaldeos viverá; porque a sua alma lhe será por despojo, e viverá.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Esta cidade infallivelmente se entregará na mão do exercito do rei de Babylonia, e tomal-a-ha.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os principes ao rei: Morra este homem, visto que elle assim enfraquece as mãos dos homens de guerra que ficaram de resto n'esta cidade, e as mãos de todo o povo, fallando-lhes taes palavras; porque este homem não busca a paz para este povo, senão o mal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Zedekias: Eis que elle está na vossa mão: porque não é o rei que possa coisa alguma contra vós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tomaram a Jeremias, e o lançaram no calaboiço de Malchias, filho do rei, que estava no atrio da guarda; e desceram a Jeremias com cordas; porém no calaboiço não havia agua, senão lama; e atolou-se Jeremias na lama.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Ebed-melech, o ethiope, um eunucho que então estava na casa do rei, que pozeram a Jeremias no calaboiço (estava porém o rei assentado á porta de Benjamin),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Ebed-melech saiu da casa do rei: e fallou ao rei,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rei, senhor meu, mal fizeram estes homens em tudo quanto fizeram a Jeremias, o propheta, lançando-o no calaboiço: sendo que morreria no logar onde se achava á fome, pois já não ha mais pão na cidade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deu ordem o rei a Ebed-melech, o ethiope, dizendo: Toma comtigo de aqui trinta homens, e tira a Jeremias, o propheta, do calaboiço, antes que morra.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Ebed-melech os homens comsigo, e foi á casa do rei, por debaixo da thesouraria, e tomou d'ali uns trapos velhos e rotos, e trapos velhos apodrecidos, e desceu-os a Jeremias no calaboiço com cordas.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Ebed-melech, o ethiope, a Jeremias: Põe agora estes trapos velhos e rotos, já apodrecidos, debaixo dos sobacos de teus braços, por debaixo das cordas. E Jeremias o fez assim.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tiraram a Jeremias com as cordas, e o subiram do calaboiço; e ficou Jeremias no atrio da guarda.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o rei Zedekias, e fez trazer a si a Jeremias, o propheta, á terceira entrada, que estava na casa do Senhor; e disse o rei a Jeremias: Pergunto-te uma coisa, não me encubras nada.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Jeremias a Zedekias: Declarando-t'a eu, porventura não me matarás certamente? e, aconselhando-te eu, não me darás ouvido.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jurou o rei Zedekias a Jeremias, em segredo, dizendo: Vive o Senhor, que nos fez esta alma, que não te matarei nem te entregarei na mão d'estes homens que procuram a tua morte.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Jeremias disse a Zedekias: Assim diz o Senhor, Deus dos Exercitos, Deus de Israel: Se voluntariamente saires aos principes do rei de Babylonia, então viverá a tua alma, e esta cidade não se queimará a fogo, e viverás tu e a tua casa.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não saires aos principes do rei de Babylonia, então será entregue esta cidade na mão dos chaldeos, e queimal-a-hão a fogo, e tu não escaparás da mão d'elles.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Zedekias a Jeremias: Receio-me dos judeos, que cairam para os chaldeos; que porventura me entreguem na sua mão, e escarneçam de mim.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Jeremias: Não te entregarão: ouve, te peço, a voz do Senhor, conforme a qual eu te fallo; e bem te irá, e viverá a tua alma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tu não quizeres sair, esta é a palavra que me mostrou 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todas as mulheres que ficaram de resto na casa do rei de Judah serão levadas fóra para os principes do rei de Babylonia, e ellas mesmas dirão: Teus pacificos te incitaram e prevaleceram contra ti, atolaram-se os teus pés na lama, voltaram para traz.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a todas as tuas mulheres e a teus filhos levarão para fóra aos chaldeos, e nem tu escaparás da sua mão, antes pela mão do rei de Babylonia serás preso, e esta cidade queimará a fogo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Zedekias a Jeremias: Ninguem saiba estas palavras, e não morrerás.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os principes, ouvindo que fallei comtigo, vierem a ti, e te disserem: Declara-nos agora o que disseste ao rei, não nol-o encubras, e não te mataremos: e que te fallou o rei?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dirás: Lancei eu a minha supplica diante do rei, que não me fizesse tornar á casa de Jonathan, para morrer ali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todos os principes a Jeremias, e perguntando-lhe, declarou-lhes conforme todas as palavras que o rei lhe havia ordenado: e o deixaram, porque não se ouviu o negocio.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ficou Jeremias no atrio da guarda, até ao dia em que foi tomada Jerusalem, e ainda ali estava quando foi tomada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