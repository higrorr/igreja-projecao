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palavra do Senhor a Jeremias, segunda vez, estando elle ainda encerrado no pateo da guarda,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que o faz, o Senhor que forma isto, para o confirmar; o Senhor é o seu nome.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Clama a mim, e responder-te-hei, e annunciar-te-hei coisas grandes e firmes que não sabes.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Senhor, o Deus de Israel, das casas d'esta cidade, e das casas dos reis de Judah, que foram derribadas com os trabucos e á espada.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entraram a pelejar contra os chaldeos, mas isso é para os encher de cadaveres de homens, que feri na minha ira e no meu furor: porquanto escondi o meu rosto d'esta cidade, por causa de toda a sua maldade.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eu farei subir sobre ella saude e cura, e os sararei; e lhes manifestarei abundancia de paz e de verdade.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tornarei o captiveiro de Judah e o captiveiro de Israel, e os edificarei como ao principio.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purificarei de toda a sua maldade com que peccaram contra mim: e perdoarei todas as suas maldades, com que peccaram contra mim, e com que transgrediram contra mim.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servir-me-ha de nome de alegria, de louvor, e de ornamento, entre todas as nações da terra, que ouvirem todo o bem que eu lhes faço; e espantar-se-hão e perturbar-se-hão por causa de todo o bem, e por causa de toda a paz que eu lhes dou.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N'este logar (de que vós dizeis que está deserto, e não ha n'elle nem homem nem animal) nas cidades de Judah, e nas ruas de Jerusalem, que tão assoladas estão, que não ha n'ellas nem homem, nem morador, nem animal, ainda se ouvirá.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voz de gozo, e a voz d'alegria, a voz de noivo e a voz de esposa, e a voz dos que dizem: Louvae ao Senhor dos Exercitos, porque bom é o Senhor, porque a sua benignidade dura perpetuamente; como tambem dos que trazem louvor á casa do Senhor; porque tornarei o captiveiro da terra como ao principio, diz o Senhor.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dos Exercitos: Ainda n'este logar, que está tão deserto, que não ha n'elle nem homem, nem ainda animal, e em todas as suas cidades, haverá uma morada de pastores, que façam repousar o gado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cidades das montanhas, nas cidades das planicies, e nas cidades do sul, e na terra de Benjamin, e nos contornos de Jerusalem, e nas cidades de Judah, ainda passará o gado pelas mãos dos contadores, diz o Senhor.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veem dias, diz o Senhor, em que cumprirei a palavra boa que fallei á casa de Israel e sob a casa de Judah.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N'aquelles dias e n'aquelle tempo farei brotar a David um Renovo de justiça, e fará juizo e justiça na terra.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N'aquelles dias Judah será salvo e Jerusalem habitará seguramente: e este é o nome que lhe chamarão a elle, o Senhor justiça nossa.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Senhor: Nunca faltará a David varão que se assente sobre o throno da casa de Israel;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aos sacerdotes leviticos faltará varão de diante de mim, que offereça holocausto, e queime offerta de manjares, e faça sacrificio todos os dias.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palavra do Senhor a Jeremias, dizendo: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Se poderdes invalidar o meu concerto do dia, e o meu concerto da noite, de tal modo que não haja dia e noite a seu tempo,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se poderá invalidar o meu concerto com David, meu servo, para que não tenha filho que reine no seu throno; como tambem com os levitas sacerdotes, meus ministros.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não se pode contar o exercito dos céus, nem medir-se a areia do mar, assim multiplicarei a semente de David, meu servo, e os levitas que ministram diante de mim.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ainda a palavra do Senhor a Jeremias, dizendo: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tens visto o que este povo falla, dizendo: As duas gerações, as quaes o Senhor elegeu, agora as rejeitou? e desprezam o meu povo, como se não fôra mais um povo diante d'elles.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Se o meu concerto do dia e da noite não fôr, e eu não pozer as ordenanças dos céus e da terra,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rejeitarei a semente de Jacob, e de David, meu servo, para que não tome da sua semente os que dominem sobre a semente de Abrahão, Isaac, e Jacob; porque tornarei o seu captiveiro, e apiedar-me-hei d'elles.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