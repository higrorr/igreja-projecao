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veiu a Jeremias, da parte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as palavras d'este concerto, e fallae aos homens de Judah, e aos habitantes de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 pois: Assim diz o Senhor, o Deus d'Israel: Maldito o homem que não escutar as palavras d'este concerto,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ordenei a vossos paes no dia em que os tirei da terra do Egypto, da fornalha de ferro, dizendo: Dae ouvidos á minha voz, e fazei conforme tudo quanto vos mando; e vós me sereis a mim por povo, e eu vos serei a vós por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confirme o juramento que jurei a vossos paes de dar-lhes uma terra que manasse leite e mel, como é n'este dia. Então eu respondi, e disse: Amen, ó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Senhor: Apregoa todas estas palavras nas cidades de Judah, e nas ruas de Jerusalem, dizendo: Ouvi as palavras d'este concerto, e fazei-as.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devéras protestei a vossos paes, no dia em que os tirei da terra do Egypto, até ao dia de hoje, madrugando, e protestando, e dizendo: Dae ouvidos á minha voz.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não ouviram, nem inclinaram os seus ouvidos, antes andaram cada um conforme o proposito do seu coração malvado: pelo que trouxe sobre elles todas as palavras d'este concerto que lhes mandei que fizessem porém as não fizeram.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Disse-me mais o Senhor: Uma conjuração se achou entre os homens de Judah, entre os habitantes de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 ás maldades de seus primeiros paes, que não quizeram ouvir as minhas palavras; e elles andaram após deuses alheios para os servir: a casa de Israel e a casa de Judah quebrantaram o meu concerto, que tinha feito com seus paes.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Eis que trarei mal sobre elles, de que não poderão escapar, e clamarão a mim e eu não os ouvirei.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irão as cidades de Judah e os habitantes de Jerusalem e clamarão aos deuses a quem elles queimaram incenso, porém de nenhuma sorte os livrarão no tempo do seu mal.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segundo o numero das tuas cidades, foram os teus deuses, ó Judah! e, segundo o numero das ruas de Jerusalem, pozestes altares á impudencia, altares para queimares incenso a Baal.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não ores por este povo, nem levantes por elles clamor nem oração; porque não os ouvirei no tempo em que elles clamarem a mim, por causa do seu 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tem o meu amado na minha casa que fazer? pois muitos fazem n'ella grande abominação e já as carnes sanctas se desviaram de ti: quando tu fazes mal, então andas saltando de prazer.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Chamou o Senhor o teu nome oliveira verde, formosa por especiosos fructos, porém agora á voz d'um grande tumulto accendeu fogo ao redor d'ella, e se quebraram os seus 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dos Exercitos, que te plantou, pronunciou contra ti o mal, pela maldade da casa d'Israel e da casa de Judah, que fizeram entre si mesmos, para me provocarem á ira, queimando incenso a Baal.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m'o fez saber, e assim o soube: então me fizeste ver as suas acções.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era como um cordeiro, como um boi que levam á matança; porque não sabia que pensavam contra mim pensamentos, dizendo: Destruamos a arvore com o seu fructo, e cortemol-o da terra dos viventes, e não haja mais memoria do seu nome.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ó Senhor dos Exercitos, justo Juiz, que provas os rins e o coração, veja eu a vingança que tomarás d'elles; pois a ti descobri a minha causa.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ácerca dos homens d'Anathoth, que procuram a tua morte, dizendo: Não prophetizes no nome do Senhor, para que não morras ás nossas mãos.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dos Exercitos: Eis que fareis visitação sobre elles: os mancebos morrerão á espada, os seus filhos e as suas filhas morrerão de fome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não terão um resto, porque farei vir o mal sobre os homens de Anathoth, no anno da sua visitação.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