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principio do reinado de Joaquim, filho de Josias, rei de Judah, veiu esta palavra a Jeremias da parte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me disse o Senhor: Faze umas prisões e jugos, e pôl-os-has sobre o teu pescoço.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envia-os ao rei de Edom, e ao rei de Moab, e ao rei dos filhos de Ammon, e ao rei de Tyro, e ao rei de Sidon, pela mão dos mensageiros que veem a Jerusalem a ter com Zedekias, rei de Judah.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lhes darás ordens, que digam aos seus senhores: Assim diz o Senhor dos Exercitos, o Deus d'Israel: Assim direis a vossos senhores: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fiz a terra, o homem, e os animaes que estão sobre a face da terra, pela minha grande potencia, e com o meu braço estendido, e a dou áquelle que me agrada nos meus olhos.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eu já dei todas estas terras na mão de Nabucodonozor, rei de Babylonia, meu servo: e ainda até os animaes do campo lhe dei, para que o sirvam.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nações o servirão a elle, e a seu filho, e ao filho de seu filho, até que tambem venha o tempo da sua propria terra: então muitas nações e grandes reis se servirão d'elle.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a nação e o reino que o não servirem, a saber, a Nabucodonozor, rei de Babylonia, e que não pozerem o seu pescoço debaixo do jugo do rei de Babylonia, com espada, e com fome, e com peste visitarei a tal nação, diz o Senhor, até que a consuma pela sua mão.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não deis ouvidos aos vossos prophetas, e aos vossos adivinhos, e aos vossos sonhos, e aos vossos agoureiros, e aos vossos encantadores, que vos fallam, dizendo: Não servireis ao rei de Babylonia.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mentiras vos prophetizam, para vos mandarem para longe da vossa terra, e eu vos lance d'ella, e vós pereçaes.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nação que metter o seu pescoço sob o jugo do rei de Babylonia, e o servir, eu a deixarei na sua terra, diz o Senhor, e lavral-a-ha e habitará n'ella.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fallei com Zedekias, rei de Judah, conforme todas estas palavras, dizendo: Mettei os vossos pescoços no jugo do rei de Babylonia, e servi-o, a elle e ao seu povo, e vivereis.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morrerias tu e o teu povo, á espada, e á fome, e de peste, como o Senhor já disse da gente que não servir ao rei de Babylonia?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deis ouvidos ás palavras dos prophetas, que vos fallam, dizendo: Não servireis ao rei de Babylonia: porque vos prophetizam mentiras.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os enviei, diz o Senhor, e prophetizam no meu nome falsamente, para que eu vos lance fóra, e pereçaes, vós e os prophetas que vos prophetizam.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fallei aos sacerdotes, e a todo este povo, dizendo: Assim diz o Senhor: Não deis ouvidos ás palavras dos vossos prophetas, que vos prophetizam, dizendo: Eis que os vasos da casa do Senhor agora cedo voltarão de Babylonia, porque vos prophetizam mentiras.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lhes deis ouvidos, servi ao rei de Babylonia, e vivereis: porque se tornaria esta cidade em deserto?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são prophetas, e se ha palavras do Senhor com elles, orem agora ao Senhor dos Exercitos, para que os vasos que ficaram de resto na casa do Senhor, e na casa do rei de Judah, e em Jerusalem não venham a Babylonia.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dos Exercitos ácerca das columnas, e do mar, e das bases, e do resto dos vasos que ficaram de resto na cidade,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Nabucodonozor, rei de Babylonia, não tomou, quando transportou de Jerusalem para Babylonia a Jechonias, filho de Joaquim, rei de Judah, como tambem a todos os nobres de Jerusalem;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diz o Senhor dos Exercitos, o Deus d'Israel, ácerca dos vasos que ficaram de resto na casa do Senhor, e na casa do rei de Judah, e em Jerusalem: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Babylonia serão levados, e ali ficarão até ao dia em que os visitarei, diz o Senhor: então os farei subir, e os tornarei a trazer a este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