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Zedekias da edade de vinte e um annos quando começou a reinar, e reinou onze annos em Jerusalem: e o nome de sua mãe era Hamutal, filha de Jeremias, de Libna.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mal aos olhos do Senhor, conforme tudo o que fizera Joaquim.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succedeu, por causa da ira do Senhor contra Jerusalem e Judah, até que elle os lançou de diante d'elle, que se rebellou Zedekias contra o rei de Babylonia.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no anno nono do seu reinado, no mez decimo, no decimo dia do mez, que veiu Nabucodonozor, rei de Babylonia, contra Jerusalem, elle e todo o seu exercito, e se acamparam contra ella, e levantaram contra ella tranqueiras ao redor.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esteve cercada a cidade, até ao anno undecimo do rei Zedekias.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mez quarto, aos nove do mez, quando já a fome prevaleceu na cidade, e o povo da terra não tinha pão,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cidade foi arrombada, e todos os homens de guerra fugiram, e sairam da cidade de noite, pelo caminho da porta, entre os dois muros que estavam junto ao jardim do rei (porque os chaldeos estavam contra a cidade ao redor), e foram-se pelo caminho da campina.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exercito dos chaldeos seguiu o rei, e alcançaram a Zedekias nas campinas de Jericó, e todo o seu exercito se espalhou d'elle.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prenderam o rei, e o fizeram subir ao rei de Babylonia, a Ribla, na terra de Hamath, o qual pronunciou juizos contra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Babylonia degolou os filhos de Zedekias diante dos seus olhos, e tambem degolou a todos os principes de Judah em Ribla.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cegou os olhos a Zedekias, e o atou com duas cadeias de bronze; e o rei de Babylonia o levou a Babylonia, e o poz na casa do carcere até ao dia da sua morte.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quinto mez, no decimo dia do mez (este era o decimo nono anno do rei Nabucodonozor, rei de Babylonia), veiu Nebuzaradan, capitão da guarda, que assistia na presença do rei de Babylonia, a Jerusalem.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queimou a casa do Senhor, e a casa do rei; e tambem a todas as casas de Jerusalem, e a todas as casas dos grandes queimou a fogo.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exercito dos chaldeos, que estava com o capitão da guarda, derribou a todos os muros de Jerusalem ao redor.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mais pobres do povo, e o resto do povo, que deixaram ficar na cidade, e os rebeldes que se haviam passado ao rei de Babylonia, e o resto da multidão, Nebuzaradan, capitão da guarda, levou presos.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dos mais pobres da terra deixou Nebuzaradan, capitão da guarda, ficar alguns, para serem vinhateiros e lavradores.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Quebraram mais os chaldeos as columnas de bronze, que estavam na casa do Senhor, e as bases, e o mar de bronze, que estavam na casa do Senhor, e levaram todo o bronze para Babylonia.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tomaram os caldeirões, e as pás, e os garfos, e as bacias, e os perfumadores, e todos os vasos de bronze, com que se ministrava.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 capitão da guarda os copos, e os incensarios, e as bacias, e os caldeirões e os castiçaes, e os perfumadores, e as galhetas: assim o que era de puro oiro em oiro, como o que era de prata maciça em prata.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duas columnas, o unico mar, e os doze bois de bronze, que estavam no logar das bases, que fizera o rei Salomão para a casa do Senhor: o bronze d'elles, de todos estes vasos, não tinha peso.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ás columnas, a altura de uma columna era de dezoito covados, e um fio de doze covados a cercava; e era a sua grossura de quatro dedos, e era oca.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sobre ella um capitel de bronze, e a altura do capitel era de cinco covados, e a rede e as romãs em roda do capitel tudo era de bronze; e similhante a esta era o da outra columna, com as romãs.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noventa e seis romãs em cada banda: as romãs todas eram um cento, em roda da rede.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tambem o capitão da guarda a Seraias, o sacerdote primeiro, e a Sofonias, o sacerdote segundo, e aos tres guardas do umbral da porta.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cidade tomou a um eunucho que tinha cargo da gente de guerra, e a sete homens dos que viam a face do rei, que se acharam na cidade, como tambem o escrivão-mór do exercito, que registrava o povo da terra para a guerra, e a sessenta homens do povo da terra, que se acharam no meio da cidade.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Tomando-os pois Nebuzaradan, capitão da guarda, os trouxe ao rei de Babylonia, a Ribla.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Babylonia os feriu e os matou em Ribla, na terra de Hamath: assim Judah foi levado da sua terra em captiveiro.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povo que Nabucodonozor levou captivo no setimo anno: tres mil e vinte e tres judeos.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decimo oitavo de Nabucodonozor levou elle em captiveiro de Jerusalem oitocentas e trinta e duas almas.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vinte e tres de Nabucodonozor, levou Nebuzaradan, capitão da guarda, em captiveiro dos judeos, setecentas e quarenta e cinco almas: todas as almas são quatro mil e seiscentas.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no anno trigesimo setimo do captiveiro de Joaquim, rei de Judah, no mez duodecimo, aos vinte e cinco do mez, que exalçou Evil-merodach, rei de Babylonia, no anno primeiro do seu reinado, a cabeça de Joaquim, rei de Judah, e o tirou da casa da prisão;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com elle benignamente, e poz o seu throno acima dos thronos dos reis que estavam com elle em Babylonia;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mudou os vestidos da sua prisão; e comeu pão sempre na sua presença, todos os dias da sua vida.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 sua pitança, foi-he dada pitança ordinaria do rei de Babylonia, porção quotidiana, no seu dia, até o dia da sua morte, todos os dias da sua vida.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