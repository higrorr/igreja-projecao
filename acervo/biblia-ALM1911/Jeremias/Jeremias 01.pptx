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1:1</a:t>
            </a:r>
          </a:p>
          <a:p>
            <a:pPr algn="ctr"/>
            <a:r>
              <a:rPr sz="4400">
                <a:solidFill>
                  <a:srgbClr val="FFFFFF"/>
                </a:solidFill>
                <a:latin typeface="Arial"/>
              </a:rPr>
              <a:t>Palavras de Jeremias, filho de Hilkias, dos sacerdotes que estavam em Anathoth, na terra de Benjamin: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1:2</a:t>
            </a:r>
          </a:p>
          <a:p>
            <a:pPr algn="ctr"/>
            <a:r>
              <a:rPr sz="4400">
                <a:solidFill>
                  <a:srgbClr val="FFFFFF"/>
                </a:solidFill>
                <a:latin typeface="Arial"/>
              </a:rPr>
              <a:t>Ao qual veiu a palavra do Senhor, nos dias de Josias, filho d'Ammon, rei de Judah, no decimo terceiro anno do seu reinado.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1:3</a:t>
            </a:r>
          </a:p>
          <a:p>
            <a:pPr algn="ctr"/>
            <a:r>
              <a:rPr sz="4400">
                <a:solidFill>
                  <a:srgbClr val="FFFFFF"/>
                </a:solidFill>
                <a:latin typeface="Arial"/>
              </a:rPr>
              <a:t>Assim lhe veiu tambem nos dias de Jeheiakim, filho de Josias, rei de Judah, até ao fim do anno undecimo de Zedekias, filho de Josias, rei de Judah, até que Jerusalem foi levada em captiveiro no quinto mez.</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1:4</a:t>
            </a:r>
          </a:p>
          <a:p>
            <a:pPr algn="ctr"/>
            <a:r>
              <a:rPr sz="4400">
                <a:solidFill>
                  <a:srgbClr val="FFFFFF"/>
                </a:solidFill>
                <a:latin typeface="Arial"/>
              </a:rPr>
              <a:t>Assim que veiu a mim a palavra do Senhor, dizendo: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1:5</a:t>
            </a:r>
          </a:p>
          <a:p>
            <a:pPr algn="ctr"/>
            <a:r>
              <a:rPr sz="4400">
                <a:solidFill>
                  <a:srgbClr val="FFFFFF"/>
                </a:solidFill>
                <a:latin typeface="Arial"/>
              </a:rPr>
              <a:t>Antes que te formasse no ventre, te conheci, e antes que saisses da madre, te sanctifiquei; ás nações te dei por propheta.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1:6</a:t>
            </a:r>
          </a:p>
          <a:p>
            <a:pPr algn="ctr"/>
            <a:r>
              <a:rPr sz="4400">
                <a:solidFill>
                  <a:srgbClr val="FFFFFF"/>
                </a:solidFill>
                <a:latin typeface="Arial"/>
              </a:rPr>
              <a:t>Então disse eu: Ah Senhor Jehovah! Eis que não sei fallar; porque ainda sou um menino.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1:7</a:t>
            </a:r>
          </a:p>
          <a:p>
            <a:pPr algn="ctr"/>
            <a:r>
              <a:rPr sz="4400">
                <a:solidFill>
                  <a:srgbClr val="FFFFFF"/>
                </a:solidFill>
                <a:latin typeface="Arial"/>
              </a:rPr>
              <a:t>Porém disse-me o Senhor: Não digas que és um menino; porque aonde quer que eu te enviar, irás; e tudo quanto te mandar fallarás.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1:8</a:t>
            </a:r>
          </a:p>
          <a:p>
            <a:pPr algn="ctr"/>
            <a:r>
              <a:rPr sz="4400">
                <a:solidFill>
                  <a:srgbClr val="FFFFFF"/>
                </a:solidFill>
                <a:latin typeface="Arial"/>
              </a:rPr>
              <a:t>Não temas diante d'elles; porque estou comtigo para te livrar, diz o Senhor.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1:9</a:t>
            </a:r>
          </a:p>
          <a:p>
            <a:pPr algn="ctr"/>
            <a:r>
              <a:rPr sz="4400">
                <a:solidFill>
                  <a:srgbClr val="FFFFFF"/>
                </a:solidFill>
                <a:latin typeface="Arial"/>
              </a:rPr>
              <a:t>E estendeu o Senhor a sua mão, e tocou-me na bocca: e disse-me o Senhor: Eis que ponho as minhas palavras na tua bocca: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1:10</a:t>
            </a:r>
          </a:p>
          <a:p>
            <a:pPr algn="ctr"/>
            <a:r>
              <a:rPr sz="4400">
                <a:solidFill>
                  <a:srgbClr val="FFFFFF"/>
                </a:solidFill>
                <a:latin typeface="Arial"/>
              </a:rPr>
              <a:t>Olha, ponho-te n'este dia sobre as nações, e sobre os reinos, para arrancares, e para derribares, e para destruires, e para arruinares; e tambem para edificares e para plantares.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1:11</a:t>
            </a:r>
          </a:p>
          <a:p>
            <a:pPr algn="ctr"/>
            <a:r>
              <a:rPr sz="4400">
                <a:solidFill>
                  <a:srgbClr val="FFFFFF"/>
                </a:solidFill>
                <a:latin typeface="Arial"/>
              </a:rPr>
              <a:t>Veiu a mim mais a palavra do Senhor, dizendo: Que é o que vês, Jeremias? E eu disse: Vejo uma vara de amendoeira.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1:12</a:t>
            </a:r>
          </a:p>
          <a:p>
            <a:pPr algn="ctr"/>
            <a:r>
              <a:rPr sz="4400">
                <a:solidFill>
                  <a:srgbClr val="FFFFFF"/>
                </a:solidFill>
                <a:latin typeface="Arial"/>
              </a:rPr>
              <a:t>E disse-me o Senhor: Bem viste; porque apressurar-me-hei sobre a minha palavra para cumpril-a.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1:13</a:t>
            </a:r>
          </a:p>
          <a:p>
            <a:pPr algn="ctr"/>
            <a:r>
              <a:rPr sz="4400">
                <a:solidFill>
                  <a:srgbClr val="FFFFFF"/>
                </a:solidFill>
                <a:latin typeface="Arial"/>
              </a:rPr>
              <a:t>E veiu a mim a palavra do Senhor segunda vez, dizendo: Que é o que vês? E eu disse: Vejo uma panella fervente, cuja face está para a banda do norte.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1:14</a:t>
            </a:r>
          </a:p>
          <a:p>
            <a:pPr algn="ctr"/>
            <a:r>
              <a:rPr sz="4400">
                <a:solidFill>
                  <a:srgbClr val="FFFFFF"/>
                </a:solidFill>
                <a:latin typeface="Arial"/>
              </a:rPr>
              <a:t>E disse-me o Senhor: Do norte se descobrirá o mal sobre todos os habitantes da terra.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1:15</a:t>
            </a:r>
          </a:p>
          <a:p>
            <a:pPr algn="ctr"/>
            <a:r>
              <a:rPr sz="4400">
                <a:solidFill>
                  <a:srgbClr val="FFFFFF"/>
                </a:solidFill>
                <a:latin typeface="Arial"/>
              </a:rPr>
              <a:t>Porque eis que eu convoco todas as familias dos reinos do norte, diz o Senhor; e virão, e cada um porá o seu throno á entrada das portas de Jerusalem, e contra todos os seus muros em redor, e contra todas as cidades de Judah.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1:16</a:t>
            </a:r>
          </a:p>
          <a:p>
            <a:pPr algn="ctr"/>
            <a:r>
              <a:rPr sz="4400">
                <a:solidFill>
                  <a:srgbClr val="FFFFFF"/>
                </a:solidFill>
                <a:latin typeface="Arial"/>
              </a:rPr>
              <a:t>E eu pronunciarei contra elles os meus juizos, por causa de toda a sua malicia; pois me deixaram a mim, e queimaram incenso a deuses estranhos, e se encurvaram diante das obras das suas mãos.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1:17</a:t>
            </a:r>
          </a:p>
          <a:p>
            <a:pPr algn="ctr"/>
            <a:r>
              <a:rPr sz="4400">
                <a:solidFill>
                  <a:srgbClr val="FFFFFF"/>
                </a:solidFill>
                <a:latin typeface="Arial"/>
              </a:rPr>
              <a:t>Tu, pois, cinge os teus lombos, e levanta-te, e dize-lhes tudo quanto eu te mandar: não sejas espantado diante d'elles, para que eu te não espante diante d'elles.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1:18</a:t>
            </a:r>
          </a:p>
          <a:p>
            <a:pPr algn="ctr"/>
            <a:r>
              <a:rPr sz="4400">
                <a:solidFill>
                  <a:srgbClr val="FFFFFF"/>
                </a:solidFill>
                <a:latin typeface="Arial"/>
              </a:rPr>
              <a:t>Porque, eis que te ponho hoje por cidade forte, e por columna de ferro, e por muros de bronze, contra toda a terra; contra os reis de Judah, contra os seus principes, contra os seus sacerdotes, e contra o povo da terra.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Jeremias 1:19</a:t>
            </a:r>
          </a:p>
          <a:p>
            <a:pPr algn="ctr"/>
            <a:r>
              <a:rPr sz="4400">
                <a:solidFill>
                  <a:srgbClr val="FFFFFF"/>
                </a:solidFill>
                <a:latin typeface="Arial"/>
              </a:rPr>
              <a:t>E pelejarão contra ti, mas não prevalecerão contra ti; porque eu estou comtigo, diz o Senhor, para te livrar.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