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do Senhor, que veiu a Jeremias o propheta, contra as nações;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Ácerca do Egypto, contra o exercito de Pharaó Necho, rei do Egypto, que estava junto ao rio Euphrates em Carchemis; ao qual feriu Nabucodonozor, rei de Babylonia, no anno quarto de Joaquim, filho de Josias, rei de Judah.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Preparae o escudo e o pavez, e chegae-vos para a peleja.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Sellae os cavallos, e montae, cavalleiros, e apresentae-vos com elmos: alimpae as lanças, vesti-vos de couraças.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razão vejo os medrosos voltando as costas? e os seus heroes são abatidos, e vão fugindo, sem olharem para traz: terror ha ao redor, diz 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fuja o ligeiro, e não escape o heroe: para a banda do norte, junto á borda do rio Euphrates tropeçaram e cairam.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este que vem subindo como a corrente, cujas aguas se movem como os rios?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Egypto vem subindo como a corrente, e as suas aguas se movem como os rios; e disse: Subirei, cobrirei a terra, destruirei a cidade, e os que habitam n'ella.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Trepae, ó cavallos, e estrondeae, ó carros, e saiam os valentes: como tambem os ethiopes, e os puteos, que tomam o escudo, e os lydios, que tomam e entezam o arco.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este dia é do Senhor Jehovah dos Exercitos, dia de vingança para se vingar dos seus adversarios, e devorará a espada, e fartar-se-ha, e embriagar-se-ha com o sangue d'elles, porque o Senhor Jehovah dos Exercitos tem um sacrificio na terra do norte, junto ao rio de Euphrates.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Sobe a Gilead, e toma balsamo, ó virgem filha do Egypto: debalde multiplicas remedios, pois já não ha cura para 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nações ouviram a tua vergonha, e a terra está cheia do teu clamor; porque o valente chorou com o valente e cairam ambos juntamente.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fallou o Senhor a Jeremias, o propheta, ácerca da vinda de Nabucodonozor, rei de Babylonia, para ferir a terra do Egypto.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Annunciae no Egypto, e fazei ouvir isto em Migdol; fazei tambem ouvil-o em Noph, e em Tahpanhes: dizei: Apresenta-te, e prepara-te; porque já devorou a espada o que está ao redor de ti.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foram derribados os teus valentes? não se poderam ter em pé, porque o Senhor os empuxou.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Multiplicou os que tropeçavam: tambem cairam uns sobre os outros, e disseram: Levanta-te, e voltemos ao nosso povo, e á terra do nosso nascimento, por causa da espada que opprime.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Clamaram ali: Pharaó rei do Egypto é um estrondo; deixou passar o tempo assignalado.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eu, diz o rei, cujo nome é o Senhor dos Exercitos, que assim como está Tabor entre os montes, e como o Carmelo sobre o mar, certamente assim virá.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Prepara-te apparelhos para a ida em captiveiro, ó moradora, filha do Egypto: porque Noph será tornada em desolação, e será abrazada, até que ninguem mais ahi more.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Bezerra mui formosa é o Egypto: já vem a destruição, ella vem do norte.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os seus mercenarios no meio d'ella são como bezerros cevados; porém tambem elles viraram as costas, fugiram juntos; não estiveram firmes; porque já veiu sobre elles o dia da sua ruina e o tempo da sua visitação.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voz irá como a da serpente; porque irão com poder do exercito, e virão a ella com machados como cortadores de lenha.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Cortaram o seu bosque, diz o Senhor, ainda que não podem contar-se; porque se multiplicaram mais do que os gafanhotos, não se podem numerar.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filha do Egypto está envergonhada: foi entregue na mão do povo do norte.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 o Senhor dos Exercitos, o Deus de Israel: Eis que eu visitarei a multidão de No, e a Pharaó, e ao Egypto, e aos seus deuses, e aos seus reis, e até ao mesmo Pharaó, e aos que confiam n'elle.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entregarei na mão dos que procuram a sua morte, na mão de Nabucodonozor, rei de Babylonia, e na mão dos seus servos; porém depois será habitada, como nos dias antigos, diz 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 pois tu, servo meu Jacob, nem te espantes, ó Israel; porque eis que te livrarei de terras de longe, como tambem a tua semente da terra do seu captiveiro; e Jacob voltará, e descançará, e socegará, e não haverá quem o atemorize.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não temas, servo meu, Jacob, diz o Senhor, porque estou comtigo; porque farei consummação de todas as nações entre as quaes te lancei; porém de ti não farei consummação, mas castigar-te-hei com medida, e não te darei de todo por innocente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