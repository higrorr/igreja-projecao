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que veiu a Jeremias da parte do Senhor, no anno decimo de Zedekias, rei de Judah; este anno foi o anno dezoito de Nabucodonozor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(Cercava, porém, então o exercito do rei de Babylonia a Jerusalem; e Jeremias, o propheta, estava encerrado no pateo da guarda que estava na casa do rei de Judah;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Zedekias, rei de Judah, o tinha encerrado, dizendo: Porque prophetizas tu, dizendo: Assim diz o Senhor: Eis que entrego esta cidade na mão do rei de Babylonia, e elle a tomará;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Zedekias, rei de Judah, não escapará das mãos dos chaldeos; mas certamente será entregue na mão do rei de Babylonia, e com elle fallará bocca a bocca, e os seus olhos verão os d'elle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levará Zedekias para Babylonia, e ali estará, até que eu visite, diz o Senhor, e, ainda que pelejeis contra os chaldeos, não ganhareis?)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Jeremias: Veiu a mim a palavra do Senhor, dizendo: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Hanameel, filho de Sallum, teu tio, virá a ti, dizendo: Compra para ti a minha herdade que está em Anathot, pois tens o direito de resgate para compral-a.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pois a mim Hanameel, filho de meu tio, segundo a palavra do Senhor, ao pateo da guarda, e me disse: Compra agora a minha herdade que está em Anathot, que está na terra de Benjamin; porque tens o direito hereditario, e tens o resgate; compra-a para ti. Então entendi que isto era a palavra do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Comprei pois a herdade de Hanameel, filho de meu tio, a qual está em Anathot; e pesei-lhe o dinheiro, dezesete siclos de prata.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subscrevi o auto, e sellei-o, e o fiz testificar por testemunhas: e pesei-lhe o dinheiro n'uma balança.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tomei o auto da compra, tanto o sellado, conforme o mandado e os estatutos, como o aberto.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dei o auto da compra a Baruch, filho de Nerias, filho de Maaseias, perante os olhos de Hanameel, filho de meu tio, e perante os olhos das testemunhas, que subscreveram o conhecimento da compra, e perante os olhos de todos os judeos que se assentavam no pateo da guarda.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dei ordem a Baruch, perante os olhos d'elles, dizendo: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Exercitos, o Deus de Israel: Toma estes autos, este auto de compra, tanto o sellado, como o aberto, e mette-os n'um vaso de barro, para que se possam conservar muitos dias,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dos Exercitos, o Deus de Israel: Ainda se comprarão casas, e campos, e vinhas n'esta terra.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que dei o auto da compra a Baruch, filho de Nerias, orei ao Senhor, dizendo: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 Senhor Jehovah! eis que tu fizeste os céus e a terra com a tua grande potencia, e com o teu braço estendido: não te é maravilhosa coisa alguma: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usas de benignidade com milhares, e rendes a maldade dos paes no seio dos filhos depois d'elles: o grande, o poderoso Deus cujo nome é o Senhor dos Exercitos: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em conselho, e magnifico em feito; porque os teus olhos estão abertos sobre todos os caminhos dos filhos dos homens, para dar a cada um segundo os seus caminhos e segundo o fructo das suas obras: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pozeste signaes e maravilhas na terra do Egypto até ao dia de hoje, tanto em Israel, como entre os outros homens, e te fizeste um nome, qual tu tens n'este dia.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tiraste o teu povo Israel da terra do Egypto, com signaes e com maravilhas, e com mão forte, e com braço estendido, e com grande espanto,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lhes déste esta terra, que juraste a seus paes que lhes havias de dar: terra que mana leite e mel.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entraram n'ella, e a possuiram, porém não obedeceram á tua voz, nem andaram na tua lei; tudo o que lhes mandaste que fizessem, elles não o fizeram; pelo que fizeste que lhes succedesse todo este mal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aqui os vallados! já vieram contra a cidade para tomal-a, e a cidade está dada na mão dos chaldeos, que pelejam contra ella, por causa da espada, e da fome, e da pestilencia; e o que fallaste se ez, e eis aqui o estás presenciando.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tu me disseste, Senhor Jehovah: Compra para ti o campo por dinheiro, e faze que o testifiquem testemunhas, posto que a cidade esteja já dada na mão dos chaldeos.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palavra do Senhor a Jeremias, dizendo: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sou o Senhor Deus de toda a carne: porventura ser-me-hia coisa alguma maravilhosa?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Senhor: Eis que eu entrego esta cidade na mão dos chaldeos, e na mão de Nabucodonozor, rei de Babylonia, e tomal-a-ha.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chaldeos, que pelejam contra esta cidade, entrarão n'ella, porão fogo a esta cidade, e queimarão juntamente as casas sobre cujos terraços queimarão incenso a Baal e offerecerão libações a outros deuses, para me provocarem á ira.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filhos de Israel e os filhos de Judah não fizeram senão mal aos meus olhos, desde a sua mocidade; porque os filhos de Israel sómente me provocaram á ira com as obras das suas mãos, diz o Senhor.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para a minha ira e para o meu furor me foi esta cidade, desde o dia em que a edificaram, e até ao dia de hoje, para que a tirasse da minha face;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toda a maldade dos filhos de Israel, e dos filhos de Judah, que fizeram, para me provocarem á ira, assim elle como os seus reis, os seus principes, os seus sacerdotes, e os seus prophetas, como tambem os homens de Judah e os moradores de Jerusalem.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viraram as costas, e não o rosto: ainda que eu os ensinava, madrugando e ensinando-os, comtudo elles não ouviram, para receberem o ensino.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pozeram as suas abominações na casa que se chama pelo meu nome, para a profanarem.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edificaram os altos de Baal, que estão no valle do filho de Hinnom, para fazerem que seus filhos e suas filhas passassem pelo fogo a Moloch; o que nunca lhes ordenei, nem subiu ao meu coração, que fizessem tal abominação; para fazerem peccar a Judah.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isso agora assim diz o Senhor o Deus de Israel, ácerca d'esta cidade, da qual vós dizeis: Já está dada na mão do rei de Babylonia, á espada, e á fome, e á pestilencia: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os congregarei de todas as terras, para onde os houver lançado na minha ira, e no meu furor, e na minha grande indignação; e os tornarei a trazer a este logar, e farei que habitem n'elle seguramente.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serão por povo, e eu lhes serei por Deus.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lhes darei um mesmo coração, e um mesmo caminho, para que me temam todos os dias, para seu bem, e de seus filhos, depois d'elles.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com elles um concerto eterno, que não tornarei de após elles, para fazer-lhes bem; e porei o meu temor no seu coração, para que nunca se apartem de mim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alegrar-me-hei d'elles, fazendo-lhes bem; e os plantarei n'esta terra certamente, com todo o meu coração e com toda a minha alma.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Senhor: Como eu trouxe sobre este povo todo este grande mal, assim eu trarei sobre elle todo o bem que eu fallo a respeito d'elle.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comprar-se-hão campos n'esta terra, da qual vós dizeis: Já está tão deserta, que não ha n'ella nem homem nem animal; está dada na mão dos chaldeos.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32:44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Comprarão campos por dinheiro, e subscreverão os autos, e os sellarão, e farão que testifiquem testemunhas na terra de Benjamin, e nos contornos de Jerusalem, e nas cidades de Judah, e nas cidades das montanhas, e nas cidades das planicies, e nas cidades do sul; porque os farei voltar do seu captiveiro, diz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