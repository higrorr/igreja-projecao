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tomarás para ti mulher, nem terás filhos nem filhas n'este logar.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Senhor, ácerca dos filhos e das filhas que nascerem n'este logar, ácerca de suas mães, que os parirem, e de seus paes que os gerarem n'esta terra: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Morrerão de enfermidades dolorosas, e não serão pranteados nem sepultados: servirão d'esterco sobre a terra; e pela espada e pela fome serão consumidos , e os seus cadaveres servirão de mantimento para as aves do céu e para os animaes da terra.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Não entres na casa do luto, nem vás a lamentar, nem te compadeças d'elles; porque já d'este povo, diz o Senhor, tirei a minha paz, benignidade e misericordia.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morrerão grandes e pequenos n'esta terra, e não serão sepultados, e não os prantearão nem se farão por elles incisões, nem por elles se raparão os cabellos.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nada se lhes repartirá por dó, para consolal-os por causa de morte: nem lhes darão a beber do copo de consolação, nem por pae de alguem, nem por mãe de alguem.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entres na casa do banquete, para te assentares com elles a comer e a beber.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dos Exercitos, o Deus d'Israel: Eis que farei cessar d'este logar perante os vossos olhos, e em vossos dias, a voz de gozo e a voz de alegria, a voz do esposo e a voz da esposa.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quando annunciares a este povo todas estas palavras, e elles te disserem: Porque falla o Senhor sobre nós todo este grande mal? e qual é a nossa iniquidade, e qual é o nosso peccado, que peccámos contra o Senhor nosso Deus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dirás: Porquanto vossos paes me deixaram, diz o Senhor, e se foram após deuses alheios, e os serviram, e se inclinaram diante d'elles, e a mim me deixaram, e a minha lei não a guardaram.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fizestes peior do que vossos paes; porque, eis que cada um de vós anda após o proposito do seu malvado coração, para me não dar ouvidos a mim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lançar-vos-hei fóra d'esta terra, para uma terra que não conhecestes, nem vós nem vossos paes; e ali servireis a deuses alheios de dia e de noite, porque não usarei de misericordia comvosco.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dias veem, diz o Senhor, em que nunca mais se dirá: Vive o Senhor, que fez subir os filhos d'Israel da terra do Egypto.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Mas: Vive o Senhor, que fez subir os filhos d'Israel da terra do norte, e de todas as terras para onde os tinha lançado; porque fal-os-hei voltar á sua terra, a qual dei a seus paes.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mandarei muitos pescadores, diz o Senhor, os quaes os pescarão, e depois enviarei muitos caçadores, os quaes os caçarão de sobre todo o monte, e de sobre todo o outeiro, e até das fendas das rochas.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meus olhos estão sobre todos os seus caminhos; não se escondem perante a minha face, nem a sua maldade se encobre de diante dos meus olhos.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primeiramente pagarei em dobro a sua maldade e o seu peccado, porque profanaram a minha terra com os cadaveres das suas coisas detestaveis, e das suas abominações encheram a minha herança.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fortaleza minha, e força minha, e refugio meu no dia da angustia: a ti virão as nações desde os fins da terra, e dirão: Nossos paes herdaram só mentiras, e vaidade, em que não havia proveito.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fará um homem deuses para si, quando elles não são deuses?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os farei conhecer; d'esta vez os farei conhecer a minha mão e o meu poder; e saberão que o meu nome é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