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acabando Jeremias de fallar a todo o povo todas as palavras do Senhor Deus d'elles, com as quaes o Senhor Deus d'elles lh'o havia enviado, para que lhes dissesse todas estas palavras,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Azarias, filho de Hosaias, e Johanan, filho de Careah, e todos os homens soberbos, dizendo a Jeremias: Tu dizes mentiras; o Senhor nosso Deus não te enviou a dizer: Não entreis no Egypto, para lá peregrinar: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Baruch, filho de Nerias, te incita contra nós, para entregar-nos na mão dos chaldeos, para nos matarem, ou para nos transportarem para Babylonia.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obedeceu pois Johanan, filho de Careah, nem nenhum de todos os principes dos exercitos, nem todo o povo, á voz do Senhor, para ficarem na terra de Judah.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tomou Johanan, filho de Careah, e todos os principes dos exercitos a todo o resto de Judah, que havia voltado d'entre todas as nações, para onde haviam sido lançados, para peregrinarem na terra de Judah;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homens, e as mulheres, e os meninos, e as filhas do rei, e a toda a alma que deixara Nebuzaradan, capitão dos da guarda, com Gedalias, filho de Ahicam, filho de Saphan; como tambem a Jeremias, o propheta, e a Baruch, filho de Nerias: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entraram na terra do Egypto, porque não obedeceram á voz do Senhor; e vieram até Tahpanhes.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 palavra do Senhor a Jeremias, em Tahpanhes, dizendo: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na tua mão pedras grandes, e esconde-as entre o barro no forno que está á porta da casa de Pharaó em Tahpanhes, perante os olhos de homens judeos.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dize-lhes: Assim diz o Senhor dos exercitos, Deus de Israel: Eis que eu enviarei, e tomarei a Nabucodonozor, rei de Babylonia, meu servo, e porei o seu throno sobre estas pedras que escondi; e estenderá a sua tenda real sobre ellas.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virá, e ferirá a terra do Egypto: quem para a morte, para a morte; e quem para o captiveiro, para o captiveiro; e quem para a espada, para a espada.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porei fogo ás casas dos deuses do Egypto, e queimal-os-ha, e leval-os-ha captivos; e vestir-se-ha da terra do Egypto, como se veste o pastor do seu vestido, e sairá d'ali em paz.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43:13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quebrará as estatuas de Beth-semes, que está na terra do Egypto; e as casas dos deuses do Egypto queimará a fogo.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