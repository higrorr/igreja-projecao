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que veiu a Jeremias da parte do Senhor, quando o rei Zedekias lhe enviou a Pashur, filho de Malchias, e a Zephanias filho de Maaseia, o sacerdote,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Pergunta agora por nós ao Senhor; porque Nabucodonozor, rei de Babylonia, guerreia contra nós: bem pode ser que o Senhor obre comnosco segundo todas as suas maravilhas, e o faça subir de nós.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Jeremias lhes disse: Assim direis a Zedekias: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Senhor, o Deus d'Israel: Eis que virarei contra vós as armas de guerra, que estão nas vossas mãos, com que vós pelejaes contra o rei de Babylonia, e contra os chaldeos, que vos teem cercado de fóra do muro, e ajuntal-os-hei no meio d'esta cidade.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pelejarei contra vós com mão estendida, e com braço forte, e com ira, e com indignação e com grande furor.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ferirei os habitantes d'esta cidade, assim os homens como as bestas: de grande pestilencia morrerão.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d'isto, diz o Senhor, entregarei Zedekias, rei de Judah, e seus servos, e o povo, e os que d'esta cidade restarem da pestilencia, e da espada, e da fome, na mão de Nabucodonozor, rei de Babylonia, e na mão de seus inimigos, e na mão dos que buscam a sua vida; e feril-os-ha ao fio da espada: não os poupará, nem se compadecerá, nem terá misericordia.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este povo dirás: Assim diz o Senhor: Eis que ponho diante de vós o caminho da vida e o caminho da morte.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ficar n'esta cidade ha de morrer á espada, ou á fome, ou da pestilencia; porém o que sair, e se render aos chaldeos, que vos teem cercado, viverá, e terá a sua vida por despojo.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puz o meu rosto contra esta cidade para mal, e não para bem, diz o Senhor: na mão do rei de Babylonia se entregará, e queimal-a-ha a fogo.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á casa do rei de Judah dirás: Ouvi a palavra do Senhor: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casa de David, assim diz o Senhor: Julgae pela manhã justamente, e livrae o roubado da mão do oppressor; para que não saia o meu furor como fogo, e se accenda, sem que haja quem o apague, por causa da maldade de vossas acções.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eu sou contra ti, ó moradora do valle, ó rocha da campina, diz o Senhor: os que dizeis: Quem descerá contra nós? ou, Quem entrará nas nossas moradas?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farei visitação sobre vós segundo o fructo das vossas acções, diz o Senhor; e accenderei o fogo no seu bosque, que consumirá a tudo o que está em redor d'ella.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