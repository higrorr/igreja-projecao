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pois no anno quarto de Joaquim, filho de Josias, rei de Judah, que veiu esta palavra do Senhor a Jeremias,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 o rolo d'um livro, e escreve n'elle todas as palavras que te tenho fallado de Israel, e de Judah, e de todas as nações, desde o dia em que eu te fallei a ti, desde os dias de Josias até ao dia de hoje.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ouvirão os da casa de Judah todo o mal que eu lhes intento fazer: para que cada qual se converta do seu mau caminho, e eu perdoe a sua maldade e o seu peccado.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Jeremias chamou a Baruch, filho de Nerias; e escreveu Baruch da bocca de Jeremias todas as palavras do Senhor, que lhe tinha fallado, no rolo de um livro.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Jeremias deu ordem a Baruch, dizendo: Eu estou encerrado: não posso entrar na casa do Senhor.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Entra pois tu, e lê pelo rolo que escreveste da minha bocca as palavras do Senhor aos ouvidos do povo, na casa do Senhor, no dia de jejum; e tambem aos ouvidos de todo o Judah que vem das suas cidades as lerás.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cairá a sua supplica diante do Senhor, e se converterá cada um do seu mau caminho: porque grande é a ira e o furor que o Senhor tem pronunciado contra este povo.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Baruch, filho de Nerias, conforme tudo quanto lhe havia ordenado Jeremias, o propheta, lendo n'aquelle livro as palavras do Senhor na casa do Senhor.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aconteceu, no anno quinto de Joaquim, filho de Josias, rei de Judah, no mez nono, que apregoaram jejum diante do Senhor a todo o povo em Jerusalem como tambem a todo o povo que vinha das cidades de Judah a Jerusalem.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Leu pois Baruch n'aquelle livro as palavras de Jeremias na casa do Senhor, na camara de Gemarias, filho de Saphan, o escriba, no atrio superior, á entrada da porta nova da casa do Senhor, aos ouvidos de todo o povo.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ouvindo Micheas, filho de Gemarias, filho de Saphan, todas as palavras do Senhor, n'aquelle livro,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Desceu á casa do rei, á camara do escriba. E eis que todos os principes estavam ali assentados: a saber: Elisama, o escriba, e Delaias, filho de Semaias, e Elnathan, filho de Achbor, e Gemarias, filho de Saphan, e Zedekias, filho de Hananias, como tambem todos os principes.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Micheas annunciou-lhes todas as palavras que ouvira, lendo-as Baruch pelo livro, aos ouvidos do povo.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enviaram todos os principes Baruch Jehudi, filho de Nethanias, filho de Selemias, filho de Cusahi, para lhes dizer: O rolo por que leste aos ouvidos do povo toma-o na tua mão, e vem. E Baruch, filho de Nerias, tomou o rolo na sua mão, e foi para elles.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disseram-lhe: Assenta-te agora, e lê-o aos nossos ouvidos. E leu Baruch aos ouvidos d'elles.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ouvindo elles todas aquellas palavras, se voltaram uns para os outros, e disseram a Baruch: Sem duvida nenhuma annunciaremos ao rei todas estas palavras.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perguntaram a Baruch, dizendo: Declara-nos agora como escreveste da sua bocca todas estas palavras.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 Baruch: Da sua bocca dictava-me todas estas palavras, e eu as escrevia no livro com tinta.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disseram os principes a Baruch: Vae, esconde-te, tu e Jeremias, e ninguem saiba onde estaes.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foram-se ter com o rei ao atrio; porém depositaram o rolo na camara de Elisama, o escriba, e denunciaram aos ouvidos do rei todas aquellas palavras.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enviou o rei a Jehudi, a que tomasse o rolo; e tomou-o da camara de Elisama, o escriba, e leu-o Jehudi aos ouvidos do rei e aos ouvidos de todos os principes que estavam em torno do rei: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(Estava então o rei assentado na casa de inverno, pelo nono mez; e estava diante d'elle um brazeiro acceso).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tendo Jehudi lido tres ou quatro folhas, cortou-as com um canivete de escrivão, e lançou-as no fogo que havia no brazeiro, até que todo o rolo se consumiu no fogo que estava sobre o brazeiro.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36:24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temeram, nem rasgaram os seus vestidos, o rei e todos os seus servos que ouviram todas estas palavras.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36:25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que Elnathan, e Delaias, e Gemarias rogaram ao rei que não queimasse o rolo, porém não lhes deu ouvidos.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36:26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 deu ordem o rei a Jerahmeel, filho de Hamelech, e a Seraias, filho d'Azriel, e a Selemias, filho de Abdeel, que prendessem a Baruch, o escrivão, e a Jeremias, o propheta: mas o Senhor tinha-os escondido.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36:27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veiu a Jeremias a palavra do Senhor, depois que o rei queimara o rolo, e as palavras que Baruch escrevera da bocca de Jeremias, dizendo: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36:28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 ainda outro rolo, e escreve n'elle todas as palavras primeiras que estavam no primeiro volume, o qual queimou Joaquim, rei de Judah.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36:29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Joaquim, rei de Judah, dirás: Assim diz o Senhor: Tu queimaste este rolo, dizendo: Porque escreveste n'elle, dizendo: Certamente virá o rei de Babylonia, e destruirá esta terra e fará cessar n'ella homens e animaes.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36:30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assim diz o Senhor, ácerca de Joaquim, rei de Judah: Não terá quem se assente sobre o throno de David, e será lançado o seu cadaver ao calor de dia, e á geada de noite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36:31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visitarei sobre elle, e sobre a sua semente, e sobre os seus servos, a sua iniquidade; e trarei sobre elle e sobre os moradores de Jerusalem, e sobre os homens de Judah, todo aquelle mal que lhes tenho fallado, e não ouviram.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36:32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Tomou pois Jeremias outro rolo, e o deu a Baruch, filho de Nerias, o escrivão, o qual escreveu n'elle da bocca de Jeremias todas as palavras do livro que Joaquim, rei de Judah, tinha queimado ao fogo; e ainda se accrescentaram a ellas muitas palavras similhantes.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