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foi dita a Jeremias pelo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Põe-te á porta da casa do Senhor, e proclama ali esta palavra, e dize: Ouvi a palavra do Senhor, ó todo Judah, os que entraes por estas portas, para adorardes ao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Exercitos, o Deus d'Israel: Melhorae os vossos caminhos e as vossas obras, e vos farei habitar n'este logar.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fieis em palavras falsas, dizendo: Templo do Senhor, templo do Senhor, templo do Senhor são estes.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devéras melhorardes os vossos caminhos e as vossas obras, se devéras fizerdes juizo entre um homem e entre o seu companheiro,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opprimirdes o estrangeiro, e orphão, e viuva, nem derramardes sangue innocente n'este logar nem andardes após os deuses alheios para vosso mal,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vos farei habitar n'este logar, na terra que dei a vossos paes, de seculo em seculo.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vós confiaes nas palavras falsas, que não aproveitam para nada.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furtareis, e matareis, e adulterareis, e jurareis falsamente, e queimareis incenso a Baal, e andareis após os deuses alheios, a quem não conheceis?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então vireis, e vos poreis diante de mim n'esta casa, que se chama pelo meu nome, e direis: Somos entregues para fazermos todas estas abominações.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pois esta casa, que se chama pelo meu nome, uma caverna de salteadores aos vossos olhos? eis que tambem eu o vi, diz 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ide agora ao meu logar, que estava em Silo, onde fiz habitar o meu nome ao principio, e vêde o que lhe fiz, por causa da maldade do meu povo Israel.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porquanto fazeis todas estas obras, diz o Senhor, e eu vos fallei, madrugando, e fallando, e não ouvistes, e chamei-vos, e não respondestes,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Farei tambem a esta casa, que se chama pelo meu nome, em que confiaes, e a este logar, que vos dei a vós e a vossos paes, como fiz a Silo.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lançarei de diante da minha face, como lancei a todos os vossos irmãos, a toda a geração d'Ephraim.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 não ores por este povo, nem levantes por elle clamor nem oração, nem me importunes, porque eu não te ouvirei.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tu não vês o que andam fazendo nas cidades de Judah, e nas ruas de Jerusalem?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apanham a lenha, e os paes accendem o fogo, e as mulheres amassam a massa, para fazerem bolos á rainha dos céus, e offerecem libações a deuses alheios, para me provocarem á ira.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Acaso elles a mim me provocam á ira? diz o Senhor, e não antes a si mesmos, para confusão dos seus rostos?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Jehovah: Eis que a minha ira e o meu furor se derramarão sobre este logar, sobre os homens e sobre as bestas, e sobre as arvores do campo, e sobre os fructos da terra; e accender-se-ha, e não se apagará.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Exercitos, o Deus d'Israel: Ajuntae os vossos holocaustos aos vossos sacrificios, e comei carne.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nunca fallei a vossos paes, no dia em que vos tirei da terra do Egypto, nem lhes ordenei coisa alguma ácerca de holocaustos ou sacrificios.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esta coisa lhes ordenei, dizendo: Dae ouvidos á minha voz, e eu serei o vosso Deus, e vós sereis o meu povo; e andae em todo o caminho que eu vos mandar, para que vos vá bem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ouviram, nem inclinaram os seus ouvidos, mas andaram nos seus proprios conselhos, no proposito do seu coração malvado; e tornaram-se para traz, e não para diante.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dia em que vossos paes sairam da terra do Egypto, até ao dia de hoje, enviei-vos todos os meus servos, os prophetas, cada dia madrugando e enviando-os;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me deram ouvidos, nem inclinaram os seus ouvidos, mas endureceram a sua cerviz, e fizeram peior do que seus paes.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Fallar-lhes-has pois todas estas palavras, mas não te darão ouvidos; chamal-os-has, mas não te responderão.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lhes dirás: Esta é gente que não dá ouvidos á voz do Senhor seu Deus e não acceita castigo: já pereceu a verdade, e se arrancou da sua bocca.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Tosquia o cabello da tua cabeça, e lança-o fóra, e levanta o teu pranto sobre as alturas; porque já o Senhor rejeitou e desamparou a geração do seu furor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filhos de Judah fizeram o que parece mal aos meus olhos, diz o Senhor; pozeram as suas abominações na casa que se chama pelo meu nome, para contaminal-a.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edificaram os altos de Topheth, que está no valle do filho de Hinnom, para queimarem no fogo a seus filhos e a suas filhas; o que nunca ordenei, nem me subiu sobre o coração.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veem dias, diz o Senhor, em que nunca se chamará mais Topheth, nem valle do filho de Hinnom, mas o valle da matança; e enterrarão em Topheth, por não haver logar.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cadaveres d'este povo servirão de pasto ás aves dos céus e aos animaes da terra; e ninguem os espantará.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cessar das cidades de Judah, e das ruas de Jerusalem, a voz de folguedo, e a voz de alegria, a voz de esposo e a voz de esposa; porque a terra se tornará em desolação.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