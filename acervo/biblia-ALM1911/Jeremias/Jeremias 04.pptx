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te converteres, ó Israel, diz o Senhor, volta para mim: e, se tirares as tuas abominações de diante de mim, não andarás mais vagueando,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jurarás: Vive o Senhor na verdade, no juizo e na justiça; e n'elle se bemdirão as gentes, e n'elle se gloriarão.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assim diz o Senhor aos homens de Judah e a Jerusalem: Lavrae para vós o campo de lavoura, e não semeeis entre espinhos.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Circumcidae-vos ao Senhor, e tirae os prepucios do vosso coração, ó homens de Judah e habitadores de Jerusalem, para que a minha indignação não venha a sair como fogo, e arda, e não haja quem a apague, por causa da malicia das vossas obras.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Annunciae em Judah, e fazei ouvir em Jerusalem, e dizei, e tocae a trombeta na terra, gritae em alta voz, e dizei: Ajuntae-vos, e entremos nas cidades fortes.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Arvorae a bandeira para Sião, retirae-vos em tropas, não estejaes parados; porque eu trago um mal do norte, e um grande quebrantamento.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um leão subiu da sua ramada, e um destruidor das nações; elle já partiu, e saiu do seu logar para fazer da tua terra uma desolação; que as tuas cidades sejam destruidas, e ninguem habite n'ellas.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isto cingi-vos de saccos, lamentae, e uivae; porque o ardor da ira do Senhor não se desviou de nós.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succederá n'aquelle tempo, diz o Senhor, que se desfará o coração do rei e o coração dos principes; e os sacerdotes pasmarão, e os prophetas se maravilharão.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eu: Ah Senhor Jehovah! verdadeiramente enganaste grandemente a este povo e a Jerusalem, dizendo; Tereis paz; e chegas-lhes a espada até á alma.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N'aquelle tempo se dirá a este povo e a Jerusalem: Um vento secco das alturas do deserto veiu ao caminho da filha do meu povo; não para padejar, nem para alimpar;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um vento me virá a mim, que lhes será mais vehemente: agora tambem eu pronunciarei juizos contra elles.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virá subindo como nuvens e os seus carros como a tormenta; os seus cavallos serão mais ligeiros do que as aguias; ai de nós! que somos assolados!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Lava o teu coração da malicia, ó Jerusalem, para que sejas salva; até quando permanecerão no meio de ti os pensamentos da tua vaidade?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uma voz annuncia desde Dan, e faz ouvir a calamidade desde o monte de Ephraim.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D'isto fazei menção ás nações; eis aqui fazei-o ouvir contra Jerusalem; que vigias veem de uma terra remota, e levantarão a sua voz contra as cidades de Judah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as guardas de um campo, estão contra ella ao redor; porquanto ella se rebellou contra mim, diz o Senhor.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teu caminho e as tuas obras te fizeram estas coisas: esta é a tua malicia, que tão amargosa é que te chega até ao coração.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Ah entranhas minhas, entranhas minhas! estou com dôres no meu coração! ruge em mim o meu coração, já não me posso calar; porque tu, ó alma minha, ouviste o som da trombeta e o alarido da guerra.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Quebranto sobre quebranto se apregoa: porque já toda a terra está destruida: de repente foram destruidas as minhas tendas, e as minhas cortinas n'um momento.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Até quando verei a bandeira, e ouvirei a voz da trombeta?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Devéras o meu povo está louco, já a mim me não conhecem; são filhos nescios, e não entendidos: sabios são para mal fazer, mas para bem fazer nada sabem.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 a terra, e eis que estava assolada e vazia; e os céus, e não tinham a sua luz.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 os montes, e eis que estavam tremendo; e todos os outeiros estremeciam.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Vi, e eis que homem nenhum havia; e já todas as aves do céu eram fugidas.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Vi, e eis que a terra fertil era um deserto; e todas as suas cidades estavam derribadas diante do Senhor, diante do furor da sua ira.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assim diz o Senhor: Toda esta terra será assolada: de todo, porém, a não consumirei.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isto lamentará a terra, e os céus em cima se ennegrecerão; porquanto assim o disse, assim o propuz, e não me arrependi nem me desviarei d'isso.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clamor dos cavalleiros e dos frecheiros já fugiram todas as cidades; entraram pelas nuvens, e treparam pelos penhascos: todas as cidades ficaram desamparadas, e já ninguem habita n'ellas.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Agora, pois, que farás, ó assolada? ainda que te vistas de carmezim, ainda que te enfeites de enfeites de oiro, ainda que te pintes em volta dos teus olhos com o antimonio, debalde te enfeitarias: já os amantes te desprezam, e a vida te procurarão tirar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Porquanto ouço uma voz, como de uma que está de parto, uma angustia como da que está com dôres de parto do primeiro filho; a voz da filha de Sião, offegante, que estende as suas mãos, dizendo: Oh! ai de mim agora, porque já a minha alma desmaia por causa dos matadores.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