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reinou o rei Zedekias, filho de Josias, em logar de Conias, filho de Joaquim, a quem Nabucodonozor, rei de Babylonia, constituiu rei na terra de Judah.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nem elle, nem os seus servos, nem o povo da terra deram ouvidos ás palavras do Senhor que fallou pelo ministerio de Jeremias, o propheta.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mandou o rei Zedekias a Juchal, filho de Selemias, e a Sofonias, filho de Maaseias, o sacerdote, a Jeremias, o propheta, dizendo: Roga agora por nós ao Senhor nosso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entrava e sahia Jeremias entre o povo, porque não o tinham posto na casa do carcere.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exercito de Pharaó saiu do Egypto: e, ouvindo os chaldeos, que tinham em sitio a Jerusalem, as novas d'isto, retiraram-se de Jerusalem.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Jeremias, o propheta, a palavra do Senhor, dizendo: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Senhor, Deus de Israel: Assim direis ao rei de Judah, que vos enviou a mim a perguntar-me: Eis que o exercito de Pharaó, que saiu para soccorro vosso, voltar-se-ha para a sua terra no Egypto.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voltarão os chaldeos, e pelejarão contra esta cidade, e a tomarão, e a queimarão a fogo.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Não enganeis as vossas almas, dizendo: Sem duvida se irão os chaldeos de nós: porque não se irão.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ainda que ferisseis a todo o exercito dos chaldeos, que peleja contra vós, e ficassem de resto d'elles homens traspassados, cada um levantar-se-hia na sua tenda, e queimaria a fogo esta cidade.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subindo de Jerusalem o exercito dos chaldeos, por causa do exercito de Pharaó,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Saiu Jeremias de Jerusalem, para ir á terra de Benjamin, para esquivar-se de ali entre o meio do povo.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estando elle á porta de Benjamin, achava-se ali um capitão da guarda, cujo nome era Jerias, filho de Selemias, filho de Hananias: o qual prendeu a Jeremias, o propheta, dizendo: Tu foges para os chaldeos.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Jeremias disse: Isso é falso, não fujo para o chaldeos. Porém não lhe deu ouvidos; antes Jerias prendeu a Jeremias, e o levou aos principes.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principes se iraram muito contra Jeremias, e o feriram; e o pozeram na casa da prisão, na casa de Jonathan, o escrivão; porque tinham feito d'ella a casa do carcere.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pois Jeremias na casa do calaboiço, e nas suas camarinhas, ficou ali Jeremias muitos dias.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o rei Zedekias a tiral-o; e o rei lhe perguntou em sua casa, em segredo, e disse: Ha porventura alguma palavra do Senhor? E disse Jeremias: Ha. E elle disse: Na mão do rei de Babylonia serás entregue.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Jeremias ao rei Zedekias: Em que tenho peccado contra ti, e contra os teus servos, e contra este povo, para que me pozesseis na casa do carcere?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estão agora os vossos prophetas, que vos prophetizavam, dizendo: O rei de Babylonia não virá contra vós nem contra esta terra?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pois ouve agora, ó rei, meu senhor: caia agora a minha supplica diante de ti, e não me deixes tornar á casa de Jonathan, o escriba, para que não venha a morrer alli.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deu ordem o rei Zedekias que pozessem a Jeremias no atrio da guarda; e deram-lhe um bolo de pão cada dia, da rua dos padeiros, até que se acabou todo o pão da cidade: assim ficou Jeremias no atrio da guarda.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