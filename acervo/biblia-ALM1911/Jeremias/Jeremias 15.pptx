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Disse-me, porém, o Senhor: Ainda que Moysés e Samuel se pozessem diante de mim, não seria a minha alma com este povo: lança-os de diante da minha face, e saiam.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te disserem: Para onde sairemos? dir-lhes-has: Assim diz o Senhor: O que para a morte, para a morte; e o que para a espada, para a espada; e o que para a fome, para a fome; e o que para o captiveiro, para o captiveiro.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visital-os-hei com quatro generos de males, diz o Senhor: com espada para matar, e com cães, para os arrastarem, e com as aves dos céus, e com os animaes da terra, para os devorarem e destruirem.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Entregal-os-hei ao desterro em todos os reinos da terra; por causa de Manassés, filho d'Ezequias, rei de Judah, pelo que fez em Jerusalem.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se compadeceria de ti, ó Jerusalem? ou quem se entristeceria por ti? ou quem se desviaria a perguntar pela tua paz?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deixaste, diz o Senhor, e tornaste-te para traz; por isso estenderei a minha mão contra ti, e te destruirei; já estou cançado de me arrepender.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padejal-os-hei com a pá nas portas da terra: já desfilhei, e destrui o meu povo; não se tornaram dos seus caminhos.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viuvas mais se me multiplicaram do que as areias dos mares; trouxe ao meio dia um destruidor sobre a mãe dos mancebos: fiz que caisse de repente sobre ella, e enchesse a cidade de terrores.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 paria sete se enfraqueceu; expirou a sua alma; poz-se o seu sol sendo ainda de dia, confundiu-se, e envergonhou-se: e os que ficarem d'ella entregarei á espada, diante dos seus inimigos, diz 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mim, mãe minha, porque me pariste homem de rixa e homem de contendas para toda a terra? nunca lhes dei á usura, nem elles me deram a mim á usura, todavia cada um d'elles me amaldiçoa.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Senhor: Decerto que os teus residuos serão para bem, que intercederei por ti, no tempo da calamidade e no tempo da angustia, com o inimigo.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quebrará algum ferro, o ferro do norte, ou o aço?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fazenda e os teus thesouros darei sem preço ao saque; e isso por todos os teus peccados, como tambem em todos os teus limites.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levar-te-hei com os teus inimigos para a terra que não conheces; porque o fogo se accendeu em minha ira, e sobre vós arderá.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ó Senhor, o sabes; lembra-te de mim, e visita-me, e vinga-me dos meus perseguidores: não me arrebates emquanto differes o teu furor: sabe que por amor de ti tenho soffrido affronta.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Achando-se as tuas palavras, logo as comi, e a tua palavra foi para mim o gozo e alegria do meu coração; porque pelo teu nome me chamo, ó Senhor, Deus dos Exercitos.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me assentei no congresso dos zombadores, nem saltei de prazer: por causa da tua mão me assentei solitario; porque me encheste de indignação.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dura a minha dôr continuamente, e a minha ferida me doe, e já não admitte cura? Porventura ser-me-hias tu como um mentiroso e como aguas inconstantes?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Se tu te tornares, então te farei tornar, e estarás diante da minha face; e se apartares o precioso do vil, serás como a minha bocca: tornem-se elles para ti, porém tu não te tornes para elles.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puz-te contra este povo por um muro forte de bronze; e pelejarão contra ti, porém não prevalecerão contra ti; porque eu estou comtigo para te guardar, para te arrebatar d'elles, diz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arrebatar-te-hei da mão dos malignos, e livrar-te-hei da palma dos fortes.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