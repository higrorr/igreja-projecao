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49:1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Contra os filhos de Ammon. Assim diz o Senhor: Acaso não tem filhos Israel, nem tem herdeiro? porque pois herdou Malcam a Gad e o seu povo habitou nas suas cidades?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49:2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Portanto, eis que veem dias, diz o Senhor, em que farei ouvir em Rabba dos filhos de Ammon o alarido de guerra, e tornar-se-ha n'um montão de assolação, e os logares da sua jurisdicção serão queimados a fogo; e Israel herdará aos que o herdaram, diz o Senhor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49:3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Uiva, ó Hesbon, porque já é destruida Ai; clamae, ó filhas de Rabba, cingi-vos de saccos, lamentae, e rodeae pelos vallados; porque Malcam irá em captiveiro, os seus sacerdotes e os seus principes juntamente.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49:4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te glorias dos valles, já se escorreu o teu valle, ó filha rebelde que confias nos teus thesouros, dizendo: Quem virá contra mim?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49:5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eu trarei temor sobre ti, diz o Senhor Jehovah dos Exercitos, de todos os que estão ao redor de ti; e sereis lançados fóra cada um diante de si, e ninguem recolherá o desgarrado.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49:6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depois d'isto farei voltar os captivos dos filhos de Ammon, diz o Senhor.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49:7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Contra Edom. Assim diz o Senhor dos Exercitos: Acaso já não ha mais sabedoria em Teman? já pereceu o conselho dos entendidos? corrompeu-se a sua sabedoria?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49:8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Fugi, virae-vos, buscae profundezas para habitar, ó moradores de Dedan, porque eu trouxe sobre elle a ruina de Esaú, no tempo em que o visitei.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49:9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vindimadores viessem a ti, não deixariam rabiscos? se ladrões de noite viessem, não te damnificariam quanto lhes é sufficiente?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49:10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eu despi a Esaú, descobri os seus esconderijos, e não se poderá esconder: é destruida a sua semente, como tambem seus irmãos e seus visinhos, e já elle não é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49:11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Deixa os teus orphãos: eu os guardarei em vida; e as tuas viuvas confiar-se-hão em mim.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49:12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assim diz o Senhor: Eis que os que não estavam condemnados a beberem o copo totalmente o beberão; e tu mesmo totalmente serias absolto? não serás absolto, mas totalmente o beberás.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49:13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por mim mesmo jurei, diz o Senhor, que Bozra servirá de espanto, de opprobrio, de assolação, e de execração; e todas as suas cidades se tornarão em assolações perpetuas.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49:14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 um rumor vindo do Senhor, que um embaixador é enviado ás nações, para lhes dizer: Ajuntae-vos, e vinde contra ella, e levantae-vos para a guerra.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49:15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eis que te fiz pequeno entre as nações, desprezado entre os homens.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49:16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tua terribilidade te enganou, e a arrogancia do teu coração, tu que habitas nas cavernas das rochas, que occupas as alturas dos outeiros; ainda que alces o teu ninho como a aguia, de lá te derribarei, diz o Senhor.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49:17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servirá Edom de espanto: todo aquelle que passar por ella se espantará, e assobiará por causa de todas as suas pragas.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49:18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Será como a destruição de Sodoma e Gomorrah, e dos seus visinhos, diz o Senhor: não habitará ninguem ali, nem morará n'ella filho de homem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49:19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elle como leão subirá da enchente do Jordão contra a morada do forte; porque n'um momento o farei correr d'ali; e quem é o escolhido que porei sobre ella? porque quem é similhante a mim? e quem me emprazaria? e quem é o pastor que subsistiria perante mim?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49:20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ouvi o conselho do Senhor, que decretou contra Edom, e os seus designios que intentou entre os moradores de Teman: certamente os mais pequenos do rebanho os arrastarão: certamente assolará as suas moradas sobre elles.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49:21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terra estremeceu do estrondo da sua queda: tocante ao grito, até ao Mar Vermelho se ouviu o sonido.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49:22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elle como aguia subirá, e voará, e estenderá as suas azas sobre Bozra: e será o coração dos valentes de Edom n'aquelle dia como o coração da mulher que está com dôres de parto.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49:23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Contra Damasco. Envergonhou-se Hamath e Arpad, porquanto ouviram más novas, se desmaiaram: no mar ha angustia, não se pode socegar.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49:24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Enfraquecida está Damasco; virou as costas para fugir, e tremor a tomou: angustia e dôres a tomaram como da que está de parto.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49:25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não é deixada a afamada cidade? a cidade de meu folguedo?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49:26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cairão os seus mancebos nas suas ruas; e todos os homens de guerra serão consumidos n'aquelle dia, diz o Senhor dos Exercitos.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49:27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accenderei fogo ao muro de Damasco, e consumirá os palacios de Benhadad.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49:28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Contra Kedar, e contra os reinos de Hazor, que Nabucodonozor, rei de Babylonia, feriu. Assim diz o Senhor: Levantae-vos, subi contra Kedar, e destrui os filhos do oriente.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49:29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Tomarão as suas tendas, e os seus gados, as suas cortinas e todos os seus vasos, e os seus camelos levarão para si; e lhes clamarão: Ha medo de todos os lados.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49:30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Fugi, desviae-vos para mui longe, buscae profundezas para habitar, ó moradores de Azor, diz o Senhor: porque Nabucodonozor, rei de Babylonia, tomou conselho contra vós, e intentou um designio contra vós.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49:31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Levantae-vos, subi contra uma nação em repouso, que habita confiadamente, diz o Senhor, que não tem portas, nem ferrolho; habitam sós.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49:32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seus camelos serão para preza, e a multidão dos seus gados para despojo: e os espalharei a todo o vento, áquelles que moram nos ultimos cantos da terra, e de todos os seus lados lhes trarei a sua ruina, diz o Senhor.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49:33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Hazor se tornará em morada de dragões, em assolação para sempre: ninguem habitará ali, nem morará n'ella filho de homem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49:34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palavra do Senhor, que veiu a Jeremias, o propheta, contra Elam, no principio do reinado de Zedekias, rei de Judah, dizendo: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49:35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 dos Exercitos: Eis que eu quebrarei o arco de Elam, o principal do seu poder.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49:36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trarei sobre Elam os quatro ventos dos quatro cantos dos céus, e os espalharei por todos estes ventos; e não haverá nação aonde não venham os fugitivos de Elam.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49:37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atemorizarei a Elam diante de seus inimigos e diante dos que procuram a sua morte; e farei vir sobre elles o mal, o furor da minha ira, diz o Senhor; e enviarei após elles a espada; até que venha a consumil-os.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49:38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porei o meu throno em Elam: e destruirei d'ali o rei e os principes, diz o Senhor.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49:39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Será, porém, no ultimo dos dias que farei voltar os captivos de Elam, diz o Senhor.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