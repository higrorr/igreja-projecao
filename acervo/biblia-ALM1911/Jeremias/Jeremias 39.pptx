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nono de Zedekias, rei de Judah, no mez decimo, veiu Nabucodonozor, rei de Babylonia, todo o seu exercito, contra Jerusalem, e a cercaram.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undecimo de Zedekias, no quarto mez, aos nove do mez, se fez a brecha na cidade.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entraram n'ella todos os principes do rei de Babylonia, e pararam na porta do meio, a saber: Nergal-sarezer, Samgar-nebo, Sarsecim, Rab-saris, Nergal-sarezer, Rab-mag, e todo o resto dos principes do rei de Babylonia.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vendo-os Zedekias, rei de Judah, e todos os homens de guerra, fugiram, e sairam de noite da cidade, pelo caminho do jardim do rei, pela porta d'entre os dois muros; e saiu pelo caminho da campina.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exercito dos chaldeos os perseguiu; e alcançaram a Zedekias nas campinas de Jericó, e o prenderam, e o fizeram subir a Nabucodonozor, rei de Babylonia, a Ribla, na terra de Hamath, e o sentenciou.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 Babylonia matou os filhos de Zedekias em Ribla, diante dos meus olhos: tambem matou o rei de Babylonia a todos os nobres de Judah.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cegou os olhos de Zedekias, e o atou com duas cadeias de bronze, para leval-o a Babylonia.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chaldeos queimaram a fogo a casa do rei e as casas do povo, e derribaram os muros de Jerusalem.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do povo, que ficou na cidade, e os rebeldes que tinham caido para elle, e o resto do povo que ficou, levou Nebuzaradan, capitão da guarda, a Babylonia.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dos pobres de entre o povo que não tinha nada, deixou Nebuzaradan, capitão da guarda, alguns na terra de Judah; e deu-lhes vinhas e campos n'aquelle dia.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Nabucodonozor, rei de Babylonia, havia dado ordem ácerca de Jeremias, na mão de Nebuzaradan, capitão dos da guarda,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Toma-o, e põe sobre elle os teus olhos, e não lhe faças nenhum mal; antes, como elle te disser, assim usarás com 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 pois Nebuzaradan, capitão dos da guarda, e Nebus-hasban, Rab-saris, Nergal-sarezer, Rab-mag, e todos os principes do rei de Babylonia: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Enviaram pois, e tomaram a Jeremias do atrio da guarda, e o entregaram a Gedalias, filho de Ahicam, filho de Saphan, para que o levasse á casa; e ficou entre o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Jeremias veiu a palavra do Senhor, estando elle ainda encerrado no atrio da guarda,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falla a Ebed-melech, o ethiope, dizendo: Assim diz o Senhor dos Exercitos, Deus de Israel: Eis que eu trarei as minhas palavras sobre esta cidade para mal e não para bem: e serão cumpridas diante de ti n'aquelle dia.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te farei escapar n'aquelle dia, diz o Senhor, e não serás entregue na mão dos homens perante cuja face tu temes.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certamente te livrarei, e não cairás á espada: mas a tua alma terás por despojo, porquanto confiaste em mim, diz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