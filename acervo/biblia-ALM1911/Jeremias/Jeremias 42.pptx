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chegaram todos os principes dos exercitos, e Johanan, filho de Careah, e Jezanias, filho de Hosaias, e todo o povo, desde o menor até ao maior,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a Jeremias, o propheta: Caia agora a nossa supplica diante de ti, e roga por nós ao Senhor teu Deus, por todo este resto; porque de muitos restamos uns poucos, como nos vêem os teus olhos;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Senhor teu Deus nos ensine o caminho por onde havemos de andar e aquillo que havemos de fazer.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Jeremias, o propheta: Tenho ouvido: Eis que orarei ao Senhor vosso Deus conforme as vossas palavras; e será que toda a palavra que o Senhor vos responder eu vol-a declararei; não vos encobrirei palavra alguma.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elles disseram a Jeremias: Seja o Senhor entre nós testemunha da verdade e fidelidade, se não fizermos conforme toda a palavra em que te enviar a nós o Senhor teu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seja em bem, ou seja em mal, á voz do Senhor nosso Deus, a quem te enviamos, obedeceremos, para que nos succeda bem, obedecendo á voz do Senhor nosso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ao fim de dez dias veiu a palavra do Senhor a Jeremias.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a Johanan, filho de Careah, e a todos os principes dos exercitos, que havia com elle, e a todo o povo, desde o menor até ao maior,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Assim diz o Senhor, Deus de Israel, a quem me enviastes, para lançar a vossa supplica diante d'elle: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 boamente ficardes n'esta terra, então vos edificarei, e não vos derribarei; e vos plantarei, e não vos arrancarei; porque estou arrependido do mal que vos tenho feito.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temaes o rei de Babylonia, a quem vós temeis; não o temaes, diz o Senhor, porque eu sou comvosco, para vos salvar e para vos fazer livrar da sua mão.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farei misericordia, para que elle tenha misericordia de vós, e vos faça voltar á vossa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vós disserdes: Não ficaremos n'esta terra, não obedecendo á voz do Senhor vosso Deus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Não, antes iremos á terra do Egypto, onde não veremos guerra, nem ouviremos estrondo de trombeta, nem teremos fome de pão, e ali ficaremos.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ouvi agora pois a palavra do Senhor, ó resto de Judah: assim diz o Senhor dos Exercitos, Deus de Israel: Se vós absolutamente pozerdes os vossos rostos para entrardes no Egypto, e entrardes para lá peregrinar,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que a espada que vós temeis ali vos alcançará na terra do Egypto, e a fome de que vós receaes ali se vos pegará no Egypto, e ali morrereis.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serão todos os homens que pozeram os seus rostos para entrarem no Egypto, para lá peregrinarem: morrerão á espada, á fome, e da peste; e d'elles não haverá quem reste e escape do mal que eu farei vir sobre elles.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Exercitos, Deus de Israel: Como se derramou a minha ira e a minha indignação sobre os habitantes de Jerusalem, assim se derramará a minha indignação sobre vós, entrando no Egypto; e servireis de maldição, e de espanto, e de execração, e de opprobrio, e não vereis mais este logar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o Senhor ácerca de vós, ó resto de Judah! não entreis no Egypto; por certo sabei que testifiquei contra vós hoje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enganastes as vossas almas, pois vós me enviastes ao Senhor vosso Deus, dizendo: Ora por nós ao Senhor nosso Deus; e conforme tudo o que disser o Senhor Deus nosso, declara-nol-o assim, e o faremos.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vol-o tenho declarado hoje; porém não déstes ouvidos á voz do Senhor vosso Deus, nem a coisa alguma de aquillo que me enviou a vós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sabei por certo que á espada, á fome e da peste morrereis no mesmo logar onde desejastes entrar, para lá peregrinardes.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