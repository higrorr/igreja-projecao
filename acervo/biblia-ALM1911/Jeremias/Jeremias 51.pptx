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Senhor: Eis que levantarei um vento destruidor contra Babylonia, e contra os que habitam no coração dos que se levantam contra mim.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enviarei padejadores contra Babylonia, que a padejarão, e despejarão a sua terra; porque virão contra ella de redor no dia da calamidade.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frecheiro arme o seu arco contra o que arma o seu arco, e contra o que presume da sua couraça; e não perdoeis a seus mancebos; destrui a todo o seu exercito.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mortos caiam na terra dos chaldeos, e os atravessados pelas ruas.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Israel e Judah não foram deixados viuvas do seu Deus, do Senhor dos Exercitos, ainda que a sua terra esteja cheia de culpas perante o Sancto de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Fugi do meio de Babylonia, e livrae cada um a sua alma, e não vos destruaes a vós na sua maldade: por-* que este é o tempo da vingança do Senhor, que lhe paga retribuição.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Babylonia um copo de oiro na mão do Senhor, que embriagava a toda a terra: do seu vinho beberam as nações; por isso as nações enlouqueceram.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N'um momento caiu Babylonia, e ficou arruinada: uivae sobre ella, tomae balsamo para a sua dôr, porventura sarará.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Sarámos a Babylonia, porém ella não sarou; deixae-a, e vamo-nos cada um para a sua terra: porque o seu juizo chegou até ao céu, e se elevou até ás mais altas nuvens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tirou a nossa justiça á luz: vinde e contemos em Sião a obra do Senhor, nosso Deus.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Alimpae as frechas, preparae perfeitamente os escudos: o Senhor despertou o espirito dos reis da Media; porque o seu intento contra Babylonia é para a destruir; porque esta é a vingança do Senhor, a vingança do seu templo.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Arvorae bandeira sobre os muros de Babylonia, reforçae a guarda, collocae guardas, preparae as ciladas; porque como o Senhor intentou, assim fez o que tinha fallado ácerca dos moradores de Babylonia.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que habitas sobre muitas aguas, rica de thesouros, veiu o teu fim, a medida da tua avareza.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Jurou o Senhor dos Exercitos por si mesmo, dizendo: Ainda que te enchi de homens, como de pulgão, comtudo cantarão com jubilo sobre 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fez a terra com o seu poder, e ordenou o mundo com a sua sabedoria, e estendeu os céus com o seu entendimento.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elle a sua voz, grande estrondo de aguas ha nos céus, e faz subir os vapores desde o fim da terra: faz os relampagos com a chuva, e tira o vento dos seus thesouros.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Embruteceu-se todo o homem, e não tem sciencia; envergonhou-se todo o ourives de imagem de esculptura; porque a sua imagem de fundição mentira é, e não ha espirito n'ellas.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Vaidade são, obra de enganos: no tempo da sua visitação perecerão.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é similhante a estes a porção de Jacob; porque elle é o que formou tudo; e Israel é a tribu da sua herança: o Senhor dos Exercitos é o seu nome.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me és martello e armas de guerra, e por ti despedaçarei nações, e por ti destruirei os reis;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ti despedaçarei o cavallo e o seu cavalleiro; e por ti despedaçarei o carro e o que vae montado n'elle;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ti despedaçarei o homem e a mulher, e por ti despedaçarei o velho e o moço; e por ti despedaçarei o mancebo e a virgem;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ti despedaçarei o pastor e o seu rebanho; e por ti despedaçarei o lavrador e a sua junta de bois; e por ti despedaçarei os capitães e os magistrados.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pagarei a Babylonia, e a todos os moradores da Chaldea, toda a sua maldade, que fizeram em Sião, aos vossos olhos, diz o Senhor.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Eis-me aqui contra ti, ó monte destruidor, diz o Senhor, que destroes toda a terra; e estenderei a minha mão contra ti, e te revolverei das rochas, e farei de ti um monte de queima.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tomarão de ti pedra para esquina, nem pedra para fundamentos, porque te tornarás em assolações perpetuas, diz o Senhor.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Arvorae bandeira na terra, tocae a buzina entre as nações, sanctificae as nações contra ella, convocae contra ella os reinos de Ararat, Minni, e Asquenaz: ordenae contra ella um capitão, fazei subir cavallos, como pulgão arripiado.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Sanctificae contra ella as nações, os reis da Media, os seus capitães, e todos os seus magistrados, como tambem toda a terra do seu dominio.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tremerá a terra, e doer-se-ha, porque cada um dos designios do Senhor está firme contra Babylonia, para fazer da terra de Babylonia uma assolação, de sorte que não haja n'ella habitante.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valentes de Babylonia cessaram de pelejar, ficaram-se nas fortalezas, desfalleceu a sua força tornaram-se como mulheres: incendiaram as suas moradas, quebrados foram os seus ferrolhos.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correio correrá ao encontro de outro correio, e um mensageiro ao encontro de outro mensageiro, para annunciar ao rei de Babylonia que a sua cidade está tomada desde um cabo até ao outro;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os váos estão tomados, e os canaviaes queimados a fogo; e os homens de guerra ficaram assombrados.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Senhor dos Exercitos, o Deus de Israel: A filha de Babylonia é como uma eira, já é tempo de se debulhar: ainda um pouco, e o tempo da sega lhe virá.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Nabucodonozor, rei de Babylonia, me devorou, atropellou-me, fez de mim um vaso vasio, como dragão me tragou, encheu o seu ventre das minhas delicadezas; lançou-me fóra.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violencia que se me fez a mim e a minha carne venha sobre Babylonia, diga a moradora de Sião; e o meu sangue sobre os moradores da Chaldea, diga Jerusalem.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assim diz o Senhor: Eis que pleitearei o teu pleito, e te vingarei da vingança que se tomou de ti; e seccarei o seu mar, e farei que se esgote o seu manancial.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Babylonia virá a ser uns montões, morada de dragões, espanto e assobio, sem que haja quem habite n'ella.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Juntamente rugirão como filhos dos leões: bramarão como cachorros de leões.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elles já esquentados, lhes darei a sua bebida, e os embriagarei, para que andem saltando; porém dormirão um perpetuo somno, e não acordarão, diz o Senhor.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Fal-os-hei descer como a cordeiros ao matadouro, como carneiros com os bodes.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foi presa Sesach, e tomada a gloria de toda a terra! como tem sido Babylonia tornada em espanto entre as nações!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mar subiu sobre Babylonia; com a multidão das suas ondas se cobriu.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Tornaram-se as suas cidades em assolação, terra secca e deserta, terra em que ninguem habite, nem passe por ella filho de homem.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visitarei a Bel em Babylonia, e tirarei da sua bocca o que tragou, e nunca mais concorrerão a elle as nações: tambem o muro de Babylonia caiu.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Sahi do meio d'ella, ó povo meu, e livrae cada um a sua alma, por causa do ardor da ira do Senhor.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para que porventura não se enterneça o vosso coração, e não temaes pelo rumor que se ouvir na terra; porque virá n'um anno um rumor, e depois n'outro anno um rumor; e haverá violencia na terra, dominador sobre dominador.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veem dias, e visitarei as imagens de esculptura de Babylonia, e toda a sua terra será envergonhada, e todos os seus traspassados cairão no meio d'ella.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céus e a terra, com tudo quanto n'elles ha, jubilarão sobre Babylonia: porque do norte lhe virão os destruidores, diz o Senhor.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Babylonia serviu de queda aos traspassados de Israel, assim em Babylonia cairão os traspassados de toda a terra.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que escapastes da espada, ide-vos, não pareis; de longe lembrae-vos do Senhor, e Jerusalem suba sobre o vosso coração.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Direis porém: Envergonhados estamos, porque ouvimos opprobrio; vergonha cobriu o nosso rosto, porquanto vieram estrangeiros sobre os sanctuarios da casa do Senhor.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veem dias, diz o Senhor, e visitarei as suas imagens de esculptura; e gemerá o traspassado em toda a sua terra.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Babylonia subisse aos céus, e ainda que fortificasse a altura da sua fortaleza, todavia de mim virão destruidores sobre ella, diz o Senhor.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Voz de gritos se ouve de Babylonia, e grande quebrantamento da terra dos chaldeos;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destroe a Babylonia, e fará perecer d'ella a sua grande voz: porque as suas ondas bramirão como muitas aguas: dar-se-ha o arroido da sua voz.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destruidor vem sobre ella, sobre Babylonia, e os seus valentes serão presos, já estão quebrados os seus arcos: porque o Senhor, Deus das recompensas, certamente lh'o pagará.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embriagarei os seus principes, e os seus sabios, e os seus capitães, e os seus magistrados, e os seus valentes; e dormirão um somno perpetuo, e não acordarão, diz o Rei cujo nome é o Senhor dos Exercitos.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dos Exercitos: Os largos muros de Babylonia totalmente serão derribados, e as suas portas excelsas serão abrazadas pelo fogo; e trabalharão os povos em vão, e as nações para o fogo, e cançar-se-hão.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que mandou Jeremias, o propheta, a Seraias, filho de Nerias, filho de Maaseias, indo elle com Zedekias, rei de Judah, a Babylonia, no anno quarto do seu reinado; e Seraias era um principe pacifico.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Escreveu pois Jeremias n'um livro todo o mal que havia de vir sobre Babylonia: todas estas palavras que estavam escriptas contra Babylonia.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Jeremias a Seraias: Em tu chegando a Babylonia, verás e lerás todas estas palavras.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dirás: Senhor! tu fallaste sobre este logar, que o havias de desarreigar, até não ficar n'elle morador algum, desde o homem até ao animal, mas que se tornaria em perpetuas assolações.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acabando tu de ler este livro, o atarás a uma pedra e o lançarás no meio do Euphrates.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51:64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dirás: Assim será afundada Babylonia, e não se levantará, por causa do mal que eu hei de trazer sobre ella, e se cançarão. Até aqui são as palavras de Jeremias.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