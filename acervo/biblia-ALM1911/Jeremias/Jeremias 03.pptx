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Dizem: Se um homem despedir sua mulher, e ella se fôr d'elle, e se ajuntar a outro homem, porventura tornará a ella mais? porventura aquella terra de todo se não profanaria? Ora, pois, tu fornicaste com tantos amantes; ainda assim, torna para mim, diz o Senhor.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 os teus olhos aos altos, e vê onde não te prostituiste? nos caminhos te assentavas para elles, como o arabe no deserto: assim profanaste a terra com as tuas fornicações e com a tua malicia.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foram retiradas as chuvas, e chuva tardia não houve: porém tu tens a testa de uma prostituta, e não queres ter vergonha.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menos desde agora não chamarás por mim, dizendo: Pae meu, tu és o guia da minha mocidade?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conservará elle para sempre a ira? ou a guardará continuamente? Eis que fallas, e fazes as ditas maldades, e prevaleces.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o Senhor nos dias do rei Josias: Viste o que fez a rebelde Israel? ella foi-se a todo o monte alto, e debaixo de toda a arvore verde, e ali andou fornicando.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disse, depois que fez tudo isto: Volta para mim; porém não voltou: e viu isto a sua aleivosa irmã Judah.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vi, quando por causa de tudo isto, em que commettera adulterio a rebelde Israel, a despedi, e lhe dei o seu libello de divorcio, que a aleivosa Judah, sua irmã, não temeu; porém foi-se e tambem ella mesmo fornicou.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succedeu, pela fama da sua fornicação, que contaminou a terra; porque adulterou com a pedra e com o lenho.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comtudo, nem por tudo isso voltou para mim a sua aleivosa irmã Judah, de todo o seu coração, mas falsamente, diz o Senhor.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me disse: Já a rebelde Israel justificou a sua alma mais do que a aleivosa Judah.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Vae, pois, e apregoa estas palavras para a banda do norte, dize: Volta, ó rebelde Israel, diz o Senhor, e não farei cair a minha ira sobre vós; porque benigno sou, diz o Senhor, e não conservarei para sempre a minha ira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comtudo conhece a tua iniquidade, porque contra o Senhor teu Deus transgrediste; e espalhaste os teus caminhos aos estranhos, debaixo de toda a arvore verde; e não déste ouvidos á minha voz, diz o Senhor.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Convertei-vos, ó filhos rebeldes, diz o Senhor; pois eu vos desposei comigo; e vos tomarei, a um de uma cidade, e a dois de uma geração; e vos levarei a Sião.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 darei pastores segundo o meu coração, que vos apascentem com sciencia e com intelligencia.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succederá que, quando vos multiplicardes e fructificardes na terra n'aquelles dias, diz o Senhor, nunca mais dirão: A arca do concerto do Senhor nem lhes subirá ao coração; nem d'ella se lembrarão, nem a visitarão; nem isto se fará mais.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tempo chamarão a Jerusalem o throno do Senhor, e todas as nações se ajuntarão a ella, á causa do nome do Senhor em Jerusalem; e nunca mais andarão segundo o proposito do seu coração maligno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N'aquelles dias irá a casa de Judah para a casa de Israel; e virão juntas da terra do norte, para a terra que dei em herança a vossos paes.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dizia eu: Como te porei entre os filhos, e te darei a terra desejavel, a excellente herança dos exercitos das nações? Porém eu disse: Pae meu, e de após mim te não desviarás.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Devéras, como a mulher se aparta aleivosamente do seu companheiro, assim aleivosamente te houvestes comigo, ó casa de Israel, diz o Senhor.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logares altos se ouviu uma voz, pranto e supplicas dos filhos de Israel; porquanto perverteram o seu caminho, e se esqueceram do Senhor seu Deus.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Tornae-vos, ó filhos rebeldes, eu curarei as vossas rebelliões. Eis-nos aqui, vimos a ti; porque tu és o Senhor nosso Deus.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Devéras em vão se confia nos outeiros e na multidão das montanhas: devéras no Senhor nosso Deus está a salvação de Israel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confusão devorou o trabalho de nossos paes desde a nossa mocidade: as suas ovelhas e as suas vaccas, os seus filhos e as suas filhas.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Jazemos na nossa vergonha; e estamos cobertos da nossa confusão, porque peccámos contra o Senhor nosso Deus, nós e nossos paes, desde a nossa mocidade até o dia de hoje; e não démos ouvidos á voz do Senhor nosso Deus.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