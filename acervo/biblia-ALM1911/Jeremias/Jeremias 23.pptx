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pastores que destroem e dispersam as ovelhas do meu pasto, diz 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Senhor, o Deus d'Israel, ácerca dos pastores que apascentam o meu povo: Vós dispersastes as minhas ovelhas, e as afugentastes, e não as visitastes: eis que visitarei sobre vós a maldade das vossas acções, diz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mesmo recolherei o resto das minhas ovelhas, de todas as terras para onde as tiver afugentado, e as farei voltar aos seus curraes; e fructificarão, e se multiplicarão.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levantarei sobre ellas pastores que as apascentem, e nunca mais temerão, nem se assombrarão, nem faltarão, diz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dias, diz o Senhor, em que levantarei a David um Renovo justo; e, sendo rei, reinará, e prosperará, e praticará o juizo e a justiça na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dias Judah será salvo, e Israel habitará seguro: e este será o seu nome, com que o nomearão: O Senhor justiça nossa.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veem dias, diz o Senhor, e nunca mais dirão: Vive o Senhor, que fez subir os filhos d'Israel da terra do Egypto;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Mas: Vive o Senhor, que fez subir, e que trouxe a geração da casa de Israel da terra do norte, e de todas as terras para onde os tinha arrojado; e habitarão na sua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aos prophetas, já o meu coração está quebrantado dentro de mim mesmo, todos os meus ossos tremem; sou como um homem bebado, e como um homem vencido de vinho, por causa do Senhor, e por causa das palavras da sua sanctidade.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está cheia de adulteros, e a terra chora por causa da maldição: os pastos do deserto se seccam; porque a sua carreira é má, e a sua força não é recta.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propheta, assim como o sacerdote, estão contaminados; até na minha casa achei a sua maldade, diz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seu caminho lhes será como uns escorregadouros na escuridão: serão repuxados, e cairão n'elle; porque trarei sobre elles mal no anno da sua visitação, diz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prophetas de Samaria bem vi eu loucura: prophetizavam da parte de Baal, e faziam errar o meu povo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nos prophetas de Jerusalem vejo uma coisa horrenda: commettem adulterios, e andam com falsidade, e esforçam as mãos dos malfeitores, para que não se convertam da sua maldade; teem-se tornado para mim como Sodoma, e os seus moradores como Gomorrah.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 ácerca dos prophetas: Eis que lhes darei a comer alosna, e os farei beber aguas de fel; porque dos prophetas de Jerusalem saiu a contaminação sobre toda 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Não deis ouvidos ás palavras dos prophetas, que vos prophetizam; fazem-vos esvaecer: fallam a visão do seu coração, não da bocca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 continuamente aos que me desprezam: O Senhor disse: Paz tereis; e a qualquer que anda segundo o proposito do seu coração, dizem: Não virá mal sobre vós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esteve no conselho do Senhor, e viu, e ouviu a sua palavra? quem esteve attento á sua palavra, e ouviu?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saiu com indignação a tempestade do Senhor; e uma tempestade penosa cairá cruelmente sobre a cabeça dos impios.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desviará a ira do Senhor, até que execute e cumpra os pensamentos do seu coração: no fim dos dias entendereis isso claramente.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mandei os prophetas, comtudo elles foram correndo: não lhes fallei a elles, comtudo elles prophetizaram.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estivessem no meu conselho, então fariam ouvir as minhas palavras ao meu povo, e os fariam voltar do seu mau caminho, e da maldade das suas acções.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sou eu Deus de perto, diz o Senhor, e não tambem Deus de longe?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Esconder-se-hia alguem em esconderijos, que eu não o veja? diz o Senhor; porventura não encho eu os céus e a terra? diz 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ouvido o que dizem aquelles prophetas, prophetizando mentiras em meu nome, dizendo: Sonhei, sonhei.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será isto? ha pois ainda sonho no coração dos prophetas que prophetizam mentiras? são, porém, prophetas do engano do seu coração;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cuidam que farão que o meu povo se esqueça do meu nome pelos seus sonhos que cada um conta ao seu companheiro, assim como seus paes se esqueceram do meu nome por causa de Baal.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propheta que tem um sonho conte o sonho; e aquelle em quem está a minha palavra, falle a minha palavra com verdade. Que tem a palha com o trigo? diz 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a minha palavra não é como o fogo, diz o Senhor, e como um martello que esmiuça a penha?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eu sou contra os prophetas, diz o Senhor, que furtam as minhas palavras, cada um ao seu companheiro.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sou contra os prophetas, diz o Senhor, que usam de sua lingua, e dizem: Assim o disse.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sou contra os que prophetizam sonhos falsos, diz o Senhor, e os contam, e fazem errar o meu povo com as suas mentiras e com as suas leviandades; e eu não os enviei, nem lhes dei ordem; e não fizeram proveito nenhum a este povo, diz 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te perguntar este povo, ou qualquer propheta, ou sacerdote, dizendo: Qual é a carga do Senhor? Então lhe dirás: Que carga? Que vos deixarei, diz o Senhor.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quanto ao propheta, e ao sacerdote, e ao povo, que disser, Carga do Senhor, eu castigarei o tal homem e a sua casa.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direis, cada um ao seu companheiro, e cada um ao seu irmão: Que respondeu o Senhor? e que fallou o Senhor?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nunca mais vos lembrareis da carga do Senhor; porque a cada um lhe servirá de carga a sua propria palavra; pois torceis as palavras do Deus vivo, do Senhor dos Exercitos, o nosso Deus.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dirás ao propheta: Que te respondeu o Senhor, e que fallou o Senhor?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porquanto dizeis: Carga do Senhor; portanto assim o diz o Senhor: Porquanto dizeis esta palavra: Carga do Senhor, havendo-vos ordenado, dizendo: Não direis: Carga do Senhor;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isso, eis que tambem eu me esquecerei totalmente de vós, e a vós, e á cidade que vos dei a vós e a vossos paes, arrancarei da minha face.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23:40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sobre vós perpetuo opprobrio, e eterna vergonha, que não será esquecida.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