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veiu a Jeremias, ácerca de todos os judeos, habitantes da terra do Egypto, que habitavam em Migdol, e em Tahpanhes, e em Noph, e na terra de Pathros,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Deus de Israel: Vós vistes todo o mal que fiz vir sobre Jerusalem, e sobre todas as cidades de Judah: e eis que já ellas são hoje um deserto, e ninguem habita n'ellas;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sua maldade que fizeram, para me irarem, indo a queimar incenso para servir a deuses alheios, que nunca conheceram, nem elles, nem vós, nem vossos paes.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vos enviei todos os meus servos, os prophetas, madrugando e enviando a dizer: Ora não façaes esta coisa abominavel que aborreço.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deram ouvidos, nem inclinaram a sua orelha, para se converterem da sua maldade, para não queimarem incenso a deuses alheios.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Derramou-se pois a minha indignação e a minha ira, e accendeu-se nas cidades de Judah, e nas ruas de Jerusalem, e tornaram-se em deserto e em assolação, como hoje se vê.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assim diz o Senhor, Deus dos Exercitos, Deus de Israel: Porque fazeis vós tão grande mal contra as vossas almas, para vos desarreigardes a vós, ao homem e á mulher, á creança e ao que mama, do meio de Judah, para não vos deixardes resto algum;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Irando-me com as obras de vossas mãos, queimando incenso a deuses alheios na terra do Egypto, aonde vós entrastes para lá peregrinardes: para que vos desarreigueis a vós mesmos, e para que sirvaes de maldição, de opprobrio entre todas as nações da terra?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já vos esquecestes das maldades de vossos paes, e das maldades dos reis de Judah, e das maldades de suas mulheres, e de vossas maldades, e das maldades de vossas mulheres, que fizeram na terra de Judah, e nas ruas de Jerusalem?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estão contritos até ao dia de hoje: nem temeram, nem andaram na minha lei, nem nos meus estatutos, que puz diante de vós e diante de vossos paes.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dos Exercitos, Deus de Israel: Eis que eu ponho o meu rosto contra vós para mal, e para desarreigar a todo o Judah.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tomarei o resto de Judah, que poz o seu rosto para entrar na terra do Egypto, para lá peregrinar e será todo consumido na terra do Egypto; cairá á espada, e de fome morrerá; consumir-se-hão, desde o menor até ao maior; á espada e á fome morrerão: e servirão de execração, e de espanto, e de maldição, e de opprobrio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visitarei sobre os que habitam na terra do Egypto, como visitei sobre Jerusalem, á espada, á fome e com peste.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não haverá quem escape, e fique, de resto, de Judah, que entrou na terra do Egypto, para lá peregrinar: para tornar á terra de Judah, á qual elles levantam a sua alma, para tornarem, para habitarem lá; porém não tornarão senão os que escaparem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a Jeremias todos os homens que sabiam que suas mulheres queimavam incenso a deuses alheios, e todas as mulheres que estavam em pé em grande multidão, como tambem todo o povo que habitava na terra do Egypto, em Pathros,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á palavra que fallaste a nós em nome do Senhor, não te obedeceremos a 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certamente faremos toda a palavra que saiu da nossa bocca, queimando incenso á rainha dos céus, e offerecendo-lhe libações, como nós e nossos paes, nossos reis e nossos principes, o temos feito, nas cidades de Judah, e nas ruas de Jerusalem; e tivemos então fartura de pão, e andavamos alegres, e não vimos mal algum.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desde que cessámos de queimar insenso á rainha dos céus, e de lhe offerecer libações, tivemos falta de tudo, e fomos consumidos pela espada e pela fome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nós queimavamos incenso á rainha dos céus, e lhe offereciamos libações, faziamos-lhe bolos lavrados, para assim a retratar, e lhe offereciamos libações sem nossos maridos.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Jeremias a todo o povo, aos homens e ás mulheres, e a todo o povo que lhe havia dado esta resposta,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se lembrou o Senhor, e não lhe subiu ao coração o incenso que queimastes nas cidades de Judah e nas ruas de Jerusalem, vós e vossos paes, vossos reis e vossos principes, como tambem o povo da terra?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o Senhor não mais o podia soffrer, por causa da maldade das vossas acções, por causa das abominações que fizestes; pelo que se tornou a vossa terra em deserto, e em espanto, e em maldição, que ninguem habite n'ella, como hoje se vê.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queimastes incenso, e porque peccastes contra o Senhor, e não obedecestes á voz do Senhor, e na sua lei, e nos seus testemunhos não andastes, por isso vos succedeu este mal, como se vê n'este dia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Jeremias a todo o povo e a todas as mulheres: Ouvi a palavra do Senhor, todo o Judah que estaes na terra do Egypto.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Deus de Israel, dizendo: Vós e vossas mulheres não sómente fallastes por vossa bocca, senão tambem o cumpristes por vossas mãos, dizendo: Certamente faremos os nossos votos que votámos de queimar incenso á rainha dos céus e de lhe offerecer libações: perfeitamente confirmastes os vossos votos, e perfeitamente fizestes os vossos votos.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ouvi a palavra do Senhor, todo o Judah, que habitaes na terra do Egypto: Eis que eu juro pelo meu grande nome, diz o Senhor, que nunca mais será nomeado o meu nome pela bocca de nenhum homem de Judah em toda a terra do Egypto, que diz: Vive o Senhor Jehovah!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velarei sobre elles para mal, e não para bem; e serão consumidos todos os homens de Judah, que estão na terra do Egypto, á espada e á fome, até que se acabem de todo.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escaparem da espada tornarão da terra do Egypto á terra de Judah, poucos em numero; e saberá todo o resto de Judah, que entrou na terra do Egypto, para peregrinar ali, qual palavra subsistirá, a minha ou a sua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vos servirá de signal, diz o Senhor, que eu vos visitarei n'este mesmo logar; para que saibaes que certamente subsistirão as minhas palavras contra vós para mal.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eu darei Pharaó Hophra, rei do Egypto, na mão de seus inimigos, e na mão dos que procuram a sua morte; como dei Zedekias, rei de Judah, na mão de Nabucodonozor, rei de Babylonia, seu inimigo, e que procurava a sua morte.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