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principio do reinado de Joaquim, filho de Josias, rei de Judah, veiu esta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Põe-te no atrio da casa do Senhor e falla a todas as cidades de Judah, que veem a adorar na casa do Senhor, todas as palavras que te mandei que lhes fallasses; palavra nenhuma deixes: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pode ser que ouçam, e se convertam cada um do seu mau caminho, e eu me arrependa do mal que intento fazer-lhes por causa da maldade das suas acções.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 pois: Assim diz o Senhor: Se-não me derdes ouvidos para andardes na minha lei, a qual tenho posto diante de vós,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ouvisseis as palavras dos meus servos, os prophetas, que eu vos envio, madrugando e enviando, mas não ouvistes;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farei que esta casa seja como Silo, e farei d'esta cidade uma maldição para todas as nações da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ouviram os sacerdotes, e os prophetas, e todo o povo, a Jeremias, fallando estas palavras na casa do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Jeremias de dizer tudo quanto o Senhor lhe havia ordenado que dissesse a todo o povo, pegaram n'elle os sacerdotes, e os prophetas, e todo o povo, dizendo: Certamente morrerás,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prophetizaste no nome do Senhor, dizendo: Como Silo será esta casa, e esta cidade será assolada, de sorte que não haja morador n'ella. E ajuntou-se todo o povo contra Jeremias, na casa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os principes de Judah estas palavras, subiram da casa do rei á casa do Senhor, e se assentaram á entrada da porta nova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fallaram os sacerdotes e os prophetas aos principes e a todo o povo, dizendo: Este homem é réu de morte, porque prophetizou contra esta cidade, como o ouvistes com os vossos ouvidos.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Jeremias a todos os principes a todo o povo, dizendo: O Senhor me enviou a prophetizar contra esta casa, e contra esta cidade, todas as palavras que ouvistes.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melhorae os vossos caminhos e as vossas acções, e ouvi a voz do Senhor vosso Deus, e arrepender-se-ha o Senhor do mal que fallou contra vós.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eis que estou nas vossas mãos, fazei de mim conforme o que fôr bom e recto aos vossos olhos.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sabei por certo que, se me matardes a mim, trareis sangue innocente sobre vós, e sobre esta cidade, e sobre os seus habitantes: porque, na verdade, o Senhor me enviou a vós, a fallar aos vossos ouvidos todas estas palavras.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principes, e todo o povo, aos sacerdotes e aos prophetas: Não é este homem réu de morte, porque em nome do Senhor, nosso Deus, nos fallou.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se levantaram alguns homens d'entre os anciãos da terra, e fallaram a toda a congregação do povo,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Micaias, o morashita, prophetizou nos dias de Ezequias, rei de Judah, e fallou a todo o povo de Judah, dizendo: Assim disse o Senhor dos exercitos: Sião será lavrada como um campo, e Jerusalem será montões de pedras, e o monte d'esta casa altos de matto.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logo o mataram, Ezequias, rei de Judah, e todo o Judah? Porventura não temeu ao Senhor, e o não supplicou á face do Senhor? e o Senhor se arrepende do mal que fallara contra elles: e nós fazemos um grande mal contra as nossas almas.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houve um homem que prophetizava em nome do Senhor, a saber: Urias, filho de Semaia, de Kiriath-jearim, o qual prophetizou contra esta cidade, e contra esta terra, conforme todas as palavras de Jeremias.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o rei Joaquim, e todos os seus valentes, e todos os principes, as suas palavras, procurou o rei matal-o; o que ouvindo Urias, temeu, e fugiu, e foi para o Egypto;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Joaquim enviou uns homens ao Egypto, a saber, Elnathan, filho de Achbor, e outros homens com elle ao Egypto,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tiraram a Urias do Egypto, e o trouxeram ao rei Joaquim, que o feriu á espada, e lançou o seu cadaver nas sepulturas dos filhos do povo.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mão pois de Ahicam, filho de Saphan, foi com Jeremias, para que o não entregassem na mão do povo, para o matar.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