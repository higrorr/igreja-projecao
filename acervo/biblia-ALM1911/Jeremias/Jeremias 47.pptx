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do Senhor, que veiu a Jeremias, o propheta, contra os philisteos, antes que Pharaó ferisse a Gaza.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Eis que se levantam as aguas do norte, e tornar-se-hão em torrente transbordante, e alagarão a terra e sua plenitude, a cidade, e os que moram n'ella; e os homens clamarão, e todos os moradores da terra uivarão;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do som do estrepito das unhas dos seus fortes cavallos, por causa do arroido de seus carros e do estrondo das suas rodas: os paes não attenderam aos filhos, por causa da fraqueza das mãos;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do dia que vem, para destruir a todos os philisteos, para cortar a Tyro e a Sidon todo o resto que os soccorra; porque o Senhor destruirá os philisteos, o resto da ilha de Caphtor.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rapadura veiu sobre Gaza, foi desarreigada Ascalon, com o resto do seu valle: até quando te sarjarás?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 espada do Senhor! até quando deixarás de repousar? volta para a tua bainha, descança, e aquieta-te.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como te aquietarias? pois o Senhor deu-lhe mandado contra Ascalon, e contra as bordas do mar: e ali lh'o tem prescripto.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