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palavra que o Senhor vos falla a vós, ó casa d'Israel.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Não aprendaes o caminho das nações, nem vos espanteis dos signaes dos céus: porque com elles se atemorisam as nações.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estatutos dos povos são vaidade: pois corta-se do bosque um madeiro, obra das mãos do artifice, com machado;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prata e com oiro o enfeitam, com pregos e com martelos o firmam, para que não se abale.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como a palma da obra magica, porém não podem fallar; necessitam de ser levados aos hombros, porquanto não podem andar; não tenhaes temor d'elles, pois não podem fazer mal, nem tão pouco teem poder de fazer bem.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ninguem ha similhante a ti, ó Senhor: tu és grande, e grande o teu nome em força.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 não temeria a ti, ó Rei das nações? pois isto te compete a ti; porquanto entre todos os sabios das nações, e em todo o seu reino, não ha similhante a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juntamente todos se embruteceram e vieram a enlouquecer: ensino de vaidades é o madeiro.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Trazem prata estendida de Tarsis e oiro d'Uphaz, para obra do artifice, e das mãos do fundidor: fazem seus vestidos d'azul celeste e purpura; obra de sabios são todos 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Deus é a verdade; elle mesmo é o Deus vivo e o Rei eterno; do seu furor treme a terra, e as nações não podem supportar a sua indignação.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lhes direis: Os deuses que não fizeram os céus e a terra perecerão da terra e de debaixo d'este céu.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aquelle que fez a terra com o seu poder, que estabeleceu o mundo com a sua sabedoria, e com a sua intelligencia estendeu os céus.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elle a sua voz, logo ha arroido de aguas no céu, e faz subir os vapores da extremidade da terra: faz os relampagos juntamente com a chuva, e faz sair o vento dos seus thesouros.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homem se embruteceu, e não tem sciencia; envergonha-se todo o fundidor da imagem d'esculptura; porque sua imagem fundida mentira é, e não ha espirito n'ellas.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Vaidade são, obra d'enganos: no tempo da sua visitação virão o perecer.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similhante a estes a porção de Jacob; porque elle é o que o formou, e Israel é a vara da sua herança: Senhor dos Exercitos é o seu nome.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 da terra a tua mercadoria, ó moradora na fortaleza.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Eis que d'esta vez lançarei como com funda aos moradores da terra, e os angustiarei, para que venham a achal-o, dizendo: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mim por causa do meu quebrantamento! a minha chaga me causa grande dôr; e eu havia dito: Certamente enfermidade é esta que poderei supportar.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 minha tenda está destruida, e todas as minhas cordas se romperam; já os meus filhos sairam de mim, e não são; ninguem ha mais que estenda a minha tenda, nem que levante as minhas cortinas.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pastores se embruteceram, e não buscaram ao Senhor: por isso não prosperaram, e todos os seus gados se espalharam.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vem uma voz de fama, grande tremor da terra do norte, para fazer das cidades de Judah uma assolação, uma morada de dragões.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sei eu, ó Senhor, que não é do homem o seu caminho nem do homem que caminha o dirigir os seus passos.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Castiga-me, ó Senhor, porém com medida, não na tua ira, para que me não reduzas a nada.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a tua indignação sobre as nações que te não conhecem, e sobre as gerações que não invocam o teu nome; porque comeram a Jacob, e o devoraram, e o consumiram, e assolaram a sua morada.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