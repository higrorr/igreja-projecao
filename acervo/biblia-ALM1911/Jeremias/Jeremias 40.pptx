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veiu a Jeremias da parte do Senhor, depois que Nebuzaradan, capitão dos da guarda, o deixara ir de Rama, quando o tomou, estando elle atado com cadeias no meio de todos os do captiveiro de Jerusalem e de Judah, que foram levados captivos para Babylonia;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capitão da guarda tomou a Jeremias, e lhe disse: O Senhor teu Deus fallou este mal contra este logar: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o trouxe, e fez como havia dito: porque peccastes contra o Senhor, e não obedecestes á sua voz; pelo que vos succedeu esta coisa.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eis que te soltei hoje das cadeias que estavam sobre as tuas mãos; se fôr bem aos teus olhos vir comigo para Babylonia, vem, e porei sobre ti os meus olhos; porém, se fôr mal aos teus olhos vir comigo para Babylonia, deixa de vir. Olha, toda a terra está diante de ti; para onde quer que fôr bom e recto aos teus olhos que vás, para ali vae.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porquanto elle ainda não tinha voltado, disse-lhe: Volta a Gedalias, filho de Ahicam, filho de Saphan, a quem o rei de Babylonia poz sobre as cidades de Judah, e habita com elle no meio do povo; ou para qualquer parte aonde quer que fôr recto aos teus olhos que vás, para ali vae. E deu-lhe o capitão da guarda sustento para o caminho, e um presente, e o deixou 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veiu Jeremias a Gedalias, filho de Ahicam, a Mizpah; e habitou com elle no meio do povo que havia ficado na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todos os principes dos exercitos, que estavam no campo, elles e os seus homens, que o rei de Babylonia tinha posto sobre a terra a Gedalias, filho de Ahicam, e que lhe havia encarregado a elle os homens, e as mulheres, e os meninos, e os mais pobres da terra, os quaes não foram levados captivos a Babylonia,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Vieram a Gedalias, a Mizpah: a saber: Ishmael, filho de Nethanias, e Johanan e Jonathan, filhos de Careah, e Seraias, filho de Tanhumeth, e os filhos de Ephai, o netophatita, e Jezanias, filho d'um maachatita, elles e os seus homens.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jurou Gedalias, filho de Ahicam, filho de Saphan, a elles e aos seus homens, dizendo: Não temaes servir aos chaldeos: ficae na terra, e servi o rei de Babylonia, e bem vos irá.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porém, eis que habito em Mizpah, para estar ás ordens dos chaldeos que vierem a nós; e vós recolhei o vinho, e as fructas de verão, e o azeite, e mettei-os nos vossos vasos, e habitae nas vossas cidades, que já tomastes.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todos os judeos que estavam em Moab, e entre os filhos de Ammon, e em Edom, e os que havia em todas aquellas terras, ouviram que o rei de Babylonia havia deixado um resto em Judah, e que havia posto sobre elles a Gedalias, filho de Ahicam, filho de Saphan.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tornaram todos os judeos de todos os logares, para onde foram lançados, e vieram á terra de Judah, a Gedalias, a Mizpah; e recolheram vinho e fructas do verão mui abundantes.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Johanan, filho de Careah, e todos os principes dos exercitos, que estavam no campo, vieram a Gedalias, a Mizpah.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Porventura bem sabes que Baalis, rei dos filhos de Ammon, enviou a Ishmael, filho de Nethanias, para te tirar a vida. Porém não lhes deu credito Gedalias, filho de Ahicam.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Johanan, filho de Careah, fallou a Gedalias em segredo, em Mizpah, dizendo: Irei agora, e ferirei a Ishmael, filho de Nethanias, sem que ninguem o saiba: por que razão te tiraria elle a vida, e todo o Judah que se tem congregado a ti seria disperso, e pereceria o resto de Judah?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disse Gedalias, filho de Ahicam, a Johanan, filho de Careah: Não faças tal coisa; porque fallas falso contra Ishmael.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