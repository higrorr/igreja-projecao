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Succedeu, porém, no mez setimo, que veiu Ishmael, filho de Nethanias, filho d'Elisama, de sangue real, e os capitães do rei, a saber, dez homens com elle, a Gedalias, filho d'Ahicam, a Mizpah; e comeram ali pão juntamente em Mizpah.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Ishmael, filho de Nethanias, com os dez homens que estavam com elle, e feriram a Gedalias, filho de Ahicam, filho de Saphan, á espada; e matou aquelle que o rei de Babylonia havia posto sobre 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feriu Ishmael a todos os judeos que havia com elle, com Gedalias, em Mizpah, como tambem aos chaldeos, homens de guerra, que se acharam ali.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no dia seguinte, depois que matára a Gedalias, e sem ninguem o saber,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vieram homens de Sichem, de Silo, e de Samaria; oitenta homens, com a barba rapada, e os vestidos rasgados, e sarjando-se; e traziam nas suas mãos offertas de manjares e incenso, para levarem á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saindo-lhes ao encontro Ishmael, filho de Nethanias, desde Mizpah, ia chorando; e succedeu que, encontrando-os, lhes disse: Vinde a Gedalias, filho de Ahicam.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Succedeu, porém, que, entrando elles até ao meio da cidade, matou-os Ishmael, filho de Nethanias, e os lançou no meio de um poço, elle e os homens que estavam com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acharam-se entre elles dez homens que disseram a Ishmael: Não nos mates a nós; porque temos no campo thesouros escondidos, trigo e cevada, e azeite e mel. E os deixou, e não os matou entre seus irmãos.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poço em que Ishmael lançou todos os cadaveres dos homens que feriu por causa de Gedalias é o mesmo que fez o rei Asa, por causa de Baasa, rei de Israel: a este encheu de mortos Ishmael, filho de Nethanias.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Ishmael levou captivo a todo o resto do povo que estava em Mizpah; as filhas do rei, e todo o povo que restou em Mizpah, que Nebuzaradan, capitão da guarda, havia encarregado a Gedalias, filho de Ahicam; e levou-os captivos Ishmael, filho de Nethanias, e foi-se para passar aos filhos de Ammon.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Johanan, filho de Careah, e todos os principes dos exercitos que havia com elle, todo o mal que havia feito Ishmael, filho de Nethanias,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todos os seus homens, e foram pelejar contra Ishmael, filho de Nethanias: e acharam-n'o ao pé das muitas aguas que ha em Gibeon.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vendo todo o povo, que estava com Ishmael, a Johanan filho de Careah, e a todos os principes dos exercitos, que vinham com elle, se alegrou.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que Ishmael levara captivo de Mizpah virou as costas, e voltou, e foi para Johanan, filho de Careah.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Ishmael, filho de Nethanias, escapou com oito homens de diante de Johanan, e se foi para os filhos de Ammon.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Johanan, filho de Careah, e todos os principes dos exercitos que havia com elle, a todo o resto do povo que elle havia recobrado de Ishmael, filho de Nethanias, desde Mizpah, depois de haver ferido a Gedalias, filho de Ahicam, aos homens valentes de guerra, e ás mulheres, e aos meninos, e aos eunuchos que havia recobrado de Gibeon,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foram, e moraram na habitação de Geruth-chimham, que está perto de Beth-lehem, para se irem e entrarem no Egypto,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dos chaldeos; porque os temiam, por haver ferido Ishmael, filho de Nethanias, a Gedalias, filho de Ahicam, a quem o rei de Babylonia tinha posto sobre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