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veiu a Jeremias ácerca de todo o povo de Judah no anno quarto de Joaquim, filho de Josias, rei de Judah (que é o primeiro anno de Nabucodonozor, rei de Babylonia),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fallou o propheta Jeremias a todo o povo de Judah, e a todos os habitantes de Jerusalem,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anno treze de Josias, filho de Ammon, rei de Judah, até este dia (que é o anno vinte e tres), veiu a mim a palavra do Senhor, e vol-a fallei a vós, madrugando e fallando; porém não escutastes.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vos enviou o Senhor todos os seus servos, os prophetas, madrugando e enviando-os (porém não escutastes, nem inclinastes os vossos ouvidos para ouvir),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Convertei-vos agora cada um do seu mau caminho, e da maldade das suas acções, e habitae na terra que vos deu o Senhor, e a vossos paes, de seculo em seculo;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andeis após deuses alheios para os servirdes, e para vos inclinardes diante d'elles, nem me provoqueis á ira com a obra de vossas mãos, para que vos não faça mal.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me déstes ouvidos, diz o Senhor, para me provocardes á ira com a obra de vossas mãos, para vosso 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dos Exercitos: Porquanto não escutastes as minhas palavras,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enviarei, e tomarei a todas as gerações do norte, diz o Senhor, como tambem a Nabucodonozor, rei de Babylonia, meu servo, e os trarei sobre esta terra, e sobre os seus moradores, e sobre todas estas nações em redor, e os destruirei totalmente, e pôl-os-hei em espanto, e em assobio, e em perpetuos desertos.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perecer d'entre elles a voz de folguedo, e a voz de alegria, a voz do esposo, e a voz da esposa, como tambem o som das mós, e a luz do candieiro.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esta terra virá a ser um deserto e um espanto: e estas nações servirão ao rei de Babylonia setenta annos.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Será, porém, que, quando se cumprirem os setenta annos, então visitarei sobre o rei de Babylonia, e sobre esta nação, diz o Senhor, a sua iniquidade, e sobre a terra dos chaldeos; farei d'elles uns desertos perpetuos.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trarei sobre esta terra todas as minhas palavras, que fallei contra ella, a saber, tudo quanto está escripto n'este livro, que prophetizou Jeremias contra todas estas nações.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d'elles se servirão muitas nações e grandes reis: assim lhes pagarei segundo os seus feitos, e segundo as obras das suas mãos.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me disse o Senhor, o Deus d'Israel: Toma da minha mão este copo do vinho do furor, e darás a beber d'elle a todas as nações, ás quaes eu te enviarei.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bebam e tremam, e enlouqueçam, por causa da espada, que eu enviarei entre 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tomei o copo da mão do Senhor, e dei a beber a todas as nações, ás quaes o Senhor me tinha enviado: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Jerusalem, e ás cidades de Judah, e aos seus reis, e aos seus principes, para fazer d'elles um deserto, um espanto, um assobio, e uma maldição, como hoje se vê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 Pharaó, rei do Egypto, e a seus servos, e a seus principes, e a todo o seu povo;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toda a mistura de gente, e a todos os reis da terra de Uz, e a todos os reis da terra dos philisteos, e a Asquelon, e a Gaza, e a Ecron, e ao resto de Asdod,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Edom, e a Moab, e aos filhos d'Ammon;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todos os reis de Tyro, e a todos os reis de Sidon; e aos reis das ilhas que estão d'alem do mar;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Dedan, e a Tema, e a Buz e a todos os que habitam nos ultimos cantos da terra;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todos os reis da Arabia, e todos os reis da mistura de gentea que habita no deserto;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todos os reis de Zimri, e a todos os reis d'Elam, e a todos os reis da Media: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todos os reis do norte, os de perto, e os de longe, um com outro, e a todos os reinos da terra, que estão sobre a face da terra, e o rei de Sheshach beberá depois d'elles.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lhes dirás: Assim diz o Senhor dos Exercitos, o Deus d'Israel: Bebei, e embebedae-vos, e vomitae, e cahi, e não torneis a levantar-vos, por causa da espada que eu enviarei entre vós.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se não quizerem tomar o copo da tua mão para beber, então lhes dirás: Assim diz o Senhor dos Exercitos: Certamente bebereis.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eis que na cidade que se chama pelo meu nome começo a castigar; e serieis vós totalmente innocentes? não sereis innocentes; porque eu chamo a espada sobre todos os moradores da terra, diz o Senhor dos Exercitos.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 lhes prophetizarás todas estas palavras, e lhes dirás: O Senhor desde o alto bramará, e dará a sua voz desde a morada da sua sanctidade: terrivelmente bramará contra a sua habitação, e com grito de alegria, como dos que pizam as uvas, contra todos os moradores da terra.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Chegará o estrondo até á extremidade da terra, porque o Senhor tem contenda com as nações, entrará em juizo com toda a carne: os impios entregará á espada, diz o Senhor.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Eis que o mal sae de nação a nação, e grande tormenta se levantará das ilhargas da terra.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serão os mortos do Senhor, n'aquelle dia, desde uma extremidade da terra até á outra extremidade da terra: não serão pranteados, nem recolhidos, nem sepultados; mas estarão por esterco sobre a face da terra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Uivae, pastores, e clamae, e rebolae-vos na cinza, honrados do rebanho, porque já se cumpriram os vossos dias para vos matar, e eu vos quebrantarei, e vós então caireis como um vaso precioso.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haverá fugida para os pastores, nem salvamento para os honrados do rebanho.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de grito dos pastores, e uivo dos honrados do rebanho; porque o Senhor destruiu o pasto d'elles.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suas malhadas pacificas serão desarraigadas, por causa do furor da ira do Senhor.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Desamparou a sua cabana, como o filho de leão; porque a sua terra foi posta em assolação, por causa do furor do oppressor, e por causa do furor da sua ira.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