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prisioneiro de Jesus Christo, e o irmão Timotheo, ao amado Philemon, nosso cooperador,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amada Apphia, e a Archippo, companheiro de nossa milicia, e á egreja que está em tua casa: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a vós e paz da parte de Deus nosso Pae, e da do Senhor Jesus Christo.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dou ao meu Deus, lembrando-me sempre de ti nas minhas orações;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a tua caridade e a fé que tens para com o Senhor Jesus Christo, e para com todos os sanctos: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communicação da tua fé seja efficaz no conhecimento de todo o bem que em vós ha por Christo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tive grande gozo e consolação da tua caridade, porque por ti, ó irmão, as entranhas dos sanctos foram recreadas.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ainda que tenha em Christo grande confiança para te mandar o que te convém,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peço-te antes por caridade, sendo eu tal como sou, Paulo o velho, e tambem agora prisioneiro de Jesus Christo.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Peço-te por meu filho Onesimo, que gerei nas minhas prisões;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d'antes te era inutil, mas agora a ti e a mim muito util; eu t'o tornei a enviar.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porém, torna a recebel-o como ás minhas entranhas.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bem o quizera reter comigo, para que por ti me servisse nas prisões do evangelho;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nada quiz fazer sem o teu parecer, para que o teu beneficio não fosse como por força, mas voluntario.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pode ser que elle se tenha por isso apartado de ti por algum tempo, para que o retivesses para sempre: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já como servo, antes, mais do que servo, como irmão amado, particularmente de mim: e quanto mais de ti, assim na carne como no Senhor?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pois, se me tens por companheiro, recebe-o como a mim mesmo.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te fez algum damno, ou te deve alguma coisa, põe-o á minha conta.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Paulo, de minha propria mão o escrevi; eu o pagarei, por te não dizer que ainda mesmo a ti proprio a mim te deves.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irmão, eu me regozijarei de ti no Senhor: recreia as minhas entranhas no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Escrevi-te confiado na tua obediencia, sabendo que ainda farás mais do que digo.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juntamente prepara-me tambem pousada, porque espero que pelas vossas orações vos hei de ser concedido.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Saudam-te Epaphras, meu companheiro de prisão por Christo Jesus,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Marcos, Aristarcho, Demas e Lucas, meus cooperadores.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Filemom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nosso Senhor Jesus Christo seja com o vosso espirito.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