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Saulo, respirando ainda ameaças e mortes contra os discipulos do Senhor, dirigiu-se ao summo sacerdote,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pediu-lhe cartas para Damasco, para as synagogas, para que, se encontrasse alguns d'aquella seita, quer homens quer mulheres, os conduzisse presos a Jerusalem.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já no caminho, aconteceu que, chegando perto de Damasco, subitamente o cercou um resplendor de luz do céu.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caindo em terra, ouviu uma voz que lhe dizia: Saulo, Saulo, porque me persegues?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Quem és, Senhor? E disse o Senhor: Eu sou Jesus, a quem tu persegues. Duro é para ti recalcitrar contra os aguilhões.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elle, tremendo e attonito, disse: Senhor, que queres que faça? E disse-lhe o Senhor: Levanta-te, e entra na cidade, e ali te será dito o que te convem fazer.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varões, que iam com elle, pararam attonitos, ouvindo a voz, mas não vendo ninguem.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Saulo levantou-se da terra, e, abrindo os olhos, não via a ninguem. E, guiando-o pela mão, o conduziram a Damasco.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esteve tres dias sem vêr, e não comeu nem bebeu.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em Damasco um certo discipulo chamado Ananias; e disse-lhe o Senhor em visão: Ananias! E elle respondeu: Eis-me aqui,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Senhor: Levanta-te, e vae á rua chamada Direita, e pergunta em casa de Judas por um chamado Saulo, de Tarso; pois eis que elle ora;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tem visto em visão que entrava um homem chamado Ananias, e punha sobre elle a mão, para que tornasse a vêr.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Ananias: Senhor, a muitos ouvi ácerca d'este varão, quantos males tem feito aos teus sanctos em Jerusalem;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aqui tem poder dos principaes dos sacerdotes para prender a todos os que invocam o teu nome.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Disse-lhe, porém, o Senhor: Vae, porque este é para mim vaso escolhido, para levar o meu nome diante dos gentios, e dos reis e dos filhos d'Israel.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lhe mostrarei quanto deve padecer pelo meu nome.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Ananias foi, e entrou na casa, e, impondo-lhe as mãos, disse: Irmão Saulo, o Senhor Jesus, que te appareceu no caminho por onde vinhas, me enviou, para que tornes a vêr e sejas cheio do Espirito Sancto.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lhe cairam dos olhos como que umas escamas, e recebeu logo a vista; e, levantando-se, foi baptizado.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comido, ficou confortado. E esteve Saulo alguns dias com os discipulos que estavam em Damasco.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nas synagogas prégava a Jesus, que este era o Filho de Deus.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que o ouviam estavam attonitos, e diziam: Não é este aquelle que em Jerusalem assolava aos que invocavam esse nome, e para isso veiu aqui, para os levar presos aos principaes dos sacerdotes?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Saulo se esforçava muito mais, e confundia os judeos que habitavam em Damasco, provando que aquelle era o Christo.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passado muitos dias, os judeos tomaram conselho entre si para o matar.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as suas ciladas vieram ao conhecimento de Saulo: e elles guardavam as portas, tanto de dia como de noite, para poderem matal-o.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tomando-o de noite os discipulos, o arriaram, dentro d'um cesto, pelo muro.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Saulo chegou a Jerusalem, procurava ajuntar-se aos discipulos, porém todos se temiam d'elle, não crendo que fosse discipulo.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Barnabé, tomando-o comsigo, o trouxe aos apostolos, e lhes contou como no caminho elle vira ao Senhor e lhe fallara, e como em Damasco fallara ousadamente no nome de Jesus.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andava com elles em Jerusalem, entrando e saindo.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ousadamente no nome de Jesus. Fallava e disputava tambem contra os gregos, mas elles procuravam matal-o.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Sabendo-o, porém, os irmãos, o acompanharam até Cesarea, e o enviaram a Tarso.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pois, as egrejas em toda a Judea, e Galilea e Samaria tinham paz, e eram edificadas; e se multiplicavam, andando no temor do Senhor e consolação do Espirito Sancto.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passando Pedro por todas as partes, veiu tambem aos sanctos que habitavam em Lydda.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achou ali um certo homem, chamado Eneas, jazendo n'uma cama havia oito annos, o qual era paralytico.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Pedro: Eneas, Jesus Christo te dá saude; levanta-te e faze a tua cama. E logo se levantou.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viram-n'o todos os que habitavam em Lydda e Sarona, os quaes se converteram ao Senhor.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em Joppe uma certa discipula chamada Tabitha, que traduzido se diz Dorcas. Esta estava cheia de boas obras e esmolas que fazia.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n'aquelles dias, que, enfermando ella, morreu; e, tendo-a lavado, a depositaram n'um quarto alto.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Lydda era perto de Joppe, ouvindo os discipulos que Pedro estava ali, lhe mandaram dois varões, rogando-lhe que não se demorasse em vir ter com elles.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Pedro, foi com elles; e quando chegou o levaram ao quarto alto, e todas as viuvas o rodearam, chorando e mostrando as tunicas e vestidos que Dorcas fizera quando estava com ellas.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Pedro, fazendo-as sair a todas, poz-se de joelhos e orou: e, voltando-se para o corpo, disse: Tabitha, levanta-te. E ella abriu os olhos, e, vendo a Pedro, assentou-se,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dando-lhe a mão a levantou, e, chamando os sanctos e as viuvas, apresentou-lh'a viva.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isto notorio por toda a Joppe, e muitos crêram no Senhor.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9:43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ficou muitos dias em Joppe, com um certo Simão curtidor.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