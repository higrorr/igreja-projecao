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por Amphipolis e Apollonia, chegaram a Thessalonica, onde havia uma synagoga de judeos.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Paulo, como tinha por costume, foi ter com elles; e por tres sabbados disputou com elles sobre as Escripturas,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Declarando-as, e demonstrando que convinha que o Christo padecesse e resuscitasse dos mortos. E este Jesus, que vos annuncio, dizia elle, é o Christo.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d'elles crêram, e ajuntaram-se com Paulo e Silas uma grande multidão de gregos religiosos, e não poucas mulheres principaes.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judeos desobedientes, movidos d'inveja, tomaram comsigo alguns homens malignos, d'entre os vadios, e, ajuntando o povo, alvoroçaram a cidade, e, accommettendo a casa de Jason, procuravam tiral-os para junto do povo.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os achando, trouxeram com violencia a Jason, e alguns irmãos, aos magistrados da cidade, clamando: Estes que teem alvoroçado o mundo, chegaram tambem aqui;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Jason tem recolhido; e todos estes obram contra os mandados de Cesar, dizendo que ha outro rei, a saber,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alvoroçaram a multidão e os principaes da cidade, que ouviram estas coisas.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Tendo, porém, recebido satisfação de Jason, e dos demais, os soltaram.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os irmãos enviaram de noite Paulo e Silas a Berea: os quaes, chegando lá, foram á synagoga dos judeos.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mais nobres do que os que estavam em Thessalonica, porque de bom grado receberam a palavra, examinando cada dia nas Escripturas se estas coisas eram assim.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crêram muitos d'elles, e mulheres gregas honestas, e não poucos varões.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logo que os judeos de Thessalonica souberam que a palavra de Deus tambem era annunciada por Paulo em Berea, foram tambem lá, e commoveram as multidões.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mesmo instante os irmãos mandaram a Paulo que fosse como para o mar, mas Silas e Timotheo ficaram ali.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acompanhavam Paulo o levaram até Athenas, e, recebendo ordem para que Silas e Timotheo fossem ter com elle o mais depressa possivel, partiram.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emquanto Paulo os esperava em Athenas, o seu espirito se commovia em si mesmo, vendo a cidade tão dada á idolatria.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disputava na synagoga com os judeos e religiosos, e todos os dias na praça com os que se apresentavam.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philosophos epicureos e estoicos contendiam com elle; e uns diziam: Que quer dizer este paroleiro? E outros: Parece que é prégador de deuses estranhos. Porque lhes annunciava a Jesus e a resurreição.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tomando-o, o levaram ao Areopago, dizendo: Poderemos nós saber que nova doutrina é essa de que fallas?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coisas estranhas nos trazes aos ouvidos: queremos pois saber o que vem a ser isto.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(Pois todos os athenienses e hospedes estrangeiros de nenhuma outra coisa se occupavam, senão de dizer e ouvir alguma coisa nova).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Paulo no meio do Areopago, disse: Varões athenienses, em tudo vos vejo um tanto supersticiosos: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passando eu e vendo os vossos sanctuarios, achei tambem um altar em que estava escripto: AO DEUS DESCONHECIDO. Aquelle pois que vós honraes, não o conhecendo, vos annuncio.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que fez o mundo e todas as coisas que n'elle ha: este, sendo Senhor do céu e da terra, não habita em templos feitos por mãos de homens;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é servido por mãos de homens, como que necessitando de alguma coisa; pois é elle só quem dá a todos a vida, e a respiração, e todas as coisas;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um sangue fez toda a geração dos homens, para habitar sobre toda a face da terra, determinando os tempos já d'antes ordenados, e os limites da sua habitação;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buscassem ao Senhor, se porventura o podessem apalpar e achar; ainda que não está longe de cada um de nós;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n'elle vivemos, e nos movemos, e existimos; como tambem alguns dos vossos poetas disseram: Porque somos tambem sua geração.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geração de Deus, não havemos de cuidar que a divindade seja similhante ao oiro, ou á prata, ou á pedra esculpida por artificio e imaginação dos homens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Deus, dissimulando os tempos da ignorancia, annuncia agora a todos os homens, e em todo o logar, que se arrependam;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tem determinado um dia em que com justiça ha-de julgar o mundo com justiça por aquelle varão que destinou; dando certeza a todos, resuscitando-o dos mortos.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ouviram da resurreição dos mortos, uns escarneciam, e outros diziam: Ácerca d'isso te ouviremos outra vez.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Paulo saiu do meio d'elles.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chegando alguns varões a elle, creram: entre os quaes foram Dionysio, areopagita, e uma mulher por nome Damaris, e com elles outros.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