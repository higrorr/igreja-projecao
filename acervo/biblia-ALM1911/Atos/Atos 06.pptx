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n'aquelles dias, crescendo o numero dos discipulos, houve uma murmuração dos gregos contra os hebreos, porque as suas viuvas eram desprezadas no ministerio quotidiano.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doze, convocando a multidão dos discipulos, disseram: Não é razoavel que nós deixemos a palavra de Deus e sirvamos ás mesas.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Escolhei pois, irmãos, d'entre vós, sete varões de boa reputação, cheios do Espirito Sancto e de sabedoria, aos quaes constituamos sobre este importante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 perseveraremos na oração e no ministerio da palavra.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parecer contentou a toda a multidão, e elegeram Estevão, homem cheio de fé e do Espirito Sancto, e Philippe e Prochoro, e Nicanor, e Timon, e Parmenas e Nicolau, proselyto de Antiochia: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apresentaram ante os apostolos, e estes, orando, lhes impozeram as mãos.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crescia a palavra de Deus, e em Jerusalem se multiplicava muito o numero dos discipulos, e grande multidão dos sacerdotes obedecia á fé.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Estevão, cheio de fé e de poder, fazia prodigios e grandes signaes entre o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alguns que eram da synagoga chamada dos libertinos, e dos cyreneos e dos alexandrinos, e dos que eram da Cilicia e da Asia, e disputavam com Estevão.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podiam resistir á sabedoria, e ao espirito com que fallava.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subornaram uns homens, para que dissessem: Ouvimos-lhe proferir palavras blasphemas contra Moysés e contra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excitaram o povo, os anciãos e os escribas; e, arremettendo contra elle, o arrebataram e o levaram ao conselho.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apresentaram falsas testemunhas, que diziam: Este homem não cessa de proferir palavras blasphemas contra este sancto logar e contra a lei: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nós lhe ouvimos dizer que esse Jesus Nazareno ha de destruir este logar e mudar os costumes que Moysés nos deu.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que estavam assentados no conselho, fixando os olhos n'elle, viram o seu rosto como o rosto de um anjo.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