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5:1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um certo varão chamado Ananias, com Saphira, sua mulher, vendeu uma propriedade;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5:2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reteve parte do preço, sabendo-o tambem sua mulher; e, trazendo uma parte d'elle, a depositou aos pés dos apostolos.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5:3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então Pedro: Ananias, porque encheu Satanás o teu coração, para que mentisses ao Espirito Sancto, e retivestes parte do preço da herdade?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5:4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Guardando-a, não ficava para ti? E, vendida, não estava em teu poder? Porque formaste este designio em teu coração? Não mentiste aos homens, mas a Deus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5:5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Ananias, ouvindo estas palavras, caiu e expirou. E um grande temor veiu sobre todos os que isto ouviram.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5:6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levantando-se os mancebos, pegaram d'elle, e, transportando-o para fóra, o sepultaram.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5:7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passando um espaço quasi de tres horas, entrou tambem sua mulher, não sabendo o que havia acontecido.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5:8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disse-lhe Pedro: Dize-me, vendestes por tanto aquella herdade? E ella disse: Sim, por tanto.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5:9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Pedro lhe disse: Porque é que entre vós vos concertastes para tentar o Espirito do Senhor? Eis ahi á porta os pés dos que sepultaram a teu marido, e tambem te levarão a ti.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5:10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logo caiu aos seus pés, e expirou. E, entrando os mancebos, acharam-n'a morta, e a sepultaram junto de seu marido.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5:11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veiu um grande temor a toda a egreja, e a todos os que ouviram estas coisas.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5:12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muitos signaes e prodigios eram feitos entre o povo pelas mãos dos apostolos. E estavam todos unanimes no alpendre de Salomão.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5:13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dos outros ninguem ousava ajuntar-se com elles: mas o povo tinha-os em grande estima.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5:14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multidão dos que criam no Senhor, tanto homens como mulheres, crescia mais e mais.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5:15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sorte que transportavam os enfermos para as ruas, e os punham em leitos e em camilhas para que a sombra de Pedro, quando passasse, cobrisse alguns d'elles.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5:16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até das cidades circumvisinhas concorria a multidão a Jerusalem, conduzindo enfermos e atormentados de espiritos immundos; os quaes todos eram curados.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5:17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levantando-se o summo sacerdote, e todos os que estavam com elle (que era a seita dos sadduceos), encheram-se de inveja,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5:18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lançaram mão dos apostolos, e os pozeram na prisão publica.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5:19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de noite um anjo do Senhor abriu as portas da prisão, e, tirando-os para fóra, disse: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5:20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Ide apresentar-vos no templo, e dizei ao povo todas as palavras d'esta vida.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5:21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ouvindo elles isto, entraram de manhã cedo no templo, e ensinavam. Chegando, porém, o summo sacerdote e os que estavam com elle, convocaram o conselho, e a todos os anciãos dos filhos d'Israel, e enviaram ao carcere, para que de lá os trouxessem.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5:22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tendo lá chegado os servidores, não os acharam na prisão, e, voltando, lh'o annunciaram,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5:23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Dizendo: Achámos realmente o carcere fechado, com toda a segurança, e os guardas, que estavam fóra, diante das portas; mas, quando abrimos, ninguem achámos dentro.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5:24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capitão do templo e os principaes dos sacerdotes, ouvindo estas palavras, estavam perplexos ácerca do que viria a ser aquillo.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5:25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chegando um, annunciou-lhes, dizendo: Eis que os homens que encerrastes na prisão estão no templo e ensinam ao povo.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5:26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foi o capitão com os servidores, e os trouxe, não com violencia (porque temiam ser apedrejados pelo povo).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5:27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trazendo-os, os apresentaram ao conselho. E o summo sacerdote os interrogou, dizendo: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5:28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vos admoestámos nós expressamente que não ensinasseis n'esse nome? E eis que já enchestes Jerusalem d'essa vossa doutrina, e quereis trazer sobre nós o sangue d'esse homem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5:29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Porém, respondendo Pedro e os apostolos, disseram: Mais importa obedecer a Deus do que aos homens.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5:30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Deus de nossos paes resuscitou a Jesus, ao qual vós matastes suspendendo-o no madeiro.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5:31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Deus com a sua dextra o elevou a Principe e Salvador, para dar a Israel o arrependimento e remissão dos peccados.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5:32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nós somos testemunhas ácerca d'estas palavras, e tambem o Espirito Sancto, que Deus deu áquelles que lhe obedecem.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5:33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ouvindo elles isto, se enfureciam, e deliberaram matal-os.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5:34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levantando-se no conselho um certo phariseo, chamado Gamaliel, doutor da lei, venerado por todo o povo, mandou que por um pouco levassem para fóra os apostolos;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5:35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disse-lhes: Varões israelitas, acautelae-vos, emquanto ao que haveis de fazer ácerca d'esses homens.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5:36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antes d'estes dias levantou-se Theudas, dizendo ser alguem: d'este se acercou o numero de uns quatrocentos homens; o qual foi morto, e todos os que lhe deram ouvidos foram dispersos e reduzidos a nada.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5:37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d'este levantou-se Judas, o galileo, nos dias do alistamento, e levou muito povo após si; e tambem este pereceu, e todos os que lhe deram ouvidos foram dispersos.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5:38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agora digo-vos: Dae de mão a estes homens, e deixae-os, porque, se esse designio, ou essa obra, é de homens, se desfará,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5:39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se é de Deus, não podereis desfazel-a; para que não aconteça serdes tambem achados combatendo contra Deus.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5:40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concordaram com elle. E, chamando os apostolos, e tendo-os açoitado, mandaram que não fallassem no nome de Jesus, e os deixaram ir.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5:41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Retiraram-se pois da presença do conselho, rogozijando-se de terem sido julgados dignos de padecer affronta pelo nome de Jesus.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5:42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todos os dias, no templo e nas casas, não cessavam de ensinar, e de annunciar a Jesus Christo.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