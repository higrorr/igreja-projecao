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 Derbe e Lystra. E eis que estava ali um certo discipulo por nome Timotheo, filho de uma mulher judia fiel, mas de pae grego: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davam bom testemunho os irmãos que estavam em Lystra e em Iconio.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 quiz que este fosse com elle: e tomando-o, o circumcidou, por causa dos judeos que estavam n'aquelles logares; porque todos sabiam que seu pae era grego.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iam passando pelas cidades, lhes entregavam, para serem observados, os decretos que haviam sido estabelecidos pelos apostolos e anciãos em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as egrejas eram confirmadas na fé, e cada dia se augmentavam em numero.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pela Phrygia e pela provincia da Galacia, foram impedidos pelo Espirito Sancto de annunciar a palavra na Asia.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chegaram a Mysia, intentavam ir para Bithynia, porém o Espirito não lh'o permittiu.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por Mysia, desceram a Troas.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 viu de noite uma visão, em que se apresentou um varão da Macedonia, e lhe rogou, dizendo: Passa á Macedonia, e ajuda-nos.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viu a visão, procurámos partir para a Macedonia, concluindo que o Senhor nos chamava para lhes annunciarmos o evangelho.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navegando de Troas, fomos correndo caminho direito para Samothracia, e no dia seguinte para Napoles;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para Philippos, que é a primeira cidade d'esta parte da Macedonia, e é uma colonia; e estivemos alguns dias n'aquella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de sabbado saimos fóra da cidade para o rio, onde se costumava fazer oração; e, assentando-nos, fallámos ás mulheres que ali se ajuntaram.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certa mulher, chamada Lydia, vendedora de purpura, da cidade de Thyatira, e que servia a Deus, nos ouvia, e o Senhor lhe abriu o coração para que estivesse attenta ao que Paulo dizia.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que foi baptizada, ella e a sua casa, nos rogou, dizendo: Se haveis julgado que eu seja fiel ao Senhor, entrae em minha casa, e ficae ali. E nos constrangeu a isso.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indo nós á oração, nos saiu ao encontro uma moça que tinha espirito de adivinhação, a qual, adivinhando, dava grande lucro aos seus senhores.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Esta, seguindo a Paulo e a nós, clamava, dizendo: Estes homens, que nos annunciam o caminho da salvação, são servos do Deus Altissimo.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fazia isto por muitos dias. Porém, descontentando isto a Paulo, voltou-se, e disse ao espirito: Em nome de Jesus Christo, te mando que saias d'ella. E na mesma hora saiu.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seus senhores que a esperança do seu lucro estava perdida, pegaram de Paulo e Silas, e os levaram á praça, á presença dos magistrados.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apresentando-os aos magistrados, disseram: Estes homens, sendo judeos, perturbaram a nossa cidade,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prégam ritos que nos não é licito receber nem praticar, visto que somos romanos.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se levantou juntamente contra elles, e os magistrados, rasgando-lhes os vestidos, mandaram açoital-os com varas,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havendo-lhes dado muitos açoites, os lançaram na prisão, mandando ao carcereiro que os guardasse com segurança.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qual, tendo recebido tal ordem, os lançou no carcere mais interior, e lhes segurou os pés no tronco.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perto da meia noite, Paulo e Silas oravam e cantavam hymnos a Deus, e os outros presos os escutavam.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repente sobreveiu um tão grande terremoto, que os alicerces do carcere se moveram, e logo se abriram todas as portas e se soltaram as prisões de todos.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acordando o carcereiro, e vendo abertas as portas da prisão, tirando da espada, quiz matar-se, cuidando que os presos já tinham fugido.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Paulo clamou com grande voz, dizendo: Não te faças nenhum mal, que todos aqui estamos.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pedindo luz, saltou dentro, e, todo tremendo, se prostrou aos pés de Paulo e Silas.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tirando-os para fóra, disse: Senhores, que me é necessario fazer para me salvar?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Crê no Senhor Jesus Christo, e serás salvo, tu e a tua casa.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fallavam a palavra do Senhor, e a todos os que estavam em sua casa.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tomando-os elle comsigo n'aquella mesma hora da noite, lavou-lhes os açoites; e logo foi baptizado, elle e todos os seus.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levando-os a sua casa, lhes poz a mesa; e, crendo em Deus, alegrou-se com toda a sua casa.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já dia, os magistrados mandaram quadrilheiros, dizendo: Soltae aquelles homens.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carcereiro annunciou a Paulo estas palavras, dizendo: Os magistrados mandaram que vos soltasse; agora pois sahi, e ide em paz.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Paulo disse-lhes: Açoitaram-nos publicamente e, sem ser sentenciados, sendo homens romanos, nos lançaram na prisão, e agora encobertamente nos lançam fóra? Não será assim; mas venham elles mesmos e tirem-nos para fóra.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quadrilheiros foram dizer aos magistrados estas palavras; e elles temeram, ouvindo que eram romanos.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vindo, lhes rogaram; e, tirando-os para fóra, lhes pediram que saissem da cidade.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da prisão, entraram em casa de Lydia, e, vendo os irmãos, os confortaram, e depois partiram.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