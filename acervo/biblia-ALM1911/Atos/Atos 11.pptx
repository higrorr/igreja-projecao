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a:t>
            </a:r>
          </a:p>
          <a:p>
            <a:pPr algn="ctr"/>
            <a:r>
              <a:rPr sz="4400">
                <a:solidFill>
                  <a:srgbClr val="FFFFFF"/>
                </a:solidFill>
                <a:latin typeface="Arial"/>
              </a:rPr>
              <a:t>E ouviram os apostolos, e os irmãos que estavam na Judea, que tambem os gentios receberam a palavra de Deus.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a:t>
            </a:r>
          </a:p>
          <a:p>
            <a:pPr algn="ctr"/>
            <a:r>
              <a:rPr sz="4400">
                <a:solidFill>
                  <a:srgbClr val="FFFFFF"/>
                </a:solidFill>
                <a:latin typeface="Arial"/>
              </a:rPr>
              <a:t>E, subindo Pedro a Jerusalem, disputavam com elle os que eram da circumcisão,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11:3</a:t>
            </a:r>
          </a:p>
          <a:p>
            <a:pPr algn="ctr"/>
            <a:r>
              <a:rPr sz="4400">
                <a:solidFill>
                  <a:srgbClr val="FFFFFF"/>
                </a:solidFill>
                <a:latin typeface="Arial"/>
              </a:rPr>
              <a:t>Dizendo: Entraste em casa de varões incircumcisos, e comeste com elles.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11:4</a:t>
            </a:r>
          </a:p>
          <a:p>
            <a:pPr algn="ctr"/>
            <a:r>
              <a:rPr sz="4400">
                <a:solidFill>
                  <a:srgbClr val="FFFFFF"/>
                </a:solidFill>
                <a:latin typeface="Arial"/>
              </a:rPr>
              <a:t>Mas Pedro começou a contar-lhes tudo por ordem, dizendo: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11:5</a:t>
            </a:r>
          </a:p>
          <a:p>
            <a:pPr algn="ctr"/>
            <a:r>
              <a:rPr sz="4400">
                <a:solidFill>
                  <a:srgbClr val="FFFFFF"/>
                </a:solidFill>
                <a:latin typeface="Arial"/>
              </a:rPr>
              <a:t>Estando eu orando na cidade de Joppe, vi, arrebatado dos sentidos, uma visão, um certo vaso, como um grande lençol que descia do céu e, baixado, vinha até junto de mim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11:6</a:t>
            </a:r>
          </a:p>
          <a:p>
            <a:pPr algn="ctr"/>
            <a:r>
              <a:rPr sz="4400">
                <a:solidFill>
                  <a:srgbClr val="FFFFFF"/>
                </a:solidFill>
                <a:latin typeface="Arial"/>
              </a:rPr>
              <a:t>No qual, pondo eu os olhos, considerei, e vi animaes da terra, quadrupedes, e féras, e reptis, e aves do céu.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11:7</a:t>
            </a:r>
          </a:p>
          <a:p>
            <a:pPr algn="ctr"/>
            <a:r>
              <a:rPr sz="4400">
                <a:solidFill>
                  <a:srgbClr val="FFFFFF"/>
                </a:solidFill>
                <a:latin typeface="Arial"/>
              </a:rPr>
              <a:t>E ouvi uma voz que me dizia : Levanta-te, Pedro; mata e 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11:8</a:t>
            </a:r>
          </a:p>
          <a:p>
            <a:pPr algn="ctr"/>
            <a:r>
              <a:rPr sz="4400">
                <a:solidFill>
                  <a:srgbClr val="FFFFFF"/>
                </a:solidFill>
                <a:latin typeface="Arial"/>
              </a:rPr>
              <a:t>Porém eu disse: De maneira nenhuma, Senhor; pois nunca em minha bocca entrou coisa alguma commum ou immunda.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11:9</a:t>
            </a:r>
          </a:p>
          <a:p>
            <a:pPr algn="ctr"/>
            <a:r>
              <a:rPr sz="4400">
                <a:solidFill>
                  <a:srgbClr val="FFFFFF"/>
                </a:solidFill>
                <a:latin typeface="Arial"/>
              </a:rPr>
              <a:t>Mas a voz respondeu-me do céu segunda vez: Não chames tu commum ao que Deus purificou.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11:10</a:t>
            </a:r>
          </a:p>
          <a:p>
            <a:pPr algn="ctr"/>
            <a:r>
              <a:rPr sz="4400">
                <a:solidFill>
                  <a:srgbClr val="FFFFFF"/>
                </a:solidFill>
                <a:latin typeface="Arial"/>
              </a:rPr>
              <a:t>E succedeu isto por tres vezes; e tudo tornou a recolher-se no céu.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11:11</a:t>
            </a:r>
          </a:p>
          <a:p>
            <a:pPr algn="ctr"/>
            <a:r>
              <a:rPr sz="4400">
                <a:solidFill>
                  <a:srgbClr val="FFFFFF"/>
                </a:solidFill>
                <a:latin typeface="Arial"/>
              </a:rPr>
              <a:t>E eis que, na mesma hora, pararam junto da casa em que eu estava tres varões que me foram enviados de Cesarea.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11:12</a:t>
            </a:r>
          </a:p>
          <a:p>
            <a:pPr algn="ctr"/>
            <a:r>
              <a:rPr sz="4400">
                <a:solidFill>
                  <a:srgbClr val="FFFFFF"/>
                </a:solidFill>
                <a:latin typeface="Arial"/>
              </a:rPr>
              <a:t>E disse-me o Espirito que fosse com elles, não duvidando; e tambem estes seis irmãos foram comigo, e entrámos em casa d'aquelle varão;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11:13</a:t>
            </a:r>
          </a:p>
          <a:p>
            <a:pPr algn="ctr"/>
            <a:r>
              <a:rPr sz="4400">
                <a:solidFill>
                  <a:srgbClr val="FFFFFF"/>
                </a:solidFill>
                <a:latin typeface="Arial"/>
              </a:rPr>
              <a:t>E contou-nos como vira estar um anjo em sua casa, e lhe dissera: Envia varões a Joppe, e manda chamar a Simão, que tem por sobrenome Pedro,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11:14</a:t>
            </a:r>
          </a:p>
          <a:p>
            <a:pPr algn="ctr"/>
            <a:r>
              <a:rPr sz="4400">
                <a:solidFill>
                  <a:srgbClr val="FFFFFF"/>
                </a:solidFill>
                <a:latin typeface="Arial"/>
              </a:rPr>
              <a:t>O qual te dirá palavras com que te salves, tu e toda a tua casa.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11:15</a:t>
            </a:r>
          </a:p>
          <a:p>
            <a:pPr algn="ctr"/>
            <a:r>
              <a:rPr sz="4400">
                <a:solidFill>
                  <a:srgbClr val="FFFFFF"/>
                </a:solidFill>
                <a:latin typeface="Arial"/>
              </a:rPr>
              <a:t>E, quando comecei a fallar, caiu sobre elles o Espirito Sancto como tambem sobre nós ao principio.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11:16</a:t>
            </a:r>
          </a:p>
          <a:p>
            <a:pPr algn="ctr"/>
            <a:r>
              <a:rPr sz="4400">
                <a:solidFill>
                  <a:srgbClr val="FFFFFF"/>
                </a:solidFill>
                <a:latin typeface="Arial"/>
              </a:rPr>
              <a:t>E lembrei-me do dito do Senhor, quando disse: João certamente baptizou com agua: mas vós sereis baptizados com o Espirito Sancto.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11:17</a:t>
            </a:r>
          </a:p>
          <a:p>
            <a:pPr algn="ctr"/>
            <a:r>
              <a:rPr sz="4400">
                <a:solidFill>
                  <a:srgbClr val="FFFFFF"/>
                </a:solidFill>
                <a:latin typeface="Arial"/>
              </a:rPr>
              <a:t>Portanto, se Deus lhes deu o mesmo dom que a nós, que tambem já havemos crido no Senhor Jesus Christo, quem era então eu, para que podesse estorvar a Deus?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11:18</a:t>
            </a:r>
          </a:p>
          <a:p>
            <a:pPr algn="ctr"/>
            <a:r>
              <a:rPr sz="4400">
                <a:solidFill>
                  <a:srgbClr val="FFFFFF"/>
                </a:solidFill>
                <a:latin typeface="Arial"/>
              </a:rPr>
              <a:t>E, ouvindo estas coisas, apaziguaram-se, e glorificaram a Deus, dizendo: De maneira que até aos gentios deu Deus o arrependimento para a vida.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11:19</a:t>
            </a:r>
          </a:p>
          <a:p>
            <a:pPr algn="ctr"/>
            <a:r>
              <a:rPr sz="4400">
                <a:solidFill>
                  <a:srgbClr val="FFFFFF"/>
                </a:solidFill>
                <a:latin typeface="Arial"/>
              </a:rPr>
              <a:t>E os que foram dispersos pela perseguição que succedeu por causa d'Estevão caminharam até á Phenicia, Chypre e Antiochia, não annunciando a ninguem a palavra, senão só aos judeos.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11:20</a:t>
            </a:r>
          </a:p>
          <a:p>
            <a:pPr algn="ctr"/>
            <a:r>
              <a:rPr sz="4400">
                <a:solidFill>
                  <a:srgbClr val="FFFFFF"/>
                </a:solidFill>
                <a:latin typeface="Arial"/>
              </a:rPr>
              <a:t>E havia entre elles alguns varões chyprios e cyrenenses, os quaes, entrando em Antiochia, fallaram aos gregos, annunciando o Senhor Jesus.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11:21</a:t>
            </a:r>
          </a:p>
          <a:p>
            <a:pPr algn="ctr"/>
            <a:r>
              <a:rPr sz="4400">
                <a:solidFill>
                  <a:srgbClr val="FFFFFF"/>
                </a:solidFill>
                <a:latin typeface="Arial"/>
              </a:rPr>
              <a:t>E a mão do Senhor era com elles; e grande numero creu e se converteu ao Senhor.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11:22</a:t>
            </a:r>
          </a:p>
          <a:p>
            <a:pPr algn="ctr"/>
            <a:r>
              <a:rPr sz="4400">
                <a:solidFill>
                  <a:srgbClr val="FFFFFF"/>
                </a:solidFill>
                <a:latin typeface="Arial"/>
              </a:rPr>
              <a:t>E chegou a fama d'isto aos ouvidos da egreja que estava em Jerusalem; e enviaram Barnabé á Antiochia.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11:23</a:t>
            </a:r>
          </a:p>
          <a:p>
            <a:pPr algn="ctr"/>
            <a:r>
              <a:rPr sz="4400">
                <a:solidFill>
                  <a:srgbClr val="FFFFFF"/>
                </a:solidFill>
                <a:latin typeface="Arial"/>
              </a:rPr>
              <a:t>O qual, quando chegou, e viu a graça de Deus, se alegrou, e exhortou a todos a que permanecessem no Senhor com proposito do coração.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11:24</a:t>
            </a:r>
          </a:p>
          <a:p>
            <a:pPr algn="ctr"/>
            <a:r>
              <a:rPr sz="4400">
                <a:solidFill>
                  <a:srgbClr val="FFFFFF"/>
                </a:solidFill>
                <a:latin typeface="Arial"/>
              </a:rPr>
              <a:t>Porque era homem de bem, e cheio do Espirito Sancto e de fé. E muita gente se uniu ao Senhor.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11:25</a:t>
            </a:r>
          </a:p>
          <a:p>
            <a:pPr algn="ctr"/>
            <a:r>
              <a:rPr sz="4400">
                <a:solidFill>
                  <a:srgbClr val="FFFFFF"/>
                </a:solidFill>
                <a:latin typeface="Arial"/>
              </a:rPr>
              <a:t>E partiu Barnabé para Tarso, a buscar Saulo; e, achando-o, o conduziu para Antiochia.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11:26</a:t>
            </a:r>
          </a:p>
          <a:p>
            <a:pPr algn="ctr"/>
            <a:r>
              <a:rPr sz="4400">
                <a:solidFill>
                  <a:srgbClr val="FFFFFF"/>
                </a:solidFill>
                <a:latin typeface="Arial"/>
              </a:rPr>
              <a:t>E succedeu que todo um anno se congregaram n'aquella egreja, e ensinaram muita gente; e em Antiochia foram os discipulos, pela primeira vez, chamados christãos.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11:27</a:t>
            </a:r>
          </a:p>
          <a:p>
            <a:pPr algn="ctr"/>
            <a:r>
              <a:rPr sz="4400">
                <a:solidFill>
                  <a:srgbClr val="FFFFFF"/>
                </a:solidFill>
                <a:latin typeface="Arial"/>
              </a:rPr>
              <a:t>E n'aquelles dias desceram prophetas de Jerusalem para Antiochia.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11:28</a:t>
            </a:r>
          </a:p>
          <a:p>
            <a:pPr algn="ctr"/>
            <a:r>
              <a:rPr sz="4400">
                <a:solidFill>
                  <a:srgbClr val="FFFFFF"/>
                </a:solidFill>
                <a:latin typeface="Arial"/>
              </a:rPr>
              <a:t>E, levantando-se um d'elles, por nome Agabo, dava a entender, pelo Espirito, que haveria uma grande fome em todo o mundo, a qual aconteceu no tempo de Claudio Cesar.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11:29</a:t>
            </a:r>
          </a:p>
          <a:p>
            <a:pPr algn="ctr"/>
            <a:r>
              <a:rPr sz="4400">
                <a:solidFill>
                  <a:srgbClr val="FFFFFF"/>
                </a:solidFill>
                <a:latin typeface="Arial"/>
              </a:rPr>
              <a:t>E os discipulos determinaram mandar, cada um conforme o que podesse, soccorro para serviço dos irmãos que habitavam na Judea.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11:30</a:t>
            </a:r>
          </a:p>
          <a:p>
            <a:pPr algn="ctr"/>
            <a:r>
              <a:rPr sz="4400">
                <a:solidFill>
                  <a:srgbClr val="FFFFFF"/>
                </a:solidFill>
                <a:latin typeface="Arial"/>
              </a:rPr>
              <a:t>O que elles com effeito fizeram, enviando-o aos anciãos por mão de Barnabé e de Saulo.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