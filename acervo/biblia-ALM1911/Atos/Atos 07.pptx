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summo sacerdote: Porventura é isto assim?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Varões, irmãos, e paes, ouvi. O Deus da gloria appareceu a nosso pae Abrahão, estando na Mesopotamia, antes de habitar em Haran,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Sae da tua terra e d'entre a tua parentela, e dirige-te á terra que eu te mostrarei.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da terra dos chaldeos, e habitou em Haran. E d'ali, depois que seu pae falleceu, o fez passar para esta terra em que agora habitaes.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lhe deu n'ella herança, nem ainda o espaço de um pé: mas prometteu que lh'a daria em possessão, e depois d'elle á sua descendencia, não tendo elle ainda filho.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Deus assim: Que a sua descendencia seria peregrina em terra alheia, e a sujeitariam á escravidão, e a maltratariam por quatrocentos annos.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julgarei a nação a quem servirem, disse Deus. E depois d'isto sairão, e me servirão n'este logar.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deu-lhe o pacto da circumcisão; e assim gerou a Isaac, e o circumcidou ao oitavo dia: e Isaac gerou a Jacob, e Jacob aos doze patriarchas.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patriarchas, movidos de inveja, venderam a José para o Egypto; e Deus era com elle,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livrou-o de todas as suas tribulações, e lhe deu graça e sabedoria ante Pharaó, rei do Egypto, que o constituiu governador sobre o Egypto e toda a sua casa.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todo o paiz do Egypto e de Canaan sobreveiu fome e grande tribulação; e nossos paes não achavam alimentos.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Jacob, ouvindo que no Egypto havia trigo, enviou ali nossos paes, a primeira vez.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segunda foi José conhecido por seus irmãos, e a linhagem de José foi manifesta a Pharaó.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mandou chamar a seu pae Jacob, e a toda a sua parentela, que era de setenta e cinco almas.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desceu ao Egypto, e morreu, elle e nossos paes;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transportados para Sichem, e depositados na sepultura que Abrahão comprara por certa somma de dinheiro aos filhos de Hemor, pae de Sichem.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Approximando-se, porém, o tempo da promessa que Deus tinha jurado a Abrahão, o povo cresceu e se multiplicou no Egypto;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se levantou outro rei, que não conhecia a José.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Este, usando de astucia contra a nossa linhagem, maltratou nossos paes, ao ponto de lhes fazer engeitar as suas creanças, para que não se multiplicassem.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N'esse tempo nasceu Moysés, e era mui formoso, e foi criado tres mezes em casa de seu pae.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engeitado, tomou-o a filha do Pharaó, e o criou como seu filho.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foi instruido em toda a sciencia dos egypcios; e era poderoso em suas palavras e obras.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completou o tempo de quarenta annos, veiu-lhe ao coração ir visitar seus irmãos, os filhos d'Israel.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maltratado um d'elles, o defendeu, e vingou o offendido, matando o egypcio.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cuidava que seus irmãos entenderiam que Deus lhes havia de dar a liberdade pela sua mão; porém elles não entenderam.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seguinte, pelejando elles, foi por elles visto, e quiz leval-os á paz, dizendo: Varões, sois irmãos; porque vos aggravaes um ao outro?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offendia o seu proximo o repelliu, dizendo: Quem te constituiu principe e juiz sobre nós?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tu matar-me, como hontem mataste o egypcio?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esta palavra fugiu Moysés, e esteve como estrangeiro na terra de Madian, onde gerou dois filhos.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completados quarenta annos, appareceu-lhe o anjo do Senhor, no deserto do monte Sinai, n'uma chamma de fogo de um sarçal.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Moysés, vendo-o, se maravilhou da visão; e, approximando-se para vêr, foi-lhe dirigida a voz do Senhor,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Eu sou o Deus de teus paes, o Deus d'Abrahão, e o Deus d'Isaac e o Deus de Jacob. E Moysés, todo tremulo, não ousava olhar.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Senhor: Descalça as alparcas dos teus pés, porque o logar em que estás é terra sancta: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visto attentamente a afflicção do meu povo que está no Egypto, e ouvi os seus gemidos, e desci a livral-os. Agora, pois, vem, e enviar-te-hei ao Egypto.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este Moysés, ao qual haviam negado, dizendo: Quem te constituiu principe e juiz? a este enviou Deus como principe e libertador, pela mão do anjo que lhe apparecera no sarçal.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os conduziu para fóra, fazendo prodigios e signaes na terra do Egypto, e no Mar Vermelho, e no deserto, por quarenta annos.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aquelle Moysés que disse aos filhos d'Israel: O Senhor vosso Deus vos levantará d'entre vossos irmãos um propheta como eu; a elle ouvireis.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que esteve entre a congregação no deserto, com o anjo que lhe fallava no monte Sinai, e com nossos paes, o qual recebeu as palavras de vida para nol-as dar.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nossos paes não quizeram obedecer, antes o rejeitaram, e de coração se tornaram ao Egypto,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 a Aarão: Faze-nos deuses que vão adiante de nós; porque a esse Moysés, que nos tirou da terra do Egypto, não sabemos o que lhe aconteceu.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n'aquelles dias fizeram o bezerro, e offereceram sacrificios ao idolo, e se alegraram nas obras das suas mãos.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se affastou, e os abandonou a que servissem ao exercito do céu, como está escripto no livro dos prophetas: Porventura me offerecestes victimas e sacrificios no deserto por quarenta annos, ó casa d'Israel?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tomastes o tabernaculo de Molech, e a estrella do vosso deus Remphan, figuras que vós fizestes para as adorar. Transportar-vos-hei pois para além de Babylonia.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entre nossos paes no deserto o tabernaculo do testemunho, como ordenara aquelle que disse a Moysés que o fizesse segundo o modelo que tinha visto.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nossos paes, recebendo-o tambem, o levaram com Josué quando entraram na possessão das nações que Deus expulsou da face de nossos paes, até aos dias de David: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achou graça diante de Deus, e pediu para achar tabernaculo para o Deus de Jacob.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lhe edificou casa;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Altissimo não habita em templos feitos por mãos d'homens, como diz o propheta: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céu é o meu throno, e a terra o estrado dos meus pés. Que casa me edificareis? diz o Senhor: ou qual é o logar do meu repouso?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fez a minha mão todas estas coisas?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Duros de cerviz, e incircumcisos de coração e ouvidos: vós sempre resistis ao Espirito Sancto; tambem vós sois como vossos paes.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dos prophetas não perseguiram vossos paes? Até mataram os que anteriormente annunciaram a vinda do Justo, do qual vós agora fostes traidores e homicidas;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Vos, que recebestes a lei por disposição dos anjos, e não a guardastes.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estas coisas, enfureciam-se em seus corações, e rangiam os dentes contra elle.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elle, estando cheio do Espirito Sancto, fixando os olhos no céu, viu a gloria de Deus, e Jesus, que estava á direita de Deus;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Eis que vejo os céus abertos, e o Filho do homem, que está em pé á mão direita de Deus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Elles, porém, clamando com grande voz, taparam os seus ouvidos, e arremetteram unanimes contra elle.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expulsando-o da cidade, o apedrejavam. E as testemunhas depozeram os seus vestidos aos pés de um mancebo chamado Saulo.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apedrejaram a Estevão, invocando elle ao Senhor, e dizendo: Senhor Jesus, recebe o meu espirito.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7:60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pondo-se de joelhos, clamou com grande voz: Senhor, não lhes imputes este peccado. E, tendo dito isto, adormeceu.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