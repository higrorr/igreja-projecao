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 egreja que estava em Antiochia havia alguns prophetas e doutores, a saber: Barnabé e Simeão, chamado Niger, e Lucio cyreneo, e Manahen, que fôra criado com Herodes o tetrarcha, e Saulo.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servindo elles ao Senhor, e jejuando, disse o Espirito Sancto: Apartae-me a Barnabé e a Saulo para a obra para que os tenho chamado.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Então, jejuando e orando, e pondo sobre elles as mãos, os despediram.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então, enviados pelo Espirito Sancto, desceram a Seleucia e d'ali navegaram para Chypre.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chegados a Salamina, annunciavam a palavra de Deus nas synagogas dos judeos; e tinham tambem a João por ministro.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 atravessado a ilha até Paphos, acharam um certo judeo magico, falso propheta, chamado Bar-*jesus,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estava com o proconsul Sergio Paulo, varão prudente. Este, chamando a si Barnabé e Saulo, procurava muito ouvir a palavra de Deus.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resistia-lhes Elymas, o encantador (que assim se interpreta o seu nome), procurando apartar da fé o proconsul.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Saulo, que tambem se chama Paulo, cheio do Espirito Sancto, e fixando os olhos n'elle, disse: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filho do diabo, cheio de todo o engano e de toda a malicia, inimigo de toda a justiça, não cessarás de perturbar os rectos caminhos do Senhor?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Eis-ahi, pois, agora contra ti a mão do Senhor, e ficarás cego, sem vêr o sol por algum tempo. E no mesmo instante a escuridão e as trevas cairam sobre elle, e, andando em redor, buscava a quem o guiasse pela mão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proconsul, vendo o que havia acontecido, creu, maravilhado da doutrina do Senhor.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partindo de Paphos, Paulo e os que estavam com elle chegaram a Perge, cidade da Pamphylia. Porém João, apartando-se d'elles, voltou para Jerusalem.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elles, saindo de Perge, chegaram a Antiochia, da Pisidia, e, entrando na synagoga, n'um dia de sabbado, assentaram-se;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depois da lição da lei e dos prophetas, lhes mandaram dizer os principaes da synagoga: Varões irmãos, se vós tendes alguma palavra de consolação para o povo, fallae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levantando-se Paulo, e pedindo silencio com a mão, disse: Varões israelitas, e os que temeis a Deus, ouvi: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Deus d'este povo d'Israel escolheu a nossos paes, e exaltou o povo, sendo elles estrangeiros na terra do Egypto; e com braço levantado os tirou d'ella;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supportou os seus costumes no deserto por espaço de quasi quarenta annos.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destruindo a sete nações na terra de Canaan, lhes repartiu por sorte a terra d'elles.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depois d'isto, por quasi quatrocentos e cincoenta annos, lhes deu juizes, até ao propheta Samuel.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pediram um rei, e Deus lhes deu por quarenta annos, a Saul filho de Kis, varão da tribu de Benjamin.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tirado este, lhes levantou como rei a David, ao qual tambem deu testemunho, e disse: Achei a David, filho de Jessé, varão conforme o meu coração, que executará toda a minha vontade.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descendencia d'este, conforme a promessa, levantou Deus a Jesus para Salvador d'Israel;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Tendo primeiramente João, antes da vinda d'elle, prégado a todo o povo d'Israel o baptismo do arrependimento.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como João cumprisse a sua carreira, disse: Quem pensaes vós que eu sou? Eu não sou o Christo; mas eis que após mim vem aquelle a quem não sou digno de desatar as alparcas dos pés.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Varões irmãos, filhos da geração d'Abrahão, e os que d'entre vós temem a Deus, a vós vos é enviada a palavra d'esta salvação.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não conhecendo a este os que habitavam em Jerusalem, nem os seus principes, condemnando-o, cumpriram assim as vozes dos prophetas que se lêem todos os sabbados.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não achando nenhuma causa de morte, pediram a Pilatos que fosse morto.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 elles cumprido todas as coisas que d'elle estavam escriptas, tirando-o do madeiro, o pozeram na sepultura;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Deus o resuscitou dos mortos.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por muitos dias foi visto pelos que subiram com elle da Galilea a Jerusalem, e são suas testemunhas para com o povo.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nós vos annunciamos a promessa que foi feita aos paes, a qual já Deus nos cumpriu, a nós, seus filhos, resuscitando a Jesus: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está escripto no psalmo segundo: Meu filho és tu, hoje te gerei.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o resuscitaria dos mortos, para nunca mais tornar á corrupção, disse-o assim: As sanctas e fieis bençãos de David vos darei.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tambem em outro psalmo diz: Não permittirás que o teu sancto veja corrupção.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na verdade, tendo David no seu tempo servido conforme a vontade de Deus, dormiu, e foi posto junto de seus paes e viu a corrupção,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aquelle a quem Deus resuscitou nenhuma corrupção viu.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Seja-vos pois notorio, varões irmãos, que por este se vos annuncia a remissão dos peccados.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tudo o que, pela lei de Moysés não podestes ser justificados n'este é justificado todo aquelle que crê.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Vêde pois que não venha sobre vós o que está dito nos prophetas: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Vêde, ó desprezadores, e espantae vos e desapparecei; porque opéro uma obra em vossos dias, obra que não crereis, se alguem vol-a contar.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saidos os judeos da synagoga, os gentios rogaram que no sabbado seguinte se lhes fallassem as mesmas coisas.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despedida a synagoga, muitos dos judeos e dos proselytos religiosos seguiram Paulo e Barnabé; os quaes, fallando-lhes, os exhortavam a que permanecessem na graça de Deus.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sabbado seguinte ajuntou-se quasi toda a cidade a ouvir a palavra de Deus.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os judeos, vendo a multidão, encheram-se de inveja: e, blasphemando, contradiziam o que Paulo dizia.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Paulo e Barnabé, usando de ousadia, disseram: Era mister que a vós se vos fallasse primeiro a palavra de Deus; mas, visto que a rejeitaes, e vos não julgaes dignos da vida eterna, eis que nós voltamos para os gentios;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assim nol-o mandou, dizendo: Eu te puz para luz dos gentios, para que sejas para salvação até aos confins da terra.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gentios, ouvindo isto, alegraram-se, e glorificavam a palavra do Senhor; e creram todos quantos estavam ordenados para a vida eterna.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palavra do Senhor se divulgava por toda aquella provincia.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judeos incitaram a algumas mulheres religiosas e honestas, e aos principaes da cidade, e levantaram perseguição contra Paulo e Barnabé, e os lançaram fóra dos seus termos.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Sacudindo, porém, contra elles o pó dos seus pés, partiram para Iconio.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13:52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discipulos estavam cheios d'alegria e do Espirito Sancto.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