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elles fallando ao povo, sobrevieram os sacerdotes, e o capitão do templo, e os sadduceos,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Doendo-se muito de que ensinassem o povo, e annunciassem em Jesus a resurreição dos mortos.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mão d'elles, e os encerraram na prisão até ao dia seguinte, pois era já tarde.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Muitos, porém, dos que ouviram a palavra crêram, e chegou o numero d'esses homens a quasi cinco mil.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dia seguinte, reunirem-se em Jerusalem os seus principaes, e anciãos e escribas,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Annás, o summo sacerdote, e Caiphás, e João, e Alexandre, e todos quantos havia da linhagem do summo sacerdote.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pondo-os no meio, perguntaram: Com que poder fizestes isto, ou em nome de quem?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Pedro, cheio do Espirito Sancto, lhes disse: Principaes do povo, e vós, anciãos d'Israel.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hoje somos interrogados ácerca do beneficio feito a um homem enfermo, do modo como foi curado,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conhecido a vós todos, e a todo o povo d'Israel, que em nome de Jesus Christo, o nazareno, aquelle a quem vós crucificastes e a quem Deus resuscitou dos mortos, em nome d'esse é que este está são diante de vós.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a pedra que foi rejeitada por vós, os edificadores, a qual foi posta por cabeça d'esquina.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nenhum outro ha salvação, porque tambem debaixo do céu nenhum outro nome ha, dado entre os homens, em que devamos ser salvos.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elles, vendo a ousadia de Pedro e João, e informados de que eram homens sem lettras e indoutos, se maravilharam; e conheciam que elles haviam estado com Jesus.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vendo estar com elles o homem que fôra curado, nada tinham que dizer em contrario.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mandando-os sair fóra do conselho, conferenciaram entre si,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Que havemos de fazer a estes homens? porque a todos os que habitam em Jerusalem é manifesto que por elles foi feito um signal notorio, e não o podemos negar;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para que não se divulgue mais entre o povo, ameacemol-os para que não fallem mais n'esse nome a homem algum.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chamando-os, disseram-lhes que absolutamente não fallassem, nem ensinassem, no nome de Jesus.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Respondendo, porém, Pedro e João, lhes disseram: Julgae vós se é justo, diante de Deus, ouvir-vos antes a vós do que a Deus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podemos deixar de fallar do que temos visto e ouvido.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ainda os ameaçaram mais, e, não achando motivo para os castigar, deixaram-n'os ir, por causa do povo; porque todos glorificavam a Deus ácerca do que acontecera: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tinha mais de quarenta annos o homem em quem se operara aquelle milagre de saude.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soltos elles, foram para os seus, e contaram tudo o que lhes disseram os principaes dos sacerdotes e os anciãos.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elles isto, unanimes levantaram a voz a Deus, e disseram: Senhor, tu és o Deus que fizeste o céu, e a terra, e o mar, e todas as coisas que n'elles ha;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disseste pela bocca de David, teu servo: Porque bramaram as gentes, e os povos pensaram coisas vãs?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Levantaram-se os reis da terra, e os principes se ajuntaram á uma, contra o Senhor e contra o seu Ungido.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verdadeiramente contra o teu sancto Filho Jesus, que tu ungiste, se ajuntaram, não só Herodes, mas Poncio Pilatos, com os gentios e os povos d'Israel;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fazerem tudo o que a tua mão e o teu conselho tinham anteriormente determinado que se havia de fazer.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Senhor, põe os olhos nas suas ameaças, e concede aos teus servos que fallem com toda a ousadia a tua palavra;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Estendendo a tua mão para curar, e para que se façam signaes e prodigios pelo nome do teu sancto Filho Jesus.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orado, moveu-se o logar em que estavam reunidos; e todos foram cheios do Espirito Sancto, e fallavam com ousadia a palavra de Deus.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um o coração e a alma da multidão dos que criam, e ninguem dizia que coisa alguma do que possuia era sua propria, mas todas as coisas lhes eram communs.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apostolos davam, com grande poder, testemunho da resurreição do Senhor Jesus, e em todos elles havia abundante graça.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havia pois entre elles necessitado algum; porque todos os que possuiam herdades ou casas, vendendo-as, traziam o preço do vendido, e o depositavam aos pés dos apostolos.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repartia-se por cada um, segundo a necessidade que cada um tinha.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José, cognominado pelos apostolos Barnabé (que, traduzido, é Filho de consolação), levita, natural de Chypre,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Possuindo uma herdade, vendeu-a, e trouxe o preço, e o apresentou aos pés dos apostolos.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