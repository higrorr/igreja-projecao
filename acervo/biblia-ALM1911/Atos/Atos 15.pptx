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alguns que tinham descido da Judea ensinavam os irmãos, dizendo: Se vos não circumcidardes, conforme o uso de Moysés, não podeis salvar-vos.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Feita pois por Paulo e Barnabé não pequena dissensão e contenda contra elles, resolveu-se que Paulo e Barnabé, e alguns d'entre elles, subissem a Jerusalem, aos apostolos e aos anciãos, sobre aquella questão.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elles, acompanhados pela egreja, passavam pela Phenicia e por Samaria, contando a conversão dos gentios; e davam grande alegria a todos os irmãos.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vindos a Jerusalem, foram recebidos pela egreja e pelos apostolos e anciãos, e lhes annunciavam quão grandes coisas Deus tinha feito com elles.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alguns da seita dos phariseos, que tinham crido, se levantaram, dizendo que era mister circumcidal-os e mandar-lhes que guardassem a lei de Moysés.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Congregaram-se pois os apostolos e os anciãos para examinar este negocio.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grande contenda, levanou-se Pedro e disse-lhes: Varões irmãos, bem sabeis que já ha muito tempo Deus me elegeu d'entre nós, para que os gentios ouvissem da minha bocca a palavra do evangelho, e cressem.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Deus, que conhece os corações, deu testemunho d'elles, dando-lhes o Espirito Sancto, assim como tambem a nós;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fez differença alguma entre elles e nós, purificando os seus corações pela fé.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porque tentaes a Deus, pondo sobre a cerviz dos discipulos um jugo que nem nossos paes nem nós podémos supportar?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crêmos que seremos salvos pela graça do Senhor Jesus Christo, como elles tambem.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toda a multidão se calou, e escutava a Barnabé e a Paulo, que contavam quão grandes signaes e prodigios Deus havia feito por meio d'elles entre os gentios.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havendo-se elles calado, tomou Thiago a palavra, dizendo: Varões irmãos, ouvi-me: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Simão relatou como Deus primeiramente visitou os gentios, para tomar d'elles um povo para o seu nome.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isto concordam as palavras dos prophetas; como está escripto: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voltarei, e reedificarei o tabernaculo de David, que está caido, e reedificarei as suas ruinas, e tornarei a levantal-o.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resto dos homens busque ao Senhor, e todos os gentios, sobre os quaes o meu nome é invocado, diz o Senhor, que faz todas estas coisas.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notorias a Deus desde toda a eternidade as suas obras.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julgo que não se deve perturbar aquelles, d'entre os gentios, que se convertem a Deus,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escrever-lhes que se abstenham das contaminações dos idolos, e da fornicação, e das carnes suffocadas e do sangue.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Moysés, desde os tempos antigos, tem em cada cidade quem o prégue, e cada sabbado é lido nas synagogas.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pareceu bem aos apostolos e aos anciãos, com toda a egreja, eleger d'elles alguns varões, e envial-os com Paulo e Barnabé a Antiochia, a saber: Judas, chamado Barsabbás, e Silas, varões distinctos entre os irmãos.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elles escreveram o seguinte: Os apostolos, e os anciãos e os irmãos, aos irmãos d'entre os gentios que estão em Antiochia, e Syria e Cilicia, saude.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ouvimos que alguns que sairam d'entre nós vos perturbaram com palavras, e transtornaram as vossas almas, dizendo que devieis circumcidar-vos e guardar a lei, aos quaes nada mandámos: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Pareceu-nos bem, reunidos concordemente, eleger alguns varões, e envial-os com os nossos amados Barnabé e Paulo,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Homens que já expozeram as suas vidas pelo nome de nosso Senhor Jesus Christo.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Enviamos pois Judas e Silas, os quaes de bocca vos annunciarão tambem o mesmo.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pareceu bem ao Espirito Sancto, e a nós, não vos impôr mais encargo algum, senão estas coisas necessarias: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vos abstenhaes das coisas sacrificadas aos idolos, e do sangue, e da carne suffocada, e da fornicação: das quaes coisas fazeis bem se vos guardardes. Bem vos vá.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Tendo-se elles pois despedido, partiram para Antiochia, e, ajuntando a multidão, entregaram a carta.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lendo-a, alegraram-se, pela consolação a que lhes causava.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Judas e Silas, que tambem eram prophetas, exhortaram e confirmaram os irmãos com muitas palavras.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detendo-se ali algum tempo, os irmãos os deixaram voltar em paz para os apostolos;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pareceu bem a Silas ficar ali.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Paulo e Barnabé ficaram em Antiochia, ensinando e prégando, com muitos outros, a palavra do Senhor.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dias depois disse Paulo a Barnabé: Tornemos a visitar nossos irmãos por cada cidade em que já annunciámos a palavra do Senhor, a vêr como estão.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Barnabé aconselhava que tomassem comsigo a João, chamado Marcos.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Paulo parecia razoavel que não tomassem comsigo aquelle que desde Pamphylia se tinha apartado d'elles, e não tinha ido com elles áquella obra.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tal contenda houve entre elles, que se apartaram um do outro. Barnabé, levando comsigo a Marcos, navegou para Chypre.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Paulo, tendo escolhido a Silas, partiu, encommendado pelos irmãos á graça de Deus.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15:41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passando por Syria e Cilicia, confirmando as egrejas.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