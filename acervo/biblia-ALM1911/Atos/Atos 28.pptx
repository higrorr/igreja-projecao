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escapado, então souberam que a ilha se chamava Melita.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barbaros usaram comnosco de não pouca humanidade; porque, accendendo um grande fogo, nos recolheram a todos por causa da chuva que sobrevinha, e por causa do frio.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Paulo ajuntado uma quantidade de vides, e pondo-as no fogo, uma vibora, fugindo do calor, lhe accommetteu a mão.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barbaros, vendo-lhe a bicha pendurada na mão, diziam uns aos outros: Certamente este homem é homicida, a quem, escapando do mar, a Justiça não deixa viver.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sacudindo elle a bicha no fogo, não padeceu nenhum 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esperavam que viesse a inchar ou a cair morto de repente; porém, tendo esperado já muito, e vendo que nenhum incommodo lhe sobrevinha, mudando de parecer, diziam que era um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ali, proximo d'aquelle mesmo logar, havia umas herdades que pertenciam ao principal da ilha, por nome Publio, o qual nos recebeu e hospedou benignamente por tres dias.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o pae de Publio estava de cama enfermo de febres e dysenteria, ao qual Paulo foi ver, e, havendo orado, poz as mãos sobre elle, e o curou.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Feito pois isto, vieram tambem ter com elle os demais que na ilha tinham enfermidades, e sararam.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nos honraram tambem com muitas honras: e, havendo de navegar, nos proveram das coisas necessarias.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tres mezes depois partimos n'um navio de Alexandria que invernára na ilha, o qual tinha por insignia Castor e Pollux.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 Syracusa, ficámos ali tres dias.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D'onde, indo costeando, viemos a Rhegio; e um dia depois, soprando um vento do sul, chegámos no segundo dia a Puteolos.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Onde, achando alguns irmãos, nos rogaram que por sete dias ficassemos com elles; e assim fomos a Roma.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lá, ouvindo os irmãos novas de nós, nos sairam ao encontro á praça d'Appio e ás tres Vendas, e Paulo, vendo-os, deu graças a Deus, e tomou animo.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chegámos a Roma, o centurião entregou os presos ao general dos exercitos; porém a Paulo se lhe permittiu morar sobre si á parte, com o soldado que o guardava.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tres dias depois, Paulo convocou os que eram principaes dos judeos, e, juntos elles, lhes disse: Varões irmãos, não havendo eu feito nada contra o povo, ou contra os ritos paternos, vim todavia preso desde Jerusalem, entregue nas mãos dos romanos;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quaes, havendo-me examinado, queriam soltar-me, por não haver em mim crime algum de morte.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oppondo-se os judeos, foi-*me forçoso appellar para Cesar, não tendo, comtudo, de que accusar a minha nação.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por esta causa vos chamei, para vos ver e fallar; porque pela esperança d'Israel estou com esta cadeia.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lhe disseram: Nós não recebemos ácerca de ti cartas algumas da Judea, nem, vindo aqui algum dos irmãos, nos annunciou ou fallou de ti mal algum.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bem quizeramos ouvir de ti o que sentes; porque, quanto a esta seita, notorio nos é que em toda a parte se falla contra ella.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havendo-lhe elles assignalado um dia, muitos foram ter com elle á pousada, aos quaes declarava e testificava o reino de Deus, e procurava persuadil-os á fé de Jesus, tanto pela lei de Moysés como pelos prophetas, desde pela manhã até á tarde.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criam no que se dizia; porém outros não criam.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ficaram entre si discordes, se despediram, dizendo Paulo esta palavra: Bem fallou o Espirito Sancto a nossos paes pelo propheta Isaias,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Vae a este povo, e dize: De ouvido ouvireis, e de maneira nenhuma entendereis; e, vendo, vereis, e de maneira nenhuma percebereis.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coração d'este povo está endurecido, e com os ouvidos ouviram pesadamente, e fecharam os olhos, para que nunca com os olhos vejam, nem com os ouvidos ouçam, nem do coração entendam, e se convertam e eu os cure.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Seja-vos pois notorio que esta salvação de Deus é enviada aos gentios, e elles a ouvirão.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elle dito isto, partiram os judeos, tendo entre si grande contenda.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 ficou dois annos inteiros na sua propria habitação que alugára, e recebia todos quantos vinham vêl-o;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Prégando o reino de Deus, e ensinando com toda a ousadia as coisas pertencentes ao Senhor Jesus Christo, sem impedimento algum.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