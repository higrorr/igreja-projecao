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em Cesarea um certo varão por nome Cornelio, centurião da cohorte chamada italiana,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Piedoso e temente a Deus, com toda a sua casa, o qual fazia muitas esmolas ao povo, e de continuo orava a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Este, quasi á hora nona do dia, viu claramente em visão um anjo de Deus, que se dirigia para elle e dizia: Cornelio.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este, fixando os olhos n'elle, e muito atemorisado, disse: Que é, Senhor? E disse-lhe: As tuas orações e as tuas esmolas teem subido para memoria diante de Deus;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envia varões a Joppe, e manda chamar a Simão, que tem por sobrenome Pedro.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pousa em casa de um certo Simão curtidor, que tem a sua casa junto do mar. Elle te dirá o que deves fazer.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ido o anjo que lhe fallava, chamou dois dos seus creados, e a um piedoso soldado dos que estavam ao seu serviço.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havendo-lhes contado tudo, os enviou a Joppe.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seguinte, indo elles seu caminho, e chegando perto da cidade, subiu Pedro ao terraço para orar, quasi á hora sexta.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fome, quiz comer; e, emquanto lh'o preparavam, sobreveiu-lhe um arrebatamento de sentidos: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o céu aberto, e que para elle descia um certo vaso, como um grande lençol atado pelas quatro pontas, e abaixando-se para 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havia de todos os animaes da terra quadrupedes, féras e reptis, e aves do céu.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 dirigida uma voz: Levanta-te, Pedro, mata e come.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Pedro disse: De modo nenhum, Senhor, porque nunca comi coisa alguma commum nem immunda.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segunda vez lhe disse a voz: Não faças tu commum ao que Deus purificou.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isto por tres vezes; e o vaso tornou a recolher-se para o céu.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Pedro duvidando entre si que seria aquella visão que tinha visto, eis que os varões que foram enviados por Cornelio, pararam á porta, perguntando pela casa de Simão.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chamando, perguntaram se Simão, que tinha por sobrenome Pedro, pousava 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pensando Pedro n'aquella visão, disse-lhe o Espirito: Eis que tres varões te buscam: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 pois, e desce, e vae com elles, não duvidando; porque eu os enviei.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descendo para junto dos varões que lhe foram enviados por Cornelio, disse: Eis que sou eu a quem procuraes; qual é a causa porque estaes aqui?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Cornelio, o centurião, varão justo e temente a Deus, e que tem bom testemunho de toda a nação dos judeos, foi avisado por um sancto anjo para que mandasse chamar-te a sua casa, e ouvisse de ti palavras.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chamando-os para dentro, os recebeu em casa. Porém no dia seguinte foi Pedro com elles, e foram com elle alguns irmãos de Joppe.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immediato chegaram a Cesarea. E Cornelio os estava esperando, tendo já convidado a seus parentes e amigos mais intimos.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entrando Pedro, saiu Cornelio a recebel-o, e, prostrando-se a seus pés, o adorou.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Pedro o levantou, dizendo: Levanta-te, eu mesmo tambem sou homem.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fallando com elle, entrou, e achou muitos que ali se haviam ajuntado.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Vós bem sabeis como não é licito a um varão judeo ajuntar-se ou chegar-se a estrangeiros; mas Deus mostrou-me que a nenhum homem chame commum ou immundo: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sendo chamado, vim sem contradizer. Pergunto pois; por que razão mandastes chamar-me?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Cornelio: Ha quatro dias estava eu em jejum até esta hora, e orava em minha casa á hora nona.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diante de mim se apresentou um varão com um vestido resplandecente, e disse: Cornelio, a tua oração é ouvida, e as tuas esmolas estão em memoria diante de Deus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 pois a Joppe, e manda chamar Simão, o que tem por sobrenome Pedro; este pousa em casa de Simão o curtidor, junto do mar, e elle, vindo, te fallará.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logo mandei a ti; e bem fizeste em vir. Agora pois estamos todos presentes diante de Deus, para ouvir tudo quanto por Deus te é mandado.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abrindo a bocca, disse: Reconheço por verdade que Deus não faz accepção de pessoas;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lhe é agradavel aquelle que, em qualquer nação, o teme e obra a justiça.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elle enviou aos filhos d'Israel, annunciando a paz por Jesus Christo (este é o Senhor de todos),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palavra, vós bem sabeis, veiu por toda a Judea, começando desde a Galilea, depois do baptismo que João prégou;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 Jesus de Nazareth, como Deus o ungiu com o Espirito Sancto e com virtude; o qual andou fazendo bem, e curando a todos os opprimidos do diabo, porque Deus era com elle.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somos testemunhas de todas as coisas que fez, tanto na terra da Judea como em Jerusalem: ao qual mataram, pendurando-o n'um madeiro.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 resuscitou Deus ao terceiro dia, e fez que fosse manifesto,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 todo o povo, mas ás testemunhas que Deus antes ordenára; a nós, que comemos e bebemos juntamente com elle, depois que resuscitou dos mortos.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mandou-nos prégar ao povo, e testificar que elle é aquelle que por Deus foi constituido juiz dos vivos e dos mortos.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 dão testemunho todos os prophetas, de que todos os que n'elle crêrem receberão o perdão dos peccados pelo seu nome.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Pedro ainda estas palavras, caiu o Espirito Sancto sobre todos os que ouviam a palavra.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fieis que eram da circumcisão, todos quantos tinham vindo com Pedro, maravilharam-se de que o dom do Espirito Sancto se derramasse tambem sobre os gentios.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ouviam fallar linguas, e magnificar a Deus.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então Pedro: Pode alguem porventura impedir a agua, para que não sejam baptizados estes, que tambem receberam como nós o Espirito Sancto?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10:48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que fossem baptizados em nome do Senhor. Então rogaram-lhe que ficasse com elles por alguns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