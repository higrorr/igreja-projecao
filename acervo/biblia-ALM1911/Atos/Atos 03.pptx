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Pedro e João subiam juntos ao templo á hora da oração, a nona.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 trazido um varão que desde o ventre de sua mãe era côxo, o qual cada dia punham á porta do templo, chamada Formosa, para pedir esmola aos que entravam no templo.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qual, vendo a Pedro e João, que iam entrando no templo, pediu que lhe déssem uma esmola.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Pedro, com João, fitando os olhos n'elle, disse: Olha para nós.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olhou para elles, esperando receber d'elles alguma coisa.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Pedro: Não tenho prata nem oiro; mas o que tenho isso te dou. Em nome de Jesus Christo, o Nazareno, levanta-te e anda.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tomando-o pela mão direita, o levantou, e logo os seus pés e artelhos se firmaram.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saltando elle, poz-se em pé, e andou, e entrou com elles no templo, andando, e saltando, e louvando a Deus;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 o povo o viu andar e louvar a Deus;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conheciam-n'o, que era elle o que se assentava á esmola á porta Formosa do templo, e ficaram cheios de pasmo e assombro, pelo que lhe acontecera.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apegando-se o côxo, que fôra curado, a Pedro e João, todo o povo correu attonito para junto d'elles, ao alpendre chamado de Salomão.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Pedro, vendo isto, disse ao povo: Varões israelitas, porque vos maravilhaes d'isto? Ou, porque olhaes tanto para nós, como se por nossa propria virtude ou sanctidade o fizessemos andar?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Deus d'Abrahão, e de Isaac e de Jacob, o Deus de nossos paes, glorificou a seu filho Jesus, a quem vós entregastes e perante a face de Pilatos negastes, julgando elle que devia ser solto.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vós negastes o Sancto e o Justo, e pedistes que se vos désse um homem homicida.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matastes o Principe da vida, ao qual Deus resuscitou dos mortos, do que nós somos testemunhas.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pela fé no seu nome o seu nome fortaleceu a este que vêdes e conheceis; e a fé que é por elle deu a este, na presença de todos vós, esta perfeita saude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agora, irmãos, eu sei que o fizestes por ignorancia, como tambem os vossos principes: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Deus assim cumpriu o que já d'antes pela bocca de todos os seus prophetas havia annunciado; que o Christo havia de padecer.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Arrependei-vos, pois, e convertei-vos, para que sejam apagados os vossos peccados, quando vierem os tempos do refrigerio pela presença do Senhor,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enviar a Jesus Christo, que já d'antes vos foi prégado: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convem que o céu contenha até aos tempos da restauração de todas as coisas, das quaes Deus fallou pela bocca de todos os seus sanctos prophetas, desde todo o seculo.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Moysés disse aos paes: O Senhor vosso Deus levantará d'entre vossos irmãos um propheta similhante a mim: a elle ouvireis em tudo quanto vos disser.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acontecerá que toda a alma que não escutar esse propheta será exterminada d'entre o povo.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todos os prophetas, desde Samuel, e todos quantos depois teem fallado, já d'antes annunciaram esses dias.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 sois os filhos dos prophetas, e do concerto que Deus fez com nossos paes, dizendo a Abrahão: Na tua descendencia serão bemditas todas as familias da terra.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Resuscitando Deus a seu Filho Jesus, primeiro o enviou a vós, para que n'isso vos abençoasse, e vos desviasse, a cada um, das vossas maldades.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