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Saulo consentia na morte d'elle. E fez-se n'aquelle dia uma grande perseguição contra a egreja que estava em Jerusalem; e todos foram dispersos pelas terras da Judea e da Samaria, excepto os apostolos.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varões piedosos foram enterrar a Estevão, e fizeram sobre elle grande pranto.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Saulo assolava a egreja, entrando pelas casas: e, arrastando homens e mulheres, os encerrava na prisão.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que andavam dispersos iam por toda a parte, annunciando a palavra.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descendo Philippe a cidade de Samaria, lhes prégava á Christo.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multidões estavam attentas unanimemente ás coisas que Philippe dizia, porquanto ouviam e viam os signaes que elle fazia;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os espiritos immundos sahiam de muitos que os tinham, clamando em alta voz; e muitos paralyticos e côxos eram curados.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grande alegria n'aquella cidade.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um certo varão, chamado Simão, que anteriormente exercera n'aquella cidade a arte magica, e tinha illudido a gente de Samaria, dizendo que era um grande personagem: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qual todos attendiam, desde o mais pequeno até ao maior, dizendo: Este é a grande virtude de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attendiam-n'o a elle, porque já desde muito tempo os havia illudido com artes magicas.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como crêram em Philippe que lhes prégava ácerca do reino de Deus, e do nome de Jesus Christo, se baptizavam, tanto homens como mulheres.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creu até o mesmo Simão; e, sendo baptizado, ficou de continuo com Philippe; e, vendo os signaes e as grandes maravilhas que se faziam, estava attonito.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apostolos, pois, que estavam em Jerusalem, ouvindo que Samaria recebera a palavra de Deus, enviaram-lhes Pedro e João.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quaes, tendo descido, oraram por elles para que recebessem o Espirito Sancto.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sobre nenhum d'elles tinha ainda descido; mas sómente eram baptizados em nome do Senhor Jesus.)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impozeram as mãos, e receberam o Espirito Sancto.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Simão, vendo que pela imposição das mãos dos apostolos se dava o Espirito Sancto, lhes offereceu dinheiro,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Dae-me tambem a mim esse poder, para que qualquer sobre quem eu pozer as mãos receba o Espirito Sancto.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disse-lhe Pedro: O teu dinheiro seja comtigo para perdição, pois cuidaste que o dom de Deus se alcança por dinheiro.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não tens parte nem sorte n'esta palavra, porque o teu coração não é recto diante de Deus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Arrepende-te pois d'essa tua iniquidade, e ora a Deus, para que porventura te seja perdoado o pensamento do teu coração;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vejo que estás em fel de amargura, e em laço de iniquidade.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Respondendo, porém, Simão, disse: Orae vós por mim ao Senhor, para que nada do que dissestes venha sobre mim.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elles pois testificado e fallado a palavra do Senhor, voltaram para Jerusalem, e em muitas aldeias dos samaritanos annunciaram o evangelho.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do Senhor fallou a Philippe, dizendo: Levanta-te, e vae para a banda do sul, ao caminho que desce de Jerusalem para Gaza, que é deserta.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levantou-se, e foi; e eis que um homem ethiope, eunucho, mordomo-mór de Candace, rainha dos ethiopes, o qual era superintendente de todos os seus thesouros, e tinha ido a Jerusalem a adorar,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Regressava, e, assentado no seu carro, lia o propheta Isaias.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Espirito a Philippe: Chega-te, e ajunta-te a esse carro.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correndo Philippe, ouviu que lia o propheta Isaias, e disse: Entendes tu o que lês?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Como o poderei eu, se alguem me não ensinar? E rogou a Philippe que subisse e com elle se assentasse.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logar da Escriptura que lia era este: Foi levado como a ovelha para o matadouro, e, como está mudo o cordeiro diante do que o tosquia, assim não abriu a sua bocca.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sua humilhação foi tirada a sua sentença; e quem contará a sua geração? porque a sua vida é tirada da terra.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o eunucho a Philippe, disse: Rogo-te, de quem diz isto o propheta? De si mesmo, ou d'algum outro?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Philippe, abrindo a sua bocca, e começando n'esta Escriptura, lhe annunciou a Jesus.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elles caminhando, chegaram ao pé d'alguma agua, e disse o eunucho: Eis aqui agua; que impede que eu seja baptizado?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Philippe: É licito, se crês de todo o coração. E, respondendo elle, disse: Creio que Jesus Christo é o Filho de Deus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 parar o carro, e desceram ambos á agua, tanto Philippe como o eunucho, e o baptizou.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sairam da agua, o Espirito do Senhor arrebatou a Philippe, e não o viu mais o eunucho; e, jubiloso, continuou o seu caminho.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Philippe achou-se em Azoto, e, indo passando, annunciou o evangelho em todas as cidades, até que chegou a Cesarea.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