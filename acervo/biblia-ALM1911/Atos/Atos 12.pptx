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aquelle mesmo tempo o rei Herodes estendeu as mãos sobre alguns da egreja, para os maltratar;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matou á espada Thiago, irmão de João.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que isso agradára aos judeos, continuou, mandando prender tambem a Pedro. E eram os dias dos asmos.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prendido, o encerrou na prisão, entregando-o a quatro quaternos de soldados, para que o guardassem, querendo apresental-o ao povo depois da paschoa.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Pedro, pois, era guardado na prisão; porém a egreja fazia continua oração por elle a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Herodes o havia de tirar, n'aquella mesma noite, estava Pedro dormindo entre dois soldados, ligado com duas cadeias, e os guardas diante da porta guardavam a prisão.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sobreveiu o anjo do Senhor, e resplandeceu uma luz na prisão; e, tocando a Pedro na ilharga, o despertou, dizendo: Levanta-te depressa. E cairam-lhe das mãos as cadeias.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anjo: Cinge-te, e ata as tuas alparcas. E elle o fez assim. Disse-lhe mais: Lança ás costas a tua capa, e segue-me.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saindo, o seguia. E não sabia que fosse verdade o que era feito pelo anjo, mas cuidava que via alguma visão.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passaram a primeira e segunda guarda, chegaram á porta de ferro, que dá para a cidade, a qual se lhes abriu por si mesma; e, tendo saido, andaram uma rua, e logo o anjo se apartou d'elle.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tornando a si, disse: Agora sei verdadeiramente que o Senhor enviou o seu anjo, e me livrou da mão de Herodes, e de tudo o que o povo dos judeos esperava.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considerando elle n'isto, foi a casa de Maria, mãe de João, que tinha por sobrenome Marcos, onde muitos estavam juntos e orando.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batendo Pedro á porta do pateo, uma menina chamada Rhode saiu a escutar;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conhecendo a voz de Pedro, de gozo não abriu a porta do pateo, mas, correndo para dentro, annunciou que Pedro estava fóra á porta do pateo.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Estás fóra de ti. Mas ella affirmava que assim era. E diziam: É o seu anjo.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Pedro perseverava em bater, e, quando abriram, viram-n'o, e se espantaram.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acenando-lhes elle com a mão para que se calassem, contou-lhes como o Senhor o tirára da prisão, e disse: Annunciae isto a Thiago e aos irmãos. E, saindo, partiu para outro logar.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dia, houve não pouco alvoroço entre os soldados sobre o que seria feito de Pedro.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Herodes o buscou e o não achou, feita inquirição aos guardas, mandou-os justiçar. E, partindo da Judea para Cesarea, ficou ali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Herodes estava irritado com os de Tyro e de Sidon; porém elles, vindo de commum accordo ter com elle, e persuadindo Blasto, que era o camarista do rei, pediam paz: porquanto o seu paiz sustentava-se do paiz do 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n'um dia designado, vestindo Herodes as vestes reaes, e assentado no tribunal, lhes fez uma pratica.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exclamava: Voz de Deus, e não de homem.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instante feriu-o o anjo do Senhor, porquanto não deu gloria a Deus, e, comido de bichos, expirou.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palavra de Deus crescia e se multiplicava.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Barnabé e Saulo, havendo cumprido aquelle serviço, voltaram de Jerusalem, levando tambem comsigo a João, que tinha por sobrenome Marcos.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