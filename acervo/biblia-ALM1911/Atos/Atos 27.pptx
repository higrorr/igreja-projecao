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se determinou que haviamos de navegar para a Italia, entregaram Paulo, e alguns outros presos, a um centurião por nome Julio, da cohorte augusta.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embarcando nós em um navio adramytino, partimos navegando pelos logares da Asia, estando comnosco Aristarcho, macedonio, de Thessalonica.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chegámos no dia seguinte a Sidon, e Julio, tratando Paulo humanamente, lhe permittiu ir ver os amigos, para que cuidassem d'elle.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d'ali, fomos navegando abaixo de Chypre, porquanto os ventos eram contrarios.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atravessado o mar, ao longo da Cilicia e Pamphylia, chegámos a Myrra, na Lycia.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achando ali o centurião um navio de Alexandria, que navegava para a Italia, nos fez embarcar n'elle.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já por muitos dias navegando vagarosamente, e havendo chegado apenas defronte de Cnido, não nos permittindo o vento ir mais adiante, navegámos abaixo de Creta, junto de Salmone.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costeando-a difficilmente, chegámos a um certo logar chamado Bons Portos, perto do qual estava a cidade de Lasca.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passado muito tempo, e sendo já perigosa a navegação, porquanto já tambem o jejum tinha passado, Paulo os admoestava,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Dizendo-lhes: Varões, vejo que a navegação ha de ser incommoda, e com muito damno, não só para o navio e carga, mas tambem para as nossas vidas.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centurião cria mais no piloto e no mestre, do que no que dizia Paulo.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sendo aquelle porto commodo para invernar, os mais d'elles foram de parecer que se partisse d'ali para ver se podiam chegar a Phenix, que é um ponto de Creta que olha para a banda do vento da Africa e do Coro, e invernar ali.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soprando o sul brandamente, lhes pareceu terem já o que desejavam, e, fazendo-se de vela, foram de muito perto costeando Creta.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muito depois deu n'ella um pé de vento, chamado euro-aquilão.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o navio arrebatado por elle, e não podendo navegar contra o vento, dando de mão a tudo, nos deixámos ir á tôa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correndo abaixo de uma pequena ilha chamada Clauda, apenas podémos ganhar o batel,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Levado para cima o qual, usaram de todos os remedios, cingindo o navio; e, temendo darem á costa na Syrte, amainadas as vélas, assim foram á tôa.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andando nós agitados por uma vehemente tempestade, no dia seguinte alliviaram o navio.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terceiro dia nós mesmos, com as nossas proprias mãos, lançámos ao mar a armação do navio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não apparecendo, havia já muitos dias, nem sol nem estrellas, e opprimindo-nos uma não pequena tempestade, fugiu-nos toda a esperança de nos salvarmos.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já muito que se não comia, então Paulo, pondo-se em pé no meio d'elles, disse: Fôra na verdade razoavel, ó varões, ter-me ouvido a mim e não partir de Creta, e evitar assim este incommodo e esta perdição.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 vos admoesto a que tenhaes bom animo, porque não se perderá a vida de nenhum de vós, mas sómente o navio.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 mesma noite o anjo de Deus, de quem eu sou, e a quem sirvo, esteve comigo,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Paulo, não temas: importa que sejas apresentado a Cesar, e eis que Deus te deu todos quantos navegam comtigo.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ó varões, tende bom animo; porque creio em Deus, que ha de acontecer assim como a mim me foi dito.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é necessario irmos dar n'uma ilha.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chegou a decima quarta noite, sendo impellidos de uma e outra banda no mar Adriatico, lá pela meia noite suspeitaram os marinheiros de que estavam proximos d'alguma terra.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lançando o prumo, acharam vinte braças; e, passando um pouco mais adiante, tornando a lançar o prumo, acharam quinze braças.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temendo ir dar em alguns rochedos, lançaram da pôpa quatro ancoras, desejando que viesse o dia.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Procurando, porém, os marinheiros fugir do navio, e deitando o batel ao mar, como que querendo lançar as ancoras pela prôa,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Paulo ao centurião e aos soldados: Se estes não ficarem no navio, não podereis salvar-vos.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soldados cortaram os cabos do batel, e o deixaram cair.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entretanto que o dia vinha, Paulo exhortava a todos a que comessem alguma coisa, dizendo: É já hoje o decimo quarto dia que esperaes, e permaneceis sem comer, não havendo provado nada.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exhorto-vos a que comaes alguma coisa, pois importa para a vossa saude; porque nem um cabello da cabeça de qualquer de vós cairá.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dito isto, tomando o pão, deu graças a Deus na presença de todos; e, partindo-o, começou a comer.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já todos bom animo, pozeram-se tambem a comer.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eramos por todos no navio duzentas e setenta e seis almas.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refeitos já da comida, alliviaram o navio, lançando o trigo ao mar.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já dia, não conheceram a terra; porém enxergaram uma enseada que tinha praia, e consultaram-se sobre se deveriam encalhar n'ella o navio.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 as ancoras, deixaram-n'o ir ao mar, largando tambem as amarras do leme; e, alçando a véla maior ao vento, dirigiram-se para a praia.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Dando, porém, em logar de dois mares, encalharam ali o navio; e, fixa a prôa, ficou immovel, porém a pôpa abria-se com a força das ondas.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conselho dos soldados foi que matassem os presos para que nenhum fugisse, escapando a nado.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centurião, querendo salvar a Paulo, lhes estorvou este intento; e mandou que os que podessem nadar se lançassem primeiro ao mar, e se salvassem em terra;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demais, uns em taboas e outros em coisas do navio. E assim aconteceu que todos se salvaram em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