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Agrippa disse a Paulo: Permitte-se-te fallar por ti mesmo. Então Paulo, estendendo a mão em sua defeza, respondeu: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Tenho-me por venturoso, ó rei Agrippa, de que perante ti me haja hoje de defender de todas as coisas de que sou accusado pelos judeos;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Mórmente sabendo eu que tens noticia de todos os costumes e questões que ha entre os judeos; pelo que te rogo que me ouças com paciencia.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vida, pois, desde a mocidade, qual haja sido, desde o principio, em Jerusalem, entre os da minha nação, todos os judeos sabem: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conhecimento de mim desde o principio (se o quizerem testificar), como, conforme a mais severa seita da nossa religião, vivi phariseo.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pela esperança da promessa que por Deus foi feita a nossos paes estou aqui e sou julgado.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qual as nossas doze tribus esperam chegar, servindo a Deus continuamente, noite e dia. Por esta esperança, ó rei Agrippa, eu sou accusado pelos judeos.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que? julga-se coisa incrivel entre vós que Deus resuscite os mortos?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tinha eu imaginado que contra o nome de Jesus nazareno devia eu praticar muitos actos: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tambem fiz em Jerusalem. E, havendo recebido poder dos principaes dos sacerdotes, encerrei muitos dos sanctos nas prisões; e quando os matavam eu dava o meu voto.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castigando-os muitas vezes por todas as synagogas, os forcei a blasphemar. E, enfurecido demasiadamente contra elles, até nas cidades estranhas os persegui.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indo então a Damasco, com poder e commissão dos principaes dos sacerdotes,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meio dia, ó rei, vi no caminho uma luz do céu, que excedia o esplendor do sol, a qual me rodeiou a mim e aos que iam comigo, com sua claridade.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caindo nós todos por terra, ouvi uma voz que me fallava, e em lingua hebraica dizia: Saulo, Saulo, porque me persegues? Dura coisa te é recalcitrar contra os aguilhões.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eu: Quem és, Senhor? E elle respondeu: Eu sou Jesus, a quem tu persegues;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levanta-te e põe-te sobre teus pés, porque te appareci para isto; para te pôr por ministro e testemunha tanto das coisas que tens visto como d'aquellas pelas quaes te apparecerei: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Livrando-te d'este povo, e dos gentios, a quem agora te envio,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lhes abrires os olhos, e das trevas os converteres á luz, e do poder de Satanaz a Deus; para que recebam a remissão dos peccados, e sorte entre os sanctificados pela fé em mim.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ó rei Agrippa, não fui desobediente á visão celestial.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annunciei primeiramente aos que estão em Damasco e em Jerusalem, e por toda a terra da Judea, e aos gentios, que se emendassem e se convertessem a Deus, fazendo obras dignas de arrependimento.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d'isto os judeos lançaram mão de mim no templo, e procuraram matar-me.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alcançando soccorro de Deus, ainda até ao dia de hoje permaneço, testificando tanto a pequenos como a grandes, não dizendo nada mais do que o que os prophetas e Moysés disseram que devia acontecer,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é, que o Christo devia padecer, e, sendo o primeiro da resurreição dos mortos, devia annunciar a luz a este povo e aos gentios.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 elle isto em sua defeza, disse Festo em alta voz: Deliras, Paulo: as muitas lettras te fazem delirar.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disse: Não deliro ó potentissimo Festo; antes fallo palavras de verdade e de um são juizo.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rei, diante de quem fallo com ousadia, sabe estas coisas, pois não creio que nada d'isto se lhe occulte; porque isto não se fez em qualquer canto.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Crês tu nos prophetas, ó rei Agrippa? Bem sei que crês.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Agrippa a Paulo: Por pouco não me persuades a que me faça christão.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Paulo: Prouvera a Deus que, ou por pouco ou por muito, não sómente tu, mas tambem todos quantos hoje me estão ouvindo, se tornassem taes qual eu sou, excepto estas cadeias.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 elle isto, se levantou o rei, e o presidente, e Berenice, e os que com elles estavam assentados.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apartando-se a uma banda, fallavam uns com os outros, dizendo: Este homem nada fez digno de morte ou de prisões.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Agrippa disse a Festo: Bem podia soltar-se este homem, se não houvera appellado para Cesar.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