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Fiz o primeiro tratado, ó Theophilo, ácerca de todas as coisas que Jesus começou, não só a fazer, mas a ensinar,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ao dia em que foi recebido em cima, depois de ter dado mandamentos, pelo Espirito Sancto, aos apostolos que escolhera;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quaes tambem, depois de ter padecido, se apresentou vivo, com muitas e infalliveis provas, sendo visto por elles por espaço de quarenta dias, e fallando do que respeita ao reino de Deus.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ajuntando-os, determinou-lhes que não se ausentassem de Jerusalem, mas que esperassem a promessa do Pae que (disse elle) de mim ouvistes.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na verdade, João baptizou com agua, porém vós sereis baptizados com o Espirito Sancto, não muito depois d'estes dias.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Aquelles pois que se haviam ajuntado perguntaram-lhe, dizendo: Senhor, restaurarás tu n'este tempo o reino a Israel?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Não vos pertence saber os tempos ou as estações que o Pae poz em seu proprio poder.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recebereis a virtude do Espirito Sancto, que ha de vir sobre vós; e ser-me-heis testemunhas, tanto em Jerusalem como em toda a Judea e Samaria, e até aos confins da terra.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 dito estas coisas, vendo-o elles, foi elevado ás alturas, e uma nuvem o recebeu, occultando-o a seus olhos.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estando elles com os olhos fitos no céu, emquanto elle ia subindo, eis que junto d'elles se pozeram dois varões vestidos de branco,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 então disseram: Varões galileos, porque estaes olhando para o céu? Esse Jesus, que d'entre vós foi recebido acima no céu, ha de vir assim como para o céu o vistes 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voltaram para Jerusalem, do monte chamado das Oliveiras, o qual está perto de Jerusalem, á distancia do caminho de um sabbado.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entrando, subiram ao cenaculo, onde ficaram Pedro e Thiago, João e André, Philippe e Thomé, Bartholomeo e Matheus, Thiago, filho de Alpheo, Simão, o zelador, e Judas, irmão de Thiago.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estes perseveravam unanimemente em orações e supplicas, com as mulheres, e Maria mãe de Jesus, e com seus irmãos.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n'aquelles dias, levantando-se Pedro no meio dos discipulos, disse (ora a multidão junta era de quasi cento e vinte pessoas):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Varões irmãos, convinha que se cumprisse a Escriptura que o Espirito Sancto predisse pela bocca de David, ácerca de Judas, que foi o guia d'aquelles que prenderam a Jesus;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foi contado comnosco e alcançou sorte n'este ministerio.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este adquiriu um campo com o galardão da iniquidade; e, precipitando-se, arrebentou pelo meio, e todas as suas entranhas se derramaram.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notorio a todos os que habitam em Jerusalem; de maneira que na sua propria lingua esse campo se chama Aceldama, isto é, Campo de sangue: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no livro dos Psalmos está escripto: Fique deserta a sua habitação, e não haja quem n'ella habite, e tome outro o seu bispado.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necessario pois que, dos varões que conviveram comnosco todo o tempo em que o Senhor Jesus entrou e saiu d'entre nós,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Começando desde o baptismo de João até ao dia em que d'entre nós foi recebido em cima, um d'elles se faça comnosco testemunha da sua resurreição.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apresentaram dois: José, chamado Barsabbás, que tinha por sobrenome o Justo, e Matthias.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orando, disseram: Tu, Senhor, conhecedor dos corações de todos, mostra qual d'estes dois tens escolhido,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tome parte n'este ministerio e apostolado, de que Judas se desviou, para ir para o seu proprio logar.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lançaram-lhes sortes, e caiu a sorte sobre Matthias. E por voto commum foi contado com os onze apostolos.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