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que cessou o alvoroço, Paulo chamou para si os discipulos, e, abraçando-os, saiu para a Macedonia.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andado por aquellas partes, e exhortando-os com muitas palavras, veiu á Grecia.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ali tres mezes, e sendo-lhe pelos judeos postas ciladas, havendo de navegar para a Syria, determinou voltar pela Macedonia.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acompanhou-o, até á Asia, Sopater, de Berea, e, dos de Thessalonica, Aristarcho, e Segundo, e Gaio de Derbe, e Timotheo, e, dos da Asia, Tychico e Trophimo.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Estes, indo adiante, nos esperaram em Troas.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dos dias dos pães asmos, navegámos de Philippos, e em cinco dias fomos ter com elles a Troas, onde estivemos sete dias.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primeiro dia da semana, ajuntando-se os discipulos para partir o pão, Paulo, que havia de partir no dia seguinte, discursava com elles; e alargou a pratica até á meia noite.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muitas luzes no cenaculo onde estavam juntos.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um certo mancebo, por nome Eutycho, assentado n'uma janella, caiu, tomado de um somno profundo que lhe sobreveiu durante o extenso discurso de Paulo, desde o terceiro andar; e foi levantado morto.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Paulo, porém, descendo, inclinou-se sobre elle, e, abraçando-o, disse: Não vos perturbeis, que a sua alma n'elle está.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subindo, e partindo o pão, e comendo, e fallando-lhes largamente até á alvorada, assim partiu.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levaram vivo o mancebo, e ficaram não pouco consolados.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porém, subindo ao navio, navegámos até Asson, onde deviamos receber a Paulo, porque assim o ordenara, indo elle por terra.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logo que se ajuntou comnosco em Asson, tomámol-o, e fomos a Mitylene: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navegando d'ali, chegámos no dia seguinte defronte de Chio, e no outro aportámos a Samos, e, ficando em Trogyllio, chegámos no dia seguinte a Mileto.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Paulo tinha determinado passar adiante de Epheso, para não gastar tempo na Asia. Apressava-se pois para, se lhe fosse possivel, estar em Jerusalem no dia de pentecostes.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Mileto mandou a Epheso, a chamar os anciãos da egreja.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logo que chegaram junto d'elle disse-lhes: Vós bem sabeis, desde o primeiro dia em que entrei na Asia, o modo como em todo esse tempo me portei no meio de vós,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Servindo ao Senhor com toda a humildade, e com muitas lagrimas e tentações, que pelas ciladas dos judeos me teem sobrevindo.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nada, que util vos fosse, deixei de vos annunciar, e ensinar publicamente e pelas casas: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Testificando, tanto aos judeos como aos gregos, a conversão a Deus, e a fé em nosso Senhor Jesus Christo.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agora, eis que, ligado eu pelo espirito, vou para Jerusalem, não sabendo o que lá me ha de acontecer.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Senão que o Espirito Sancto de cidade em cidade me testifica, dizendo que me esperam prisões e tribulações.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 nenhuma coisa faço caso, e nem a minha vida tenho por preciosa, comtanto que cumpra com alegria a minha carreira, e o ministerio que recebi do Senhor Jesus, para dar testemunho do evangelho da graça de Deus.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agora, eis-que bem sei que todos vós, por quem passei prégando o reino de Deus, não vereis mais o meu rosto.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no dia de hoje, vos protesto que estou limpo do sangue de todos.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nunca deixei de annunciar-vos todo o conselho de Deus.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 pois por vós, e por todo o rebanho sobre que o Espirito Sancto vos constituiu bispos, para apascentardes a egreja de Deus, a qual alcançou com seu proprio sangue.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sei isto: que, depois da minha partida, entrarão entre vós lobos crueis, que não perdoarão ao rebanho.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d'entre vós mesmos se levantarão homens que fallarão coisas perversas, para attrahirem os discipulos após si.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vigiae, lembrando-vos de que, durante tres annos, não cessei, de noite e de dia, de admoestar com lagrimas a cada um de vós.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irmãos, encommendo-vos a Deus e á palavra da sua graça; o qual é poderoso para vos edificar e dar herança entre todos os sanctificados.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ninguem cubicei a prata, nem o oiro, nem o vestido.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mesmos sabeis que para o que me era necessario a mim, e aos que estão comigo, estas mãos me serviram.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Tenho-vos mostrado em tudo que, trabalhando assim, é necessario supportar os enfermos, e lembrar as palavras do Senhor Jesus, que disse: Mais bemaventurada coisa é dar do que receber.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dito isto, pondo-se de joelhos, orou com todos elles.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um grande pranto entre todos, e, lançando-se ao pescoço de Paulo, o beijavam,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Entristecendo-se muito, principalmente pela palavra que dissera, que não veriam mais o seu rosto. E acompanharam-n'o até ao navio.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