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em Iconio entraram juntos na synagoga dos judeos, e fallaram de tal modo, que creu uma grande multidão, não só de judeos mas de gregos.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judeos incredulos incitaram e irritaram, contra os irmãos, os animos dos gentios.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Detiveram-se pois muito tempo, fallando ousadamente no Senhor, o qual dava testemunho á palavra da sua graça, permittindo que por suas mãos se fizessem signaes e prodigios.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dividiu-se a multidão da cidade; e uns eram pelos judeos, e outros pelos apostolos.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um motim, tanto dos judeos como dos gentios, com os seus principaes, para os insultarem e apedrejarem,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Entendendo-o elles, acolheram-se a Lystra e Derbe, cidades de Lycaonia, e á provincia circumvisinha;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prégavam o Evangelho.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assentado em Lystra um certo varão leso dos pés, côxo desde o ventre de sua mãe, o qual nunca tinha andado.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ouviu fallar Paulo, que, fixando n'elle os olhos, e vendo que tinha fé para ser curado,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em voz alta: Levanta-te direito sobre teus pés. E elle saltou e andou.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multidões, vendo o que Paulo fizera, levantaram a sua voz, dizendo em lingua lycaonica: Fizeram-se os deuses similhantes aos homens, e desceram até nós.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chamavam Jupiter a Barnabé, e Mercurio a Paulo; porque este era o que fallava.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de Jupiter, que estava em frente da cidade, trazendo para a entrada da porta toiros e grinaldas, queria com a multidão sacrificar-lhes.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Ouvindo, porém, isto os apostolos Barnabé e Paulo, rasgaram os seus vestidos, e saltaram entre a multidão, clamando,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Varões, porque fazeis essas coisas? Nós tambem somos homens como vós, sujeitos ás mesmas paixões, e vos annunciamos que vos convertaes d'essas vaidades ao Deus vivo, que fez o céu, e a terra, e o mar, e tudo quanto ha n'elles;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 tempos passados deixou andar todas as gentes em seus caminhos.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que, apezar d'isso, nunca se deixou a si mesmo sem testemunho, beneficiando lá do céu, dando-nos chuvas e tempos fructiferos, enchendo de mantimento e de alegria os nossos corações.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isto, com difficuldade impediram que as multidões lhes sacrificassem.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Sobrevieram, porém, alguns judeos de Antiochia e de Iconio, e, persuadindo a multidão, apedrejaram a Paulo, e o arrastaram para fóra da cidade, cuidando que estava morto.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rodeando-o os discipulos, levantou-se, e entrou na cidade, e no dia seguinte saiu com Barnabé para Derbe.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annunciado o evangelho áquella cidade, e feito muitos discipulos, voltaram para Lystra, e Iconio, e Antiochia,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Confirmando os animos dos discipulos, exhortando-os a permanecer na fé, e dizendo que por muitas tribulações nos importa entrar no reino de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havendo-lhes, por commum consentimento, eleito anciãos em cada egreja, orando com jejuns, os encommendaram ao Senhor em quem haviam crido.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depois por Pisidia, dirigiram-se a Pamphylia.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annunciado a palavra em Perge, desceram a Attalia.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navegaram para Antiochia, d'onde tinham sido encommendados á graça de Deus para a obra que já haviam cumprido.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chegaram e reuniram a egreja, relataram quão grandes coisas Deus fizera por elles, e como abrira aos gentios a porta da fé.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ficaram ali não pouco tempo com os discipulos.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