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partiu Paulo de Athenas, e chegou a Corintho.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achando um certo judeo por nome Aquila, natural do Ponto, que havia pouco que tinha vindo da Italia, e Priscilla, sua mulher (porquanto Claudio tinha mandado que todos os judeos saissem de Roma), se ajuntou com elles,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porque era do mesmo officio, ficou com elles, e trabalhava; pois tinham por officio fazer tendas.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sabbado disputava na synagoga, e persuadia a judeos e gregos.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Silas e Timotheo desceram da Macedonia, foi Paulo constrangido pelo Espirito, testificando aos judeos que Jesus era o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resistindo e blasphemando elles, sacudiu os vestidos, e disse-lhes: O vosso sangue seja sobre a vossa cabeça; eu estou limpo, e desde agora parto para os gentios.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d'ali, entrou em casa de um, por nome Justo, que servia a Deus, cuja casa estava junto da synagoga.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Crispo, principal da synagoga, creu no Senhor com toda a sua casa; e muitos dos corinthios, ouvindo-o, crêram e foram baptizados.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em visão a Paulo: Não temas, mas falla, e não te cales;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estou comtigo, e ninguem lançará mão de ti para te fazer mal, porque tenho muito povo n'esta cidade.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ficou ali um anno e seis mezes, ensinando entre elles a palavra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sendo Gallio proconsul da Achaia, levantaram-se os judeos concordemente contra Paulo, e o levaram ao tribunal,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Este persuade os homens a servir a Deus contra a lei.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querendo Paulo abrir a bocca, disse Gallio aos judeos: Se houvesse, ó judeos, algum aggravo ou crime enorme, com razão vos soffreria,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 questão é de palavras, e de nomes, e da lei que entre vós ha, vêde-o vós mesmos: porque eu não quero ser juiz d'essas coisas.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lançou-os do tribunal.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tomando todos os gregos a Sosthenes, principal da synagoga, o feriram diante do tribunal; e a Gallio nada d'estas coisas se lhe davam.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Paulo, ficando ainda ali muitos dias, despediu-se dos irmãos e d'ali navegou para a Syria, e com elle Priscilla e Aquila, tendo tosquiado a cabeça em Cenchrea, porque tinha voto.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Epheso, e deixou-os ali; porém elle, entrando na synagoga, disputava com os judeos.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rogando-lhe elles que ficasse com elles por mais algum tempo, não conveiu n'isso.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se despediu d'elles, dizendo: É-me necessario em todo o caso guardar em Jerusalem a festa que se approxima; mas, querendo Deus, outra vez voltarei para vós. E partiu de Epheso.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 Cesarea, subiu a Jerusalem, e, saudando a egreja, desceu a Antiochia.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ali algum tempo, partiu, passando successivamente pela provincia da Galacia e Phrygia, confirmando a todos os discipulos.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Epheso um certo judeo chamado Apollo, natural d'Alexandria, varão eloquente e poderoso nas Escripturas.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era instruido no caminho do Senhor, e, fervoroso de espirito, fallava e ensinava diligentemente as coisas do Senhor, conhecendo sómente o baptismo de João.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começou a fallar ousadamente na synagoga; e, ouvindo-o Priscilla e Aquila, o levaram comsigo, e lhe declararam mais pontualmente o caminho de Deus.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querendo elle passar á Achaia, exhortando-o os irmãos, escreveram aos discipulos que o recebessem; o qual, tendo chegado, aproveitou muito aos que pela graça criam.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grande vehemencia convencia publicamente os judeos, mostrando pelas Escripturas que Jesus era o Christo.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