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cinco dias depois o summo sacerdote Ananias desceu com os anciãos, e um certo Tertullo, orador, os quaes compareceram perante o presidente contra Paulo.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citado, Tertullo começou a accusal-o,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ti tenhamos tanta paz e que, por tua prudencia, a este povo se façam muitos e louvaveis serviços, sempre e em todo o logar, ó potentissimo Felix, com todo o agradecimento o reconhecemos.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para que te não detenha muito, rogo-te que brevemente, conforme a tua equidade, nos ouças: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temos achado que este homem é uma peste, e levantador de sedições entre todos os judeos, por todo o mundo; e o principal defensor da seita dos nazarenos;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intentou tambem profanar o templo: ao qual tambem prendemos, e conforme a nossa lei o quizemos julgar.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sobrevindo o tribuno Lysias, nol-o tirou d'entre as mãos com grande violencia: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Mandando aos seus accusadores que viessem a ti: do qual tu mesmo, examinando-o, poderás entender tudo o de que o accusamos.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os judeos consentiram, dizendo serem estas coisas assim.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Paulo, fazendo-lhe o presidente signal que fallasse, respondeu: Porque sei que já vae para muitos annos que d'esta nação és juiz, com tanto melhor animo respondo por mim.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bem podes entender que não ha mais de doze dias que subi a Jerusalem a adorar;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me acharam no templo fallando com alguem, nem amotinando o povo nas synagogas, nem na 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podem provar as coisas de que agora me accusam.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confesso-te isto: que, conforme aquelle caminho que chamam seita, assim sirvo ao Deus de nossos paes, crendo tudo quanto está escripto na lei e nos prophetas.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esperança em Deus, como estes mesmos tambem, esperam, de que ha de haver resurreição de mortos, assim dos justos como dos injustos.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isso procuro sempre ter uma consciencia sem offensa, tanto para com Deus como para com os homens.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muitos annos depois, vim trazer á minha nação esmolas e offertas.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me acharam já sanctificado no templo, não com gente, nem com alvoroços, uns certos judeos da Asia,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convinha que estivessem presentes perante ti, e me accusassem, se alguma coisa contra mim tivessem.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digam estes mesmos, se acharam em mim alguma iniquidade, quando compareci perante o conselho.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Senão só estas palavras, que estando entre elles, clamei: Hoje sou julgado por vós ácerca da resurreição dos mortos.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Felix, havendo ouvido estas coisas, lhes poz dilação, dizendo: Havendo-me informado melhor d'este caminho, quando o tribuno Lysias tiver descido, então tomarei inteiro conhecimento dos vossos negocios.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ao centurião que guardassem a Paulo, e estivesse com alguma liberdade, e que a ninguem dos seus prohibisse servil-o ou vir ter com elle.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dias depois, vindo Felix com sua mulher Drusilla, que era judia, mandou chamar a Paulo, e ouviu-o ácerca da fé em Christo.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tratando elle da justiça, e da temperança, e do juizo vindouro, Felix, espavorido, respondeu: Por agora vae-te, e em tendo opportunidade te chamarei.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tambem juntamente que Paulo lhe désse dinheiro, para que o soltasse; pelo que tambem muitas vezes o mandava chamar, e fallava com elle.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cumpridos dois annos, Felix teve por successor a Porcio Festo; e, querendo Felix comprazer aos judeos, deixou a Paulo preso.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