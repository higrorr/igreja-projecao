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emquanto Apollo estava em Corintho, Paulo, tendo passado por todas as regiões superiores, chegou a Epheso; e, achando ali alguns discipulos,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Disse-lhes: Recebestes vós já o Espirito Sancto quando crêstes? E elles disseram-lhe: Antes nem ainda ouvimos que haja Espirito Sancto.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então: Em que sois baptizados então? E elles disseram: No baptismo de João.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Paulo disse: Certamente João baptizou com o baptismo do arrependimento, dizendo ao povo que crêsse no que após elle havia de vir, isto é, em Jesus Christo.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ouviram foram baptizados em nome do Senhor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impondo-lhes Paulo as mãos, veiu sobre elles o Espirito Sancto; e fallavam diversas linguas, e prophetizavam.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eram, ao todo, quasi doze varões.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na synagoga, fallou ousadamente por espaço de tres mezes, disputando e persuadindo ácerca do reino de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endurecendo-se alguns, e não obedecendo, e fallando mal do caminho do Senhor perante a multidão, retirou-se d'elles, e separou os discipulos, disputando todos os dias na escola de um certo Tyranno.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durou isto por espaço de dois annos; de tal maneira que todos os que habitavam na Asia, ouviram a palavra do Senhor Jesus, assim judeos como gregos.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 pelas mãos de Paulo fazia maravilhas extraordinarias.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tal maneira que até os lenços e aventaes do seu corpo se levavam aos enfermos, e as enfermidades fugiam d'elles, e os espiritos malignos sahiam.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dos exorcistas judeos vagabundos tentavam invocar o nome do Senhor Jesus sobre os que tinham espiritos malignos, dizendo: Esconjuramos-vos por Jesus a quem Paulo préga.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faziam isto eram sete filhos de Sceva, judeo, principal dos sacerdotes.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Respondendo, porém, o espirito maligno, disse: Conheço a Jesus, e bem sei quem é Paulo; porém vós quem sois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saltando n'elles o homem em que estava o espirito maligno, e assenhoreando-se d'elles, poude mais do que elles; de tal maneira que, nús e feridos, fugiram d'aquella casa.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isto notorio a todos os que habitavam em Epheso, tanto judeos como gregos; e caiu temor sobre todos elles, e o nome do Senhor Jesus era engrandecido.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dos que criam vinham, confessando e publicando os seus feitos.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muitos dos que seguiam artes curiosas trouxeram os seus livros, e os queimaram na presença de todos, e, feita a conta do seu preço, acharam que montava a cincoenta mil peças de prata.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 palavra do Senhor crescia poderosamente e prevalecia.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cumpridas estas coisas, Paulo propoz-se, em espirito, ir a Jerusalem, passando pela Macedonia e pela Achaia, dizendo: Depois que houver estado ali, importa-me vêr tambem Roma.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enviando á Macedonia dois d'aquelles que o serviam, Timotheo e Erasto, ficou elle por algum tempo na Asia.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n'aquelle mesmo tempo, houve um não pequeno alvoroço ácerca do caminho do Senhor.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um certo ourives da prata, por nome Demetrio, que fazia de prata nichos de Diana, dava não pouco lucro aos artifices,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quaes, havendo-os ajuntado com os officiaes de obras similhantes, disse: Varões, vós bem sabeis que d'este officio temos a nossa prosperidade: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 vêdes e ouvis que não só em Epheso, mas até quasi em toda a Asia, este Paulo tem persuadido e afastado uma grande multidão, dizendo que não são deuses os que se fazem com as mãos.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sómente ha o perigo de que isto venha a servir-nos de desprezo, mas tambem de que o proprio templo da grande deusa Diana seja estimado em nada, e de que a sua magestade, a qual toda a Asia e o mundo inteiro veneram, venha a ser destruida.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ouvindo-o, encheram-se de ira, e clamaram, dizendo: Grande é a Diana dos ephesios.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encheu-se de confusão toda a cidade; e unanimes arremetteram ao theatro, arrebatando comsigo a Gaio e a Aristarcho, macedonios, companheiros de Paulo na viagem.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querendo Paulo apresentar-se ao povo, não lh'o permittiram os discipulos.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alguns dos principaes da Asia, que eram seus amigos, lhe enviaram, rogando que não se apresentasse no theatro.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Uns pois clamavam de uma maneira, outros d'outra, porque o ajuntamento era confuso; e os mais d'elles não sabiam por que causa se tinham ajuntado.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tiraram Alexandre d'entre a multidão, impellindo-o os judeos para diante; e Alexandre, acenando com a mão, queria dar razão d'isto ao povo.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conhecendo que era judeo, todos unanimemente levantaram a voz, clamando por espaço de quasi duas horas: Grande é a Diana dos ephesios.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escrivão da cidade, tendo apaziguado a multidão, disse: Varões ephesios, qual é o homem que não sabe que a cidade dos ephesios é a guardadora do templo da grande deusa Diana, e da imagem que desceu de Jupiter?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não podendo isto ser contradito, convém que vos applaqueis, e nada façaes temerariamente;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estes homens que aqui trouxestes nem são sacrilegos nem blasphemam da vossa deusa: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Demetrio e os artifices que estão com elle teem alguma coisa contra alguem, dão-se audiencias e ha proconsules: que se accusem uns aos outros;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alguma outra coisa demandaes, averiguar-se-ha em legitimo ajuntamento.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corremos perigo de que, por hoje, sejamos accusados de sedição, não havendo causa alguma com que possamos justificar este concurso.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19:41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dito isto, despediu o ajuntamento.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