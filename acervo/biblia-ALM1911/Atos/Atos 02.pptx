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cumprindo-se o dia de Pentecostes, estavam todos concordemente reunidos.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 repente veiu do céu um som, como de um vento vehemente e impetuoso, e encheu toda a casa em que estavam assentados.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foram vistas por elles linguas repartidas, como que de fogo, e pousaram sobre cada um d'elles.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foram cheios do Espirito Sancto, e começaram a fallar n'outras linguas, conforme o Espirito Sancto lhes concedia que fallassem.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Jerusalem estavam habitando judeos, varões religiosos, de todas as nações que estão debaixo do céu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correndo aquella voz, ajuntou-se a multidão, e estava confusa, porque cada um os ouvia fallar na sua propria lingua.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pasmavam e se maravilhavam, dizendo uns aos outros: Pois que! não são galileos todos esses homens que estão fallando?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pois os ouvimos, cada um, na nossa propria lingua em que somos nascidos?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Parthos e medas, elamitas e os que habitam na Mesopotamia, e Judea, e Cappadocia, Ponto e Asia,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Phrygia e Pamphylia, Egypto e partes da Lybia, junto a Cyrene, e forasteiros romanos, tanto judeos como proselytos.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Cretenses e arabes, ouvimos todos em nossas proprias linguas fallar das grandezas de Deus.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se maravilhavam e estavam suspensos, dizendo uns para os outros: Que quer isto dizer?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outros, zombando, diziam: Estão cheios de mosto.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Pedro, pondo-se em pé com os onze, levantou a sua voz, e disse-lhes: Varões judeos, e todos os que habitaes em Jerusalem, seja-vos isto conhecido, e escutae as minhas palavras;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Estes homens não estão embriagados, como vós pensaes, sendo a terceira hora do dia.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isto é o que foi dito pelo propheta Joel: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ultimos dias acontecerá, diz Deus, que do meu Espirito derramarei sobre toda a carne; e os vossos filhos e as vossas filhas prophetizarão, os vossos mancebos terão visões, e os vossos velhos sonharão sonhos;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tambem do meu Espirito derramarei sobre os meus servos e as minhas servas n'aquelles dias, e prophetizarão;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farei apparecer prodigios nas alturas, no céu; e signaes em baixo na terra, sangue, fogo e vapor de fumo: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sol se converterá em trevas, e a lua em sangue, antes de chegar o grande e illustre dia do Senhor;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acontecerá que todo aquelle que invocar o nome do Senhor será salvo.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Varões israelitas, escutae estas palavras: A Jesus Nazareno, varão approvado por Deus entre vós com maravilhas, prodigios e signaes, que Deus por elle fez no meio de vós, como vós mesmos bem sabeis: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este, sendo entregue pelo determinado conselho e presciencia de Deus, tomando-o vós, o crucificastes e matastes pelas mãos de injustos: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qual Deus resuscitou, soltas as dôres da morte, pois não era possivel que fosse retido por ella;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d'elle disse David: Sempre via diante de mim ao Senhor, porque está á minha direita, para que eu não seja commovido: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2:26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isso se alegrou o meu coração, e a minha lingua exultou; e ainda a minha carne ha de repousar em esperança;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2:27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 não deixarás a minha alma no inferno, nem permittirás que o teu Sancto veja a corrupção: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2:28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Fizeste-me conhecidos os caminhos da vida; com a tua face me encherás de jubilo.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2:29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Varões irmãos, seja-me licito dizer-vos livremente ácerca do patriarcha David, que elle morreu e foi sepultado, e entre nós está até hoje a sua sepultura.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2:30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Sendo pois elle propheta, e sabendo que Deus lhe havia promettido com juramento que do fructo de seus lombos, segundo a carne, levantaria o Christo, para o assentar sobre o seu throno,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2:31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Prevendo isto, fallou da resurreição de Christo, dizendo que a sua alma não foi deixada no inferno, nem a sua carne viu a corrupção.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2:32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resuscitou a este Jesus, do que todos nós somos testemunhas.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que, exaltado já pela dextra de Deus, e recebendo do Pae a promessa do Espirito Sancto, derramou isto que vós agora vêdes e ouvis.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2:34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David não subiu aos céus, mas diz: Disse o Senhor ao meu Senhor: Assenta-te á minha direita,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2:35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que ponha os teus inimigos por escabello de teus pés.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2:36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Saiba pois com certeza toda a casa d'Israel que a esse Jesus, a quem vós crucificastes, Deus o fez Senhor e Christo.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2:37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elles estas coisas, compungiram-se em seu coração, e disseram a Pedro e aos demais apostolos: Que faremos, varões irmãos?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2:38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disse-lhes Pedro: Arrependei-vos, e cada um de vós seja baptizado em nome de Jesus Christo, para perdão dos peccados; e recebereis o dom do Espirito Sancto;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2:39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 promessa vos pertence, a vós, a vossos filhos, e a todos os que estão longe: a tantos quantos Deus nosso Senhor chamar.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2:40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com muitas outras palavras testificava e os exhortava, dizendo: Salvae-vos d'esta geração perversa.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2:41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sorte que foram baptizados os que de bom grado receberam a sua palavra; e n'aquelle dia ajuntaram-se á egreja quasi tres mil almas;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2:42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perseveravam na doutrina dos apostolos, e na communhão, e no partir do pão e nas orações.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2:43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em toda a alma havia temor, e muitas maravilhas e signaes se faziam pelos apostolos.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2:44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todos os que criam estavam juntos, e tinham tudo em commum.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2:45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vendiam suas propriedades e fazendas, e repartiam com todos, segundo cada um havia de mister.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2:46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perseverando unanimes todos os dias no templo, e repartindo o pão de casa em casa, comiam juntos com alegria e singeleza de coração,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Atos 2:47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Louvando a Deus, e tendo graça para com todo o povo. E todos os dias accrescentava o Senhor á egreja aquelles que se haviam de salvar.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