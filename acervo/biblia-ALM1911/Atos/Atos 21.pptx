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a:t>
            </a:r>
          </a:p>
          <a:p>
            <a:pPr algn="ctr"/>
            <a:r>
              <a:rPr sz="4400">
                <a:solidFill>
                  <a:srgbClr val="FFFFFF"/>
                </a:solidFill>
                <a:latin typeface="Arial"/>
              </a:rPr>
              <a:t>E aconteceu que, separando-nos d'elles, navegámos e fomos correndo caminho direito, e chegámos a Coos, e no dia seguinte a Rhodes, de onde passámos a Patara.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a:t>
            </a:r>
          </a:p>
          <a:p>
            <a:pPr algn="ctr"/>
            <a:r>
              <a:rPr sz="4400">
                <a:solidFill>
                  <a:srgbClr val="FFFFFF"/>
                </a:solidFill>
                <a:latin typeface="Arial"/>
              </a:rPr>
              <a:t>E, achando um navio, que passava á Phenicia, embarcámos n'elle, e partimos.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a:t>
            </a:r>
          </a:p>
          <a:p>
            <a:pPr algn="ctr"/>
            <a:r>
              <a:rPr sz="4400">
                <a:solidFill>
                  <a:srgbClr val="FFFFFF"/>
                </a:solidFill>
                <a:latin typeface="Arial"/>
              </a:rPr>
              <a:t>E, indo já á vista de Chypre, deixando-a á esquerda, navegámos para a Syria, e chegámos a Tyro; porque o navio havia de ser descarregado ali.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21:4</a:t>
            </a:r>
          </a:p>
          <a:p>
            <a:pPr algn="ctr"/>
            <a:r>
              <a:rPr sz="4400">
                <a:solidFill>
                  <a:srgbClr val="FFFFFF"/>
                </a:solidFill>
                <a:latin typeface="Arial"/>
              </a:rPr>
              <a:t>E, achando discipulos, ficámos nós ali sete dias: os quaes pelo Espirito diziam a Paulo que não subisse a Jerusalem.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21:5</a:t>
            </a:r>
          </a:p>
          <a:p>
            <a:pPr algn="ctr"/>
            <a:r>
              <a:rPr sz="4400">
                <a:solidFill>
                  <a:srgbClr val="FFFFFF"/>
                </a:solidFill>
                <a:latin typeface="Arial"/>
              </a:rPr>
              <a:t>E, havendo passado ali aquelles dias, saimos, e seguimos nosso caminho, acompanhando-nos todos, com suas mulheres e filhos, até fóra da cidade; e, postos de joelhos na praia, orámos.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21:6</a:t>
            </a:r>
          </a:p>
          <a:p>
            <a:pPr algn="ctr"/>
            <a:r>
              <a:rPr sz="4400">
                <a:solidFill>
                  <a:srgbClr val="FFFFFF"/>
                </a:solidFill>
                <a:latin typeface="Arial"/>
              </a:rPr>
              <a:t>E, saudando-nos uns aos outros, subimos ao navio; e elles voltaram para suas casas.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21:7</a:t>
            </a:r>
          </a:p>
          <a:p>
            <a:pPr algn="ctr"/>
            <a:r>
              <a:rPr sz="4400">
                <a:solidFill>
                  <a:srgbClr val="FFFFFF"/>
                </a:solidFill>
                <a:latin typeface="Arial"/>
              </a:rPr>
              <a:t>E nós, concluida a navegação de Tyro, viemos a Ptolemaida; e, havendo saudado os irmãos, ficámos com elles um dia.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21:8</a:t>
            </a:r>
          </a:p>
          <a:p>
            <a:pPr algn="ctr"/>
            <a:r>
              <a:rPr sz="4400">
                <a:solidFill>
                  <a:srgbClr val="FFFFFF"/>
                </a:solidFill>
                <a:latin typeface="Arial"/>
              </a:rPr>
              <a:t>E no dia seguinte, partindo d'ali Paulo, e nós que com elle estavamos, chegámos a Cesarea: e, entrando em casa de Philippe, o evangelista, que era um dos sete, ficámos com 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21:9</a:t>
            </a:r>
          </a:p>
          <a:p>
            <a:pPr algn="ctr"/>
            <a:r>
              <a:rPr sz="4400">
                <a:solidFill>
                  <a:srgbClr val="FFFFFF"/>
                </a:solidFill>
                <a:latin typeface="Arial"/>
              </a:rPr>
              <a:t>E tinha este quatro filhas donzellas, que prophetizavam.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21:10</a:t>
            </a:r>
          </a:p>
          <a:p>
            <a:pPr algn="ctr"/>
            <a:r>
              <a:rPr sz="4400">
                <a:solidFill>
                  <a:srgbClr val="FFFFFF"/>
                </a:solidFill>
                <a:latin typeface="Arial"/>
              </a:rPr>
              <a:t>E, demorando-nos ali por muitos dias, desceu da Judea um propheta, por nome Agabo;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21:11</a:t>
            </a:r>
          </a:p>
          <a:p>
            <a:pPr algn="ctr"/>
            <a:r>
              <a:rPr sz="4400">
                <a:solidFill>
                  <a:srgbClr val="FFFFFF"/>
                </a:solidFill>
                <a:latin typeface="Arial"/>
              </a:rPr>
              <a:t>E, vindo elle a nós, e tomando a cinta de Paulo, e ligando-se os pés e mãos, disse: Isto diz o Espirito Sancto: Assim ligarão os judeos em Jerusalem o varão cuja é esta cinta, e o entregarão nas mãos dos gentios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21:12</a:t>
            </a:r>
          </a:p>
          <a:p>
            <a:pPr algn="ctr"/>
            <a:r>
              <a:rPr sz="4400">
                <a:solidFill>
                  <a:srgbClr val="FFFFFF"/>
                </a:solidFill>
                <a:latin typeface="Arial"/>
              </a:rPr>
              <a:t>E, ouvindo nós isto, rogámos-lhe, tanto nós como os que eram d'aquelle logar, que não subisse a Jerusalem.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21:13</a:t>
            </a:r>
          </a:p>
          <a:p>
            <a:pPr algn="ctr"/>
            <a:r>
              <a:rPr sz="4400">
                <a:solidFill>
                  <a:srgbClr val="FFFFFF"/>
                </a:solidFill>
                <a:latin typeface="Arial"/>
              </a:rPr>
              <a:t>Porém Paulo respondeu: Que fazeis vós, chorando e magoando-me o coração? porque eu estou prompto, não só a ser ligado, mas ainda a morrer em Jerusalem pelo nome do Senhor Jesus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21:14</a:t>
            </a:r>
          </a:p>
          <a:p>
            <a:pPr algn="ctr"/>
            <a:r>
              <a:rPr sz="4400">
                <a:solidFill>
                  <a:srgbClr val="FFFFFF"/>
                </a:solidFill>
                <a:latin typeface="Arial"/>
              </a:rPr>
              <a:t>E, como não podiamos persuadil-o, nos aquietámos, dizendo: Faça-se a vontade do Senhor.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21:15</a:t>
            </a:r>
          </a:p>
          <a:p>
            <a:pPr algn="ctr"/>
            <a:r>
              <a:rPr sz="4400">
                <a:solidFill>
                  <a:srgbClr val="FFFFFF"/>
                </a:solidFill>
                <a:latin typeface="Arial"/>
              </a:rPr>
              <a:t>E depois d'aquelles dias, havendo feito os nossos preparativos, subimos a Jerusalem.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21:16</a:t>
            </a:r>
          </a:p>
          <a:p>
            <a:pPr algn="ctr"/>
            <a:r>
              <a:rPr sz="4400">
                <a:solidFill>
                  <a:srgbClr val="FFFFFF"/>
                </a:solidFill>
                <a:latin typeface="Arial"/>
              </a:rPr>
              <a:t>E foram tambem comnosco alguns discipulos de Cesarea, levando comsigo um certo Mnason, chyprio, discipulo antigo, com o qual haviamos de pousar.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21:17</a:t>
            </a:r>
          </a:p>
          <a:p>
            <a:pPr algn="ctr"/>
            <a:r>
              <a:rPr sz="4400">
                <a:solidFill>
                  <a:srgbClr val="FFFFFF"/>
                </a:solidFill>
                <a:latin typeface="Arial"/>
              </a:rPr>
              <a:t>E, logo que chegámos a Jerusalem, os irmãos nos receberam de muito boa vontade.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21:18</a:t>
            </a:r>
          </a:p>
          <a:p>
            <a:pPr algn="ctr"/>
            <a:r>
              <a:rPr sz="4400">
                <a:solidFill>
                  <a:srgbClr val="FFFFFF"/>
                </a:solidFill>
                <a:latin typeface="Arial"/>
              </a:rPr>
              <a:t>E no dia seguinte, Paulo entrou comnosco em casa de Thiago, e todos os anciãos vieram ali.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21:19</a:t>
            </a:r>
          </a:p>
          <a:p>
            <a:pPr algn="ctr"/>
            <a:r>
              <a:rPr sz="4400">
                <a:solidFill>
                  <a:srgbClr val="FFFFFF"/>
                </a:solidFill>
                <a:latin typeface="Arial"/>
              </a:rPr>
              <a:t>E, havendo-os saudado, contou-lhes por miudo o que por seu ministerio Deus fizera entre os gentios.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21:20</a:t>
            </a:r>
          </a:p>
          <a:p>
            <a:pPr algn="ctr"/>
            <a:r>
              <a:rPr sz="4400">
                <a:solidFill>
                  <a:srgbClr val="FFFFFF"/>
                </a:solidFill>
                <a:latin typeface="Arial"/>
              </a:rPr>
              <a:t>E, ouvindo-o elles, glorificaram ao Senhor, e disseram-lhe: Bem vês, irmão, quantos milhares de judeos ha que crêem, e todos são zeladores da lei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21:21</a:t>
            </a:r>
          </a:p>
          <a:p>
            <a:pPr algn="ctr"/>
            <a:r>
              <a:rPr sz="4400">
                <a:solidFill>
                  <a:srgbClr val="FFFFFF"/>
                </a:solidFill>
                <a:latin typeface="Arial"/>
              </a:rPr>
              <a:t>E já ácerca de ti foram informados que ensinas todos os judeos que estão entre os gentios a apartarem-se de Moysés, dizendo que não devem circumcidar a seus filhos, nem andar segundo o costume da lei.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21:22</a:t>
            </a:r>
          </a:p>
          <a:p>
            <a:pPr algn="ctr"/>
            <a:r>
              <a:rPr sz="4400">
                <a:solidFill>
                  <a:srgbClr val="FFFFFF"/>
                </a:solidFill>
                <a:latin typeface="Arial"/>
              </a:rPr>
              <a:t>Que faremos pois? em todo o caso é necessario que a multidão se ajunte; porque ouvirão que já és vindo.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21:23</a:t>
            </a:r>
          </a:p>
          <a:p>
            <a:pPr algn="ctr"/>
            <a:r>
              <a:rPr sz="4400">
                <a:solidFill>
                  <a:srgbClr val="FFFFFF"/>
                </a:solidFill>
                <a:latin typeface="Arial"/>
              </a:rPr>
              <a:t>Faze pois isto que te dizemos: Temos quatro varões que fizeram voto.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21:24</a:t>
            </a:r>
          </a:p>
          <a:p>
            <a:pPr algn="ctr"/>
            <a:r>
              <a:rPr sz="4400">
                <a:solidFill>
                  <a:srgbClr val="FFFFFF"/>
                </a:solidFill>
                <a:latin typeface="Arial"/>
              </a:rPr>
              <a:t>Toma comtigo a estes, e sanctifica-te com elles, e faze por elles os gastos para que rapem a cabeça, e todos saibam que nada ha d'aquillo de que foram informados ácerca de ti, mas que tambem tu mesmo andas guardando a lei.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21:25</a:t>
            </a:r>
          </a:p>
          <a:p>
            <a:pPr algn="ctr"/>
            <a:r>
              <a:rPr sz="4400">
                <a:solidFill>
                  <a:srgbClr val="FFFFFF"/>
                </a:solidFill>
                <a:latin typeface="Arial"/>
              </a:rPr>
              <a:t>Porém, quanto aos que crêem dos gentios, já nós havemos escripto, e achado por bem, que nada d'isto observem; mas que só se guardem do que se sacrifica aos idolos, e do sangue, e do suffocado e da fornicação.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21:26</a:t>
            </a:r>
          </a:p>
          <a:p>
            <a:pPr algn="ctr"/>
            <a:r>
              <a:rPr sz="4400">
                <a:solidFill>
                  <a:srgbClr val="FFFFFF"/>
                </a:solidFill>
                <a:latin typeface="Arial"/>
              </a:rPr>
              <a:t>Então Paulo, tomando comsigo aquelles varões, sanctificado com elles, entrou no dia seguinte no templo, annunciando serem já cumpridos os dias da sanctificação, ficando ali até se offerecer por cada um d'elles a offerta.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21:27</a:t>
            </a:r>
          </a:p>
          <a:p>
            <a:pPr algn="ctr"/>
            <a:r>
              <a:rPr sz="4400">
                <a:solidFill>
                  <a:srgbClr val="FFFFFF"/>
                </a:solidFill>
                <a:latin typeface="Arial"/>
              </a:rPr>
              <a:t>E, indo-se já acabando os sete dias, os judeos da Asia, vendo-o no templo, alvoroçaram todo o povo e lançaram mão d'elle,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21:28</a:t>
            </a:r>
          </a:p>
          <a:p>
            <a:pPr algn="ctr"/>
            <a:r>
              <a:rPr sz="4400">
                <a:solidFill>
                  <a:srgbClr val="FFFFFF"/>
                </a:solidFill>
                <a:latin typeface="Arial"/>
              </a:rPr>
              <a:t>Clamando: Varões israelitas, acudi: este é o homem que por todas as partes ensina a todos, contra o povo e contra a lei, e contra este logar; e, demais d'isto, introduziu tambem no templo os gregos, e profanou este sancto logar.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21:29</a:t>
            </a:r>
          </a:p>
          <a:p>
            <a:pPr algn="ctr"/>
            <a:r>
              <a:rPr sz="4400">
                <a:solidFill>
                  <a:srgbClr val="FFFFFF"/>
                </a:solidFill>
                <a:latin typeface="Arial"/>
              </a:rPr>
              <a:t>Porque d'antes tinham visto com elle na cidade a Trophimo d'Epheso, ao qual pensavam que Paulo introduzira no templo.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21:30</a:t>
            </a:r>
          </a:p>
          <a:p>
            <a:pPr algn="ctr"/>
            <a:r>
              <a:rPr sz="4400">
                <a:solidFill>
                  <a:srgbClr val="FFFFFF"/>
                </a:solidFill>
                <a:latin typeface="Arial"/>
              </a:rPr>
              <a:t>E alvoroçou-se toda a cidade, e fez-se um concurso de povo; e, pegando de Paulo, o arrastaram para fóra do templo, e logo as portas se fecharam.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21:31</a:t>
            </a:r>
          </a:p>
          <a:p>
            <a:pPr algn="ctr"/>
            <a:r>
              <a:rPr sz="4400">
                <a:solidFill>
                  <a:srgbClr val="FFFFFF"/>
                </a:solidFill>
                <a:latin typeface="Arial"/>
              </a:rPr>
              <a:t>E, procurando elles matal-o, chegou ao tribuno da cohorte a nova de que Jerusalem estava toda em confusão.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21:32</a:t>
            </a:r>
          </a:p>
          <a:p>
            <a:pPr algn="ctr"/>
            <a:r>
              <a:rPr sz="4400">
                <a:solidFill>
                  <a:srgbClr val="FFFFFF"/>
                </a:solidFill>
                <a:latin typeface="Arial"/>
              </a:rPr>
              <a:t>O qual, tomando logo comsigo soldados e centuriões, correu para elles. E, vendo elles o tribuno e os soldados, cessaram de ferir a Paulo.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21:33</a:t>
            </a:r>
          </a:p>
          <a:p>
            <a:pPr algn="ctr"/>
            <a:r>
              <a:rPr sz="4400">
                <a:solidFill>
                  <a:srgbClr val="FFFFFF"/>
                </a:solidFill>
                <a:latin typeface="Arial"/>
              </a:rPr>
              <a:t>Então, chegando o tribuno, o prendeu e o mandou atar com duas cadeias. e lhe perguntou quem era e o que tinha feito.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21:34</a:t>
            </a:r>
          </a:p>
          <a:p>
            <a:pPr algn="ctr"/>
            <a:r>
              <a:rPr sz="4400">
                <a:solidFill>
                  <a:srgbClr val="FFFFFF"/>
                </a:solidFill>
                <a:latin typeface="Arial"/>
              </a:rPr>
              <a:t>E na multidão uns clamavam d'uma maneira outros d'outra; porém, como nada podia saber ao certo, por causa do alvoroço, mandou conduzil-o para a fortaleza.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21:35</a:t>
            </a:r>
          </a:p>
          <a:p>
            <a:pPr algn="ctr"/>
            <a:r>
              <a:rPr sz="4400">
                <a:solidFill>
                  <a:srgbClr val="FFFFFF"/>
                </a:solidFill>
                <a:latin typeface="Arial"/>
              </a:rPr>
              <a:t>E succedeu que, chegando ás escadas, os soldados tiveram de lhe pegar por causa da violencia da multidão.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21:36</a:t>
            </a:r>
          </a:p>
          <a:p>
            <a:pPr algn="ctr"/>
            <a:r>
              <a:rPr sz="4400">
                <a:solidFill>
                  <a:srgbClr val="FFFFFF"/>
                </a:solidFill>
                <a:latin typeface="Arial"/>
              </a:rPr>
              <a:t>Porque a multidão do povo o seguia, clamando: Mata-o.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21:37</a:t>
            </a:r>
          </a:p>
          <a:p>
            <a:pPr algn="ctr"/>
            <a:r>
              <a:rPr sz="4400">
                <a:solidFill>
                  <a:srgbClr val="FFFFFF"/>
                </a:solidFill>
                <a:latin typeface="Arial"/>
              </a:rPr>
              <a:t>E, quando iam a introduzir Paulo na fortaleza, disse Paulo ao tribuno: É-me permittido dizer-te alguma coisa? E elle disse: Sabes o grego?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21:38</a:t>
            </a:r>
          </a:p>
          <a:p>
            <a:pPr algn="ctr"/>
            <a:r>
              <a:rPr sz="4400">
                <a:solidFill>
                  <a:srgbClr val="FFFFFF"/>
                </a:solidFill>
                <a:latin typeface="Arial"/>
              </a:rPr>
              <a:t>Não és tu porventura aquelle egypcio que antes d'estes dias levantou uma sedição e levou ao deserto quatro mil salteadores?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21:39</a:t>
            </a:r>
          </a:p>
          <a:p>
            <a:pPr algn="ctr"/>
            <a:r>
              <a:rPr sz="4400">
                <a:solidFill>
                  <a:srgbClr val="FFFFFF"/>
                </a:solidFill>
                <a:latin typeface="Arial"/>
              </a:rPr>
              <a:t>Porém Paulo lhe disse: Na verdade que sou um homem judeo, cidadão de Tarso, cidade não pouco celebre na Cilicia: rogo-te, porém, que me permittas fallar ao povo.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Atos 21:40</a:t>
            </a:r>
          </a:p>
          <a:p>
            <a:pPr algn="ctr"/>
            <a:r>
              <a:rPr sz="4400">
                <a:solidFill>
                  <a:srgbClr val="FFFFFF"/>
                </a:solidFill>
                <a:latin typeface="Arial"/>
              </a:rPr>
              <a:t>E, havendo-lh'o permittido, Paulo, pondo-se em pé nas escadas, fez signal com a mão ao povo; e, feito grande silencio, fallou-lhes em lingua hebraica, dizendo: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