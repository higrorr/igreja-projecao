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porém, falla o que convém á sã doutrina: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velhos, que sejam sobrios, graves, prudentes, sãos na fé, na caridade, e na paciencia;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Ás velhas, similhantemente, que sejam sérias no seu viver, como convém a sanctas, não calumniadoras, não dadas a muito vinho, mestras no bem;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ensinem as moças a serem prudentes, a amarem seus maridos, a amarem seus filhos,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serem moderadas, castas, boas caseiras, sujeitas a seus maridos; para que a palavra de Deus não seja blasphemada.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Exhorta similhantemente os mancebos a que sejam moderados.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tudo te dá por exemplo de boas obras; na doutrina mostra incorrupção, gravidade, sinceridade,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Palavra sã e irreprehensivel, para que o adversario se envergonhe, não tendo nenhum mal que dizer de nós.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Exhorta os servos a que se sujeitem a seus senhores, e em tudo agradem, não contradizendo,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defraudando, antes mostrando toda a boa lealdade, para que em tudo adornem a doutrina de Deus, nosso Salvador.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graça de Deus se ha manifestado, trazendo salvação a todos os homens,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Ensinando-nos que, renunciando á impiedade e ás concupiscencias mundanas, vivamos n'este presente seculo sobria, e justa, e piamente,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Aguardando a bemaventurada esperança e o apparecimento da gloria do grande Deus e nosso Senhor Jesus Christo;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se deu a si mesmo por nós para nos remir de toda a iniquidade, e purificar para si mesmo um povo particular, zeloso de boas obras.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d'isto, e exhorta e reprehende com toda a auctoridade. Ninguem te despreze.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