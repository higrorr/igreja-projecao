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servo de Deus, e apostolo de Jesus Christo, segundo a fé dos eleitos de Deus, e o conhecimento da verdade, que é segundo a piedade,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esperança da vida eterna, a qual Deus, que não pode mentir, prometteu antes dos tempos dos seculos;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seu tempo manifestou a sua palavra pela prégação que me é confiada segundo o mandamento de Deus, nosso Salvador;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Tito, verdadeiro filho, segundo a fé commum, graça, misericordia, e paz da parte de Deus Pae, e da do Senhor Jesus Christo, nosso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esta causa te deixei em Creta, para que pozesses em boa ordem as coisas que ainda restam, e de cidade em cidade estabelecesses anciãos, como já te mandei: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fôr irreprehensivel, marido de uma mulher, que tenha filhos fieis, que não possam ser accusados de dissolução ou desobedientes.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convém que o bispo seja irreprehensivel, como dispenseiro da casa de Deus, não soberbo, nem iracundo, nem violento, nem espancador, nem cubiçoso de torpe ganancia;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dado á hospitalidade, amante dos bons, moderado, justo, sancto, continente;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Retendo firme a fiel palavra, que é conforme a doutrina, para que seja poderoso, assim para admoestar com a sã doutrina, como para convencer aos contradizentes.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ha muitos desordenados, falladores de vaidades, e enganadores, principalmente os da circumcisão,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quaes convem tapar a bocca; os que transtornam casas inteiras ensinando o que não convém, por torpe ganancia.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d'elles, seu proprio propheta, disse: Os cretenses são sempre mentirosos, bestas ruins, ventres preguiçosos.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testemunho é verdadeiro. Portanto reprehende-os severamente, para que sejam sãos na fé: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dando ouvidos ás fabulas judaicas, e aos mandamentos de homens que se desviam da verdade.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coisas são puras para os puros, mas nada é puro para os contaminados e infieis: antes o seu entendimento e consciencia estão contaminados.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Confessam que conhecem a Deus, porém o negam com as obras, sendo abominaveis, e desobedientes, e reprovados para toda a boa obra.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