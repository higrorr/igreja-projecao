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Admoesta-os a que se sujeitem aos principados e potestades, que lhes obedeçam, e estejam preparados para toda a boa obra;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 ninguem infamem, nem sejam contenciosos, porém modestos, mostrando toda a mansidão para com todos os homens.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tambem nós d'antes eramos insensatos, desobedientes, extraviados, servindo a varias concupiscencias e deleites, vivendo em malicia e inveja, odiosos e odiando uns aos outros.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quando appareceu a benignidade e caridade de Deus, nosso Salvador, para com os homens,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pelas obras de justiça que houvessemos feito, mas segundo a sua misericordia, nos salvou pela lavagem da regeneração e da renovação do Espirito Sancto;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abundantemente derramou sobre nós por Jesus Christo nosso Salvador;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que, sendo justificados pela sua graça, sejamos feitos herdeiros segundo a esperança da vida eterna.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Fiel é a palavra, e isto quero que devéras affirmes, para que os que crêem em Deus procurem applicar-se ás boas obras; estas coisas são boas e proveitosas aos homens.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resiste ás questões loucas, e ás genealogias e contendas, e aos debates ácerca da lei; porque são inuteis e vãos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homem hereje, depois de uma e outra admoestação, rejeita-o: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Sabendo que o tal está pervertido, e pecca, estando já em si mesmo condemnado.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te enviar Arthemas, ou Tychico, procura vir ter comigo a Nicopolis; porque deliberei invernar ali.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Acompanha com muito cuidado Zenas, doutor da lei, e Apollo, para que nada lhes falte.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nossos aprendam tambem a applicar-se ás boas obras, para os usos necessarios, para que não sejam infructuosos.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Tito 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Saudam-te todos os que estão comigo. Sauda tu os que nos amam na fé. A graça seja com vós todos.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