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Israel deteve-se em Sittim, e o povo começou a fornicar com as filhas dos moabitas.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convidaram o povo aos sacrificios dos seus deuses; e o povo comeu, e inclinou-se aos seus deuses.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Juntando-se pois Israel a Baalpeor, a ira do Senhor se accendeu contra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Senhor a Moysés: Toma todos os Cabeças do povo, e enforca-os ao Senhor diante do sol, e o ardor da ira do Senhor se retirará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disse aos juizes d'Israel: Cada um mate os seus homens que se conjuntaram a Baalpeor.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veiu um homem dos filhos de Israel, e trouxe a seus irmãos uma midianita aos olhos de Moysés, e aos olhos de toda a congregação dos filhos de Israel, chorando elles diante da tenda da congregação.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isso Phineas, filho de Eleazar, o filho d'Aarão, sacerdote, se levantou do meio da congregação, e tomou uma lança na sua mão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após do varão israelita até á tenda, e os atravessou a ambos, ao varão israelita e á mulher, pela sua barriga: então a praga cessou de sobre os filhos de Israel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morreram d'aquella praga foram vinte e quatro mil.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fallou a Moysés,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Phineas, filho d'Eleazar, o filho d'Aarão sacerdote, desviou a minha ira de sobre os filhos de Israel, pois zelou o meu zelo no meio d'elles; que no meu zelo não consumi os filhos d'Israel.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dize: Eis que lhe dou o meu concerto de paz,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e a sua semente depois d'elle, terá o concerto do sacerdocio perpetuo; porquanto teve zelo pelo seu Deus, e fez propiciação pelos filhos d'Israel.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do israelita morto, que foi morto com a midianita, era Zimri, filho de Salu, maioral da casa paterna dos simeonitas.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da mulher midianita, morta, era Cosbi, filha de Zur, cabeça do povo da casa paterna entre os midianitas.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Affligireis os midianitas e os ferireis,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elles vos affligiram a vós outros com os seus enganos com que vos enganaram no negocio de Peor, e no negocio de Cosbi, filha do maioral dos midianitas, a irmã d'elles, que foi morta no dia da praga no negocio de Peor.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