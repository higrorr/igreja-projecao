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Moysés aos Cabeças das tribus dos filhos d'Israel, dizendo: Esta é a palavra que o Senhor tem ordenado: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um homem fizer voto ao Senhor, ou jurar juramento, ligando a sua alma com obrigação, não violará a sua palavra: segundo tudo o que saiu da sua bocca, fará.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quando uma mulher fizer voto ao Senhor, e com obrigação se ligar em casa de seu pae na sua mocidade;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pae ouvir o seu voto e a sua obrigação, com que ligou a sua alma; e seu pae se calar para com ella, todos os seus votos serão valiosos: e toda a obrigação com que ligou a sua alma, será valiosa.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seu pae lhe tolher no dia que tal ouvir, todos os seus votos e as suas obrigações, com que tiver ligado a sua alma, não serão valiosos: mas o Senhor lh'o perdoará, porquanto seu pae lh'os tolheu.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ella tiver marido, e fôr obrigada a alguns votos, ou á pronunciação dos seus beiços, com que tiver ligado a sua alma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marido o ouvir, e se calar para com ella no dia em que o ouvir, os seus votos serão valiosos: e as suas obrigações com que ligou a sua alma, serão valiosas.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seu marido lh'o tolher no dia em que o ouvir, e anullar o seu voto a que estava obrigada, como tambem a pronunciação dos seus beiços, com que ligou a sua alma; o Senhor lh'o perdoará.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tocante ao voto da viuva, ou da repudiada; tudo com que ligar a sua alma, sobre ella será valioso.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fez voto na casa de seu marido, ou ligou a sua alma com obrigação de juramento;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marido o ouviu, e se calou para com ella, e lh'o não tolheu; todos os seus votos serão valiosos; e toda a obrigação, com que ligou a sua alma, será valiosa.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seu marido lh'os annullou no dia em que os ouviu; tudo quanto saiu dos seus beiços, quer dos seus votos, quer da obrigação da sua alma, não será valioso: seu marido lh'os annullou, e o Senhor lh'o perdoará.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voto, e todo o juramento d'obrigação, para humilhar a alma, seu marido o confirmará, ou annullará.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seu marido de dia em dia se calar inteiramente para com ella; então confirma todos os seus votos e todas as suas obrigações, que estiverem sobre ella: confirmado lh'os tem, porquanto se calou para com ella no dia em que o ouviu.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 de todo lh'os annullar depois que o ouviu; então elle levará a iniquidade d'ella.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30:16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estatutos que o Senhor ordenou a Moysés entre o marido e sua mulher; entre o pae e a sua filha, na sua mocidade, em casa de seu pae.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