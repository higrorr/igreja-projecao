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Vinga os filhos d'Israel dos midianitas: depois recolhido serás aos teus povos.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Moysés ao povo, dizendo: Armem-se alguns de vós para a guerra, e saiam contra os midianitas, para fazerem a vingança do Senhor nos midianitas.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de cada tribu entre todas as tribus de Israel enviareis á guerra.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foram dados dos milhares d'Israel mil de cada tribu: doze mil armados para a peleja.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os mandou á guerra de cada tribu mil, a elles e a Phineas, filho d'Eleazar sacerdote, á guerra com os vasos sanctos, e com as trombetas do alarido na sua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pelejaram contra os midianitas, como o Senhor ordenara a Moysés: e mataram a todo o macho.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Mataram mais, além dos que já foram mortos, os reis dos midianitas, Evi, e a Requem, e a Zur, e a Hur, e a Reba, cinco reis dos midianitas: tambem a Balaão filho de Beor mataram á espada.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d'Israel levaram presas as mulheres dos midianitas, e as suas creanças: tambem roubaram todos os seus animaes, e todo o seu gado, e toda a sua fazenda.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queimaram a fogo todas as suas cidades com todas as suas habitações, e todos os seus acampamentos.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todo o despojo e toda a presa d'homens e d'animais.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 a Moysés e a Eleazar o sacerdote e á congregação dos filhos de Israel os captiveiros, e a presa, e o despojo para o arraial, nas campinas de Moab, que estão junto do Jordão de Jericó.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Moysés e Eleazar, o sacerdote, e todos os maioraes da congregação sairam a recebel-os até fóra do arraial.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indignou-se Moysés grandemente contra os officiaes do exercito, capitães dos milhares e capitães das centenas, que vinham do serviço d'aquella guerra.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disse-lhes: Deixastes viver todas as mulheres?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estas foram as que por conselho de Balaão deram occasião aos filhos de Israel de traspassar contra o Senhor, no negocio de Peor: pelo que aquella praga houve entre a congregação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matae todo o macho entre as creanças; e matae toda a mulher, que conheceu algum homem, deitando-se com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todas as creanças femeas, que não conheceram algum homem deitando-se com elle, para vós deixae viver.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alojae-vos sete dias fóra do arraial: qualquer que tiver matado alguma pessoa, e qualquer que tiver tocado algum morto, ao terceiro dia, e ao setimo dia vos purificareis, a vós e a vossos captivos.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purificareis todo o vestido, e toda a obra de pelles, e toda a obra de pellos de cabras, e todo o vaso de madeira.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Eleazar, o sacerdote, aos homens da guerra, que partiram á peleja: Este é o estatuto da lei que o Senhor ordenou a Moysés.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o oiro, e a prata, o cobre, o ferro, o estanho, e o chumbo;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cousa que pode supportar o fogo, para que fique limpo: todavia se expiará com a agua da separação: mas tudo que não pode supportar o fogo, o fareis passar pela agua.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lavareis os vossos vestidos ao setimo dia, para que fiqueis limpos: e depois entrareis no arraial.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dizendo: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somma da presa dos prisioneiros, de homens, e d'animaes, tu e Eleazar, o sacerdote, e os Cabeças das casas dos paes da congregação;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divide a presa em duas metades, entre os que accometteram a peleja, e sairam á guerra, e toda a congregação.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para o Senhor tomará o tributo dos homens de guerra, que sairam a esta guerra, de cada quinhentos uma alma, dos homens, e dos bois, e dos jumentos e das ovelhas.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sua ametade o tomareis, e o dareis ao sacerdote, Eleazar, para a offerta alçada do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 metade dos filhos de Israel tomarás de cada cincoenta um, dos homens, dos bois, dos jumentos, e das ovelhas, de todos os animaes; e os darás aos levitas que teem cuidado da guarda do tabernaculo do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Moysés e Eleazar, o sacerdote, como o Senhor ordenara a Moysés.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 a presa, o restante do despojo, que tomaram os homens de guerra, seiscentas e setenta e cinco mil ovelhas;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setenta e dois mil bois;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sessenta e um mil jumentos;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das mulheres que não conheceram homem algum deitando-se com elle, todas as almas foram trinta e duas mil.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metade, a parte dos que sairam á guerra, foi em numero de trezentas e trinta e sete mil e quinhentas ovelhas.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ovelhas foi o tributo para o Senhor seiscentas e setenta e cinco.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bois trinta e seis mil: e o seu tributo para o Senhor setenta e dois.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jumentos trinta mil e quinhentos: e o seu tributo para o Senhor sessenta e um.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d'almas humanas dezeseis mil: e o seu tributo para o Senhor trinta e duas almas.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Moysés a Eleazar, o sacerdote, o tributo da offerta alçada do Senhor, como o Senhor ordenara a Moysés.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metade dos filhos de Israel que Moysés partira da dos homens que pelejaram.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(A metade para a congregação foi, das ovelhas, trezentas e trinta e sete mil e quinhentas;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bois trinta e seis mil;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jumentos trinta mil e quinhentos;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almas humanas dezeseis mil),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D'esta metade dos filhos de Israel, Moysés tomou um de cada cincoenta, d'homens e d'animaes, e os deu aos levitas, que tinham cuidado da guarda do tabernaculo do Senhor, como o Senhor ordenara a Moysés.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chegaram-se a Moysés os capitães que estavam sobre os milhares do exercito, os tribunos e os centuriões;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Moysés: Teus servos tomaram a somma dos homens de guerra que estiveram sob a nossa mão; e nenhum falta de nós.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trouxemos uma offerta ao Senhor, cada um o que achou, vasos d'oiro, cadeias, ou manilhas, anneis, arrecadas, e collares, para fazer propiciação pelas nossas almas perante o Senhor.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Moysés e Eleazar o sacerdote tomaram d'elles o oiro; sendo todos os vasos bem obrados.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todo o oiro da offerta alçada, que offereceram ao Senhor, dezeseis mil e setecentos e cincoenta siclos, dos tribunos e dos centuriões.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(Pois os homens de guerra, cada um tinha tomado presa para si).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Moysés e Eleazar o sacerdote o oiro dos tribunos e dos centuriões, e o trouxeram á tenda da congregação por lembrança para os filhos d'Israel perante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