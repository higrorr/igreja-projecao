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Aarão, e dize-lhe: Quando accenderes as lampadas, defronte do candieiro allumiarão as sete lampadas.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fez assim: defronte da face do candieiro accendeu as suas lampadas, como o Senhor ordenara a Moysés.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esta obra do candieiro de oiro batido; desde o seu pé até ás suas flores era batido: conforme ao modelo que o Senhor mostrara a Moysés, assim elle fez o candieiro.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levitas do meio dos filhos de Israel, e purifica-os;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lhes farás, para os purificar: Esparge sobre elles a agua da expiação; e sobre toda a sua carne farão passar a navalha, e lavarão os seus vestidos, e se purificarão.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tomarão um novilho, com a sua offerta de manjares de flor de farinha amassada com azeite; e tomarás outro novilho, para expiação do peccado.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chegar os levitas perante a tenda da congregação; e farás ajuntar toda a congregação dos filhos de 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pois chegar os levitas perante o Senhor; e os filhos de Israel porão as suas mãos sobre os levitas.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moverá os levitas por offerta de movimento perante o Senhor pelos filhos de Israel; e serão para servirem no ministerio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porão as suas mãos sobre a cabeça dos novilhos: então sacrifica tu um para expiação do peccado, e o outro para holocausto ao Senhor, para fazer expiação sobre os levitas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os levitas perante Aarão, e perante os seus filhos, e os moverás por offerta de movimento ao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separarás os levitas do meio dos filhos de Israel, para que os levitas meus sejam.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os levitas entrarão para fazerem o serviço da tenda da congregação: e tu os purificarás, e por offerta de movimento os moverás.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elles do meio dos filhos de Israel, me são dados: em logar de todo aquelle que abre a madre, do primogenito de cada qual dos filhos de Israel, para mim os tenho tomado.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meu é todo o primogenito entre os filhos de Israel, entre os homens e entre os animaes; no dia em que, na terra do Egypto, feri a todo o primogenito, os sanctifiquei para mim.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tomei os levitas em logar de todo o primogenito entre os filhos de Israel.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levitas, dados a Aarão e a seus filhos, do meio dos filhos de Israel, tenho dado para ministrarem o ministerio dos filhos de Israel na tenda da congregação, e para fazer expiação pelos filhos de Israel, para que não haja praga entre os filhos de Israel, chegando-se os filhos de Israel ao sanctuario.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Moysés e Aarão, e toda a congregação dos filhos de Israel, com os levitas assim: conforme a tudo o que o Senhor ordenara a Moysés ácerca dos levitas, assim os filhos de Israel lhes fizeram.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se purificaram, e lavaram os seus vestidos, e Aarão os moveu por offerta movida perante o Senhor, e Aarão fez expiação por elles, para purifical-os.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vieram os levitas, para ministrarem o seu ministerio na tenda da congregação, perante Aarão e perante os seus filhos: como o Senhor ordenara a Moysés ácerca dos levitas, assim lhes fizeram.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 o officio dos levitas: Da edade de vinte e cinco annos e para cima entrarão, para fazerem o serviço no ministerio da tenda da congregação;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desde a edade de cincoenta annos sairá da milicia d'este ministerio, e nunca mais servirá: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com os seus irmãos servirá na tenda da congregação, para terem cuidado da guarda; porém o ministerio não ministrará: assim farás com os levitas nas suas guardas.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