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Coré, filho de Jizhar, filho de Kohath, filho de Levi, tomou comsigo a Dathan e a Abiram, filhos de Eliab, e a On, filho de Peleth, filhos de Ruben,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levantaram-se perante Moysés com duzentos e cincoenta homens dos filhos de Israel, maioraes da congregação, chamados ao ajuntamento, varões de nome,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congregaram contra Moysés e contra Aarão, e lhes disseram: Baste-vos, pois toda esta congregação, pois que toda a congregação é sancta, todos elles são sanctos, e o Senhor está no meio d'elles: porque pois vos elevaes sobre a congregação do Senhor?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Moysés isto ouviu, caiu sobre o seu rosto,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a Coré e a toda a sua congregação, dizendo: Ámanhã pela manhã o Senhor fará saber quem é seu, e quem o sancto que elle fará chegar a si: e aquelle a quem escolher fará chegar a 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Fazei isto: tomae vós incensarios, Coré e toda a sua congregação;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pondo fogo n'elles ámanhã, sobre elles deitae incenso perante o Senhor: e será que o homem a quem o Senhor escolher, este será o sancto: baste-vos, filhos de Levi.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Moysés a Coré: Ouvi agora, filhos de Levi: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pouco para vós é que o Deus de Israel vos separou da congregação de Israel, para vos fazer chegar a si, a administrar o ministerio do tabernaculo do Senhor e estar perante a congregação para ministrar-lhe: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fez chegar, e todos os teus irmãos, os filhos de Levi, comtigo; ainda tambem procuraes o sacerdocio?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tu e toda a tua congregação congregados estaes contra o Senhor; e Aarão, que é elle, que murmuraes contra elle?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enviou a chamar a Dathan e a Abiram, filhos de Eliab: porém elles disseram: Não subiremos;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pouco é que nos fizeste subir de uma terra que mana leite e mel, para nos matares n'este deserto, senão que tambem totalmente te assenhoreias de nós?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tão pouco nos trouxeste a uma terra que mana leite e mel, nem nos déste campos e vinhas em herança; porventura arrancarás os olhos a estes homens? não subiremos.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irou-se muito, e disse ao Senhor; Não attentes para a sua offerta; nem um só jumento tomei d'elles, nem a nenhum d'elles fiz mal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Moysés a Coré: Tu e toda a tua congregação vos ponde perante o Senhor, tu, e elles, e Aarão, ámanhã.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tomae cada um o seu incensario, e n'elles ponde incenso; e trazei cada um o seu incensario perante o Senhor, duzentos e cincoenta incensarios; tambem tu e Aarão, cada qual o seu incensario.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Tomaram pois cada qual o seu incensario, e n'elles pozeram fogo, e n'elles deitaram incenso, e se pozeram perante a porta da tenda da congregação com Moysés e Aarão.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Coré fez ajuntar contra elles toda a congregação á porta da tenda da congregação: então a gloria do Senhor appareceu a toda a congregação.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 e a Aarão, dizendo: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Apartae-vos do meio d'esta congregação, e os consumirei como n'um momento.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elles se prostraram sobre os seus rostos, e disseram: Ó Deus, Deus dos espiritos de toda a carne, peccaria um só homem, e indignar-te-has tu tanto contra toda esta congregação?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 toda esta congregação, dizendo: Levantae-vos do redor da habitação de Coré, Dathan e Abiram.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levantou-se, e foi a Dathan e a Abiram: e após d'elle foram os anciãos de Israel.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á congregação, dizendo: Desviae-vos, peço-vos, das tendas d'estes impios homens, e não toqueis nada do que é seu, para que porventura não pereçaes em todos os seus peccados.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Levantaram-se pois do redor da habitação de Coré, Dathan e Abiram, E Dathan e Abiram sairam, e se pozeram á porta das suas tendas, juntamente com as suas mulheres, e seus filhos, e suas creanças.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Moysés: N'isto conhecereis que o Senhor me enviou a fazer todos estes feitos, que de meu coração não procedem.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estes morrerem como morrem todos os homens, e se forem visitados como se visitam todos os homens, então o Senhor me não enviou.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o Senhor crear alguma coisa nova, e a terra abrir a sua bocca e os tragar com tudo o que é seu, e vivos descerem ao sepulchro, então conhecereis que estes homens irritaram ao Senhor.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acabando elle de fallar todas estas palavras, a terra que estava debaixo d'elles se fendeu.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abriu a sua bocca, e os tragou com as suas casas, como tambem a todos os homens que pertenciam a Coré, e a toda a sua fazenda.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e tudo o que era seu desceram vivos ao sepulchro, e a terra os cobriu, e pereceram do meio da congregação.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Israel, que estava ao redor d'elles, fugiu do clamor d'elles; porque diziam: Para que porventura tambem nos não trague a terra a nós.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fogo do Senhor, e consumiu os duzentos e cincoenta homens que offereciam o incenso.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 a Eleazar, filho de Aarão, o sacerdote, que tome os incensarios do meio do incendio, e espalhe o fogo longe, porque sanctos são;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aos incensarios d'aquelles que peccaram contra as suas almas, d'elles se façam folhas estendidas para cobertura do altar; porquanto os trouxeram perante o Senhor; pelo que sanctos são: e serão por signal aos filhos de Israel.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Eleazar, o sacerdote, tomou os incensarios de metal, que trouxeram aquelles que foram queimados, e os estenderam para cobertura do altar,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memorial para os filhos de Israel, que nenhum estranho, que não fôr da semente de Aarão, se chegue para accender incenso perante o Senhor; para que não seja como Coré e a sua congregação, como o Senhor lhe tinha dito pela bocca de Moysés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no dia seguinte toda a congregação dos filhos de Israel murmurou contra Moysés e contra Aarão, dizendo; Vós matastes o povo do Senhor.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ajuntando-se a congregação contra Moysés e Aarão, e virando-se para a tenda da congregação, eis que a nuvem a cobriu, e a gloria do Senhor appareceu.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Vieram pois Moysés e Aarão perante a tenda da congregação.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o Senhor a Moysés, dizendo: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Levantae-vos do meio d'esta congregação, e a consumirei como n'um momento: então se prostraram sobre os seus rostos,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Moysés a Aarão: Toma o teu incensario, e põe n'elle fogo do altar, e deita incenso sobre elle, e vae depressa á congregação, e faze expiação por elles: porque grande indignação saiu de diante do Senhor; já começou a praga.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tomou-o Aarão, como Moysés tinha fallado, e correu ao meio da congregação; e eis que já a praga havia começado entre o povo; e deitou incenso n'elle, e fez expiação pelo povo.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em pé entre os mortos e os vivos; e cessou a praga.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morreram d'aquella praga foram quatorze mil e setecentos, fóra os que morreram pela causa de Coré.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16:50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voltou Aarão a Moysés á porta da tenda da congregação: e cessou a praga.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