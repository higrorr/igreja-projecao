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 no deserto de Sinai, no anno segundo da sua saida da terra do Egypto, no mez primeiro,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os filhos de Israel celebrem a paschoa a seu tempo determinado.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dia quatorze d'este mez, pela tarde, a seu tempo determinado a celebrareis: segundo todos os seus estatutos, e segundo todos os seus ritos, a celebrareis.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pois Moysés aos filhos de Israel que celebrassem a paschoa.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celebraram a paschoa no dia quatorze do mez primeiro, pela tarde, no deserto de Sinai; conforme a tudo o que o Senhor ordenara a Moysés, assim fizeram os filhos de Israel.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houve alguns que estavam immundos pelo corpo de um homem morto; e no mesmo dia não podiam celebrar a paschoa: pelo que se chegaram perante Moysés e perante Aarão aquelle mesmo dia.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aquelles homens disseram-lhe: Immundos estamos nós pelo corpo de um homem morto; porque seriamos privados de offerecer a offerta do Senhor a seu tempo determinado no meio dos filhos de Israel?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 Moysés: Esperae, e ouvirei o que o Senhor vos ordenará.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fallou o Senhor a Moysés, dizendo: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aos filhos de Israel, dizendo: Quando alguem entre vós, ou entre as vossas gerações, fôr immundo por corpo morto, ou se achar em jornada longe de vós, comtudo ainda celebrará a paschoa ao Senhor.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mez segundo, no dia quatorze, de tarde, a celebrarão: com pães asmos e hervas amargas a comerão.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D'ella nada deixarão até á manhã, e d'ella não quebrarão osso algum: segundo todo o estatuto da paschoa a celebrarão.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quando um homem fôr limpo, e não estiver de caminho, e deixar de celebrar a paschoa, tal alma dos seus povos será extirpada: porquanto não offereceu a offerta do Senhor a seu tempo determinado; tal homem levará o seu peccado.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um estrangeiro peregrinar entre vós, e tambem celebrar a paschoa ao Senhor, segundo o estatuto da paschoa e segundo o seu rito assim a celebrará: um mesmo estatuto haverá para vós, assim para o estrangeiro como para o natural da terra.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dia de levantar o tabernaculo, a nuvem cobriu o tabernaculo sobre a tenda do testemunho: e á tarde estava sobre o tabernaculo como uma apparencia de fogo até á manhã.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era de continuo: a nuvem o cobria, e de noite havia apparencia de fogo.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sempre que a nuvem se alçava sobre a tenda, os filhos de Israel após d'ella partiam: e no logar onde a nuvem parava, ali os filhos de Israel assentavam o seu arraial.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Segundo o dito do Senhor, os filhos de Israel partiam, e segundo o dito do Senhor assentavam o arraial: todos os dias em que a nuvem parava sobre o tabernaculo assentavam o arraial.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a nuvem se detinha muitos dias sobre o tabernaculo, então os filhos de Israel tinham cuidado da guarda do Senhor, e não partiam.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que, quando a nuvem poucos dias estava sobre o tabernaculo, segundo o dito do Senhor se alojavam, e segundo o dito do Senhor partiam.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era que, quando a nuvem desde a tarde até a manhã ficava ali, e a nuvem se alçava pela manhã, então partiam: quer de dia quer de noite, alçando-se a nuvem, partiam.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Ou, quando a nuvem sobre o tabernaculo se detinha dois dias, ou um mez, ou um anno, ficando sobre elle, então os filhos d'Israel se alojavam, e não partiam; e alçando-se ella partiam.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Segundo o dito do Senhor se alojavam, e segundo o dito do Senhor partiam: da guarda do Senhor tinham cuidado segundo o dito do Senhor pela mão de Moysés.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