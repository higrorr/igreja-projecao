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chegaram os cabeças dos paes da geração dos filhos de Gilead, filho de Machir, filho de Manasseh, das familias dos filhos de José, e fallaram diante de Moysés, e diante dos maioraes, cabeças dos paes dos filhos d'Israel,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disseram: O Senhor mandou dar esta terra a meu senhor por sorte, por herança aos filhos d'Israel: e a meu senhor foi ordenado pelo Senhor, que a herança do nosso irmão Selofad se désse a suas filhas.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casando-se ellas com algum dos filhos das outras tribus dos filhos d'Israel, então a sua herança seria diminuida da herança de nossos paes, e accrescentada á herança da tribu de quem forem: assim se tiraria da sorte da nossa herança.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tambem o anno do jubileo dos filhos d'Israel, a sua herança se accrescentaria á herança da tribu d'aquelles com que se casarem: assim a sua herança será tirada da herança da tribu de nossos paes.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deu ordem aos filhos d'Israel, segundo o mandado do Senhor, dizendo: A tribu dos filhos de José falla bem.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palavra que o Senhor mandou ácerca das filhas de Selofad, dizendo: Sejam por mulheres a quem bem parecer aos seus olhos, comtanto que se casem na familia da tribu de seu pae.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 herança dos filhos d'Israel não passará de tribu em tribu: pois os filhos d'Israel se chegarão cada um á herança da tribu de seus paes.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filha que herdar alguma herança das tribus dos filhos d'Israel se casará com alguem da geração da tribu de seu pae: para que os filhos de Israel possuam cada, um a herança di seus paes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 herança não passará d'uma tribu a outra: pois as tribus dos filhos d'Israel se chegarão cada uma á sua herança.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Senhor ordenara a Moysés, assim fizeram as filhas de Selofad.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Machla, Thirsa, e Hogla, e Milca, e Noha, filhas de Selofad, se casaram com os filhos de seus tios.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familias dos de Manasseh, filho de José, ellas foram mulheres: assim a sua herança ficou á tribu da familia de seu pae.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mandamentos e os juizos que mandou o Senhor pela mão de Moysés aos filhos de Israel nas campinas dos moabitas, junto ao Jordão de Jericó.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