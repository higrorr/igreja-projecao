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aconteceu, no dia em que Moysés acabou de levantar o tabernaculo, e o ungiu, e o sanctificou, e todos os seus vasos; tambem o altar, e todos os seus vasos, e os ungiu, e os sanctificou,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os principes d'Israel, os Cabeças da casa de seus paes, os que foram principes das tribus, que estavam sobre os que foram contados, offereceram,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trouxeram a sua offerta perante o Senhor, seis carros cobertos, e doze bois; por dois principes um carro, e por cada um um boi: e os trouxeram diante do tabernaculo.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 os d'elles, e serão para servir no ministerio da tenda da congregação: e os darás aos levitas, a cada qual segundo o seu ministerio.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Moysés tomou os carros e os bois, e os deu aos levitas.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Dois carros e quatro bois deu aos filhos de Gerson, segundo o seu ministerio: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quatro carros e oito bois deu aos filhos de Merari, segundo o seu ministerio, debaixo da mão d'Ithamar, filho d'Aarão, o sacerdote.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aos filhos de Kohath nada deu, porquanto a seu cargo estava o ministerio e o levavam aos hombros.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offereceram os principes para a consagração do altar, no dia em que foi ungido; offereceram pois os principes a sua offerta perante o altar.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Moysés: Cada principe offerecerá a sua offerta (cada qual em seu dia) para a consagração do altar.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pois no primeiro dia offereceu a sua offerta foi Naasson, filho d'Amminadab, pela tribu de Judah.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offerta foi um prato de prata, do peso de cento e trinta siclos, uma bacia de prata de setenta siclos, segundo o siclo do sanctuario; ambos cheios de flor de farinha, amassada com azeite, para offerta de manjares;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taça de dez siclos de oiro, cheia de incenso;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novilho, um carneiro, um cordeiro d'um anno, para holocausto;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expiação do peccado;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sacrificio pacifico dois bois, cinco carneiros, cinco bodes, cinco cordeiros d'um anno: esta foi a offerta de Naasson, filho d'Amminadab.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segundo dia fez a sua offerta Nathanael, filho de Suhar, principe d'Issacar.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pela sua offerta offereceu um prato de prata, do peso de cento e trinta siclos, uma bacia de prata de setenta siclos, segundo o siclo do sanctuario: ambos cheios de flor de farinha amassada com azeite, para a offerta de manjares;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taça de dez siclos de oiro, cheia de incenso;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novilho, um carneiro, um cordeiro d'um anno, para holocausto;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expiação do peccado;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sacrificio pacifico dois bois, cinco carneiros, cinco bodes, cinco cordeiros d'um anno: esta foi a offerta de Nathanael, filho de Suhar.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terceiro dia offereceu o principe dos filhos de Zebulon, Eliab, filho de Helon.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offerta foi um prato de prata, do peso de cento e trinta siclos, uma bacia de prata de setenta siclos, segundo o siclo do sanctuario; ambos cheios de flor de farinha amassada com azeite, para offerta de manjares;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taça de dez siclos de oiro, cheia de incenso;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novilho, um carneiro, um cordeiro d'um anno, para holocausto;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expiação do peccado;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sacrificio pacifico dois bois, cinco carneiros, cinco bodes, cinco cordeiros d'um anno: esta foi a offerta d'Eliab, filho de Helon.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quarto dia offereceu o principe dos filhos de Ruben, Elizur, filho de Sedeur: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offerta foi um prato de prata, do peso de cento e trinta siclos, uma bacia de prata de setenta siclos, segundo o siclo do sanctuario; ambos cheios de flor de farinha, amassada com azeite, para offerta de manjares;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taça de dez siclos d'oiro, cheia de incenso;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novilho, um carneiro, um cordeiro d'um anno, para holocausto;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expiação do peccado;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sacrificio pacifico dois bois, cinco carneiros, cinco bodes, cinco cordeiros d'um anno: esta foi a offerta de Elizur, filho de Sedeur.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quinto dia offereceu o principe dos filhos de Simeão, Selumiel, filho de Surisaddai.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offerta foi um prato de prata, de peso de cento e trinta siclos, uma bacia de prata de setenta siclos, segundo o siclo do sanctuario; ambos cheios de flôr de farinha amassada com azeite, para offerta de manjares;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taça de dez siclos d'oiro, cheia de incenso;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novilho, um carneiro, um cordeiro d'um anno, para holocausto;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expiação do peccado.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sacrificio pacifico dois bois, cinco carneiros, cinco bodes, cinco cordeiros d'um anno: esta foi a offerta de Selumiel, filho de Surisaddai.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sexto dia offereceu o principe dos filhos de Gad, Eliasaph, filho de Dehuel.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offerta foi um prato de prata, do peso de cento e trinta siclos, uma bacia de prata de setenta siclos, segundo o siclo do sanctuario; ambos cheios de flôr de farinha, amassada com azeite, para offerta de manjares;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taça de dez siclos d'oiro, cheia de incenso;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novilho, um carneiro, um cordeiro d'um anno, para holocausto;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expiação do peccado;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sacrificio pacifico dois bois, cinco carneiros, cinco bodes, cinco cordeiros d'um anno: esta foi a offerta d'Eliasaph, filho de Dehuel.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setimo dia offereceu o principe dos filhos d'Ephraim, Elisama, filho d'Ammihud.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offerta foi um prato de prata do peso de cento e trinta siclos, uma bacia de prata de setenta siclos, segundo o siclo do sanctuario; ambos cheios de flor de farinha, amassada com azeite, para offerta de manjares;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taça de dez siclos d'oiro, cheia de incenso;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novilho, um carneiro, um cordeiro d'um anno, para holocausto;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expiação do peccado;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sacrificio pacifico dois bois, cinco carneiros, cinco bodes, cinco cordeiros d'um anno: esta foi a offerta d'Elisama, filho d'Ammihud.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oitavo dia offereceu o principe dos filhos de Manasseh, Gamaliel, filho de Pedazur: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offerta foi um prato de prata, do peso de cento e trinta siclos, uma bacia de setenta siclos, segundo o siclo do sanctuario; ambos cheios de flor de farinha amassada, com azeite para offerta de manjares;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taça de dez siclos d'oiro, cheia de incenso;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novilho, um carneiro, um cordeiro d'um anno, para holocausto;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expiação do peccado;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sacrificio pacifico dois bois, cinco carneiros, cinco bodes, cinco cordeiros d'um anno: esta foi a offerta de Gamaliel, filho de Pedazur.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nono offereceu o principe dos filhos de Benjamin, Abidan, filho de Gideoni: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offerta foi um prato de prata, do peso de cento e trinta siclos, uma bacia de prata de setenta siclos, segundo o siclo do sanctuario; ambos cheios de flor de farinha, amassada com azeite, para offerta de manjares;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taça de dez siclos d'oiro, cheia de incenso;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novilho, um carneiro, um cordeiro d'um anno, para holocausto;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expiação do peccado;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sacrificio pacifico, dois bois, cinco carneiros, cinco bodes, cinco cordeiros d'um anno; esta foi a offerta d'Abidan, filho de Gideoni.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decimo dia offereceu o principe dos filhos de Dan, Ahieser, filho d'Amisaddai,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offerta foi um prato de prata, do peso de cento e trinta siclos, uma bacia de prata de setenta siclos, segundo o siclo do sanctuario; ambos cheios de flor de farinha, amassada com azeite, para offerta de manjares;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taça de dez siclos d'oiro, cheia de incenso;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novilho, um carneiro, um cordeiro d'um anno, para holocausto;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expiação do peccado;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sacrificio pacifico, dois bois, cinco carneiros, cinco bodes, cinco cordeiros d'um anno: esta foi a offerta d'Ahieser, filho d'Amisaddai.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undecimo offereceu o principe dos filhos d'Aser, Pagiel, filho d'Ochran.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offerta foi um prato de prata, do peso de cento e trinta siclos, uma bacia de prata de setenta siclos, segundo o siclo do sanctuario; ambos cheios de flor de farinha, amassada com azeite, para offerta de manjares;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taça de dez siclos d'oiro, cheia de incenso;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novilho, um carneiro, um cordeiro d'um anno para holocausto;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7:76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expiação do peccado;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7:77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sacrificio pacifico, dois bois, cinco carneiros, cinco bodes, cinco cordeiros d'um anno: esta foi a offerta de Pagiel, filho d'Ochran.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7:78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duodecimo dia offereceu o principe dos filhos de Naphtali, Ahira, filho d'Enan.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offerta foi um prato de prata, do peso de cento e trinta siclos, uma bacia de prata de setenta siclos, segundo o siclo do sanctuario; ambos cheios de flor de farinha, amassada com azeite, para offerta de manjares;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7:80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taça de dez siclos d'oiro, cheia de incenso;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7:81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novilho, um carneiro, um cordeiro d'um anno para holocausto;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7:82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bode para expiação do peccado;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7:83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sacrificio pacifico, dois bois, cinco carneiros, cinco bodes, cinco cordeiros d'um anno: esta foi a offerta d'Ahira, filho d'Enan.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7:84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consagração do altar, feita pelos principes d'Israel, no dia em que foi ungido, doze pratos de prata, doze bacias de prata, doze taças d'oiro.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prato de prata de cento e trinta siclos, e cada bacia de setenta: toda a prata dos vasos foi dois mil e quatrocentos siclos, segundo o siclo do sanctuario: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Doze taças d'oiro cheias de incenso, cada taça de dez siclos, segundo o siclo do sanctuario: todo o oiro das taças foi de cento e vinte siclos;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7:87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bois para holocausto foram doze novilhos, doze carneiros, doze cordeiros d'um anno, com a sua offerta de manjares, e doze bodes para expiação do peccado.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7:88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bois para sacrificio pacifico foram vinte e quatro novilhos: os carneiros sessenta, os bodes sessenta, os cordeiros d'um anno sessenta: esta é a consagração do altar, depois que foi ungido.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7:89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Moysés entrava na tenda da congregação para fallar com Elle, então ouvia a voz que lhe fallava de cima do propiciatorio, que está sobre a arca do testemunho entre os dois cherubins: assim com elle fallava.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