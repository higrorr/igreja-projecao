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jornadas dos filhos d'Israel, que sairam da terra do Egypto, segundo os seus exercitos, pela mão de Moysés e Aarão.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escreveu Moysés as suas saidas, segundo as suas partidas, conforme ao mandado do Senhor: e estas são as suas jornadas segundo as suas saidas.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Partiram pois de Rahmeses no mez primeiro, no dia quinze do primeiro mez; o seguinte dia da paschoa sairam os filhos de Israel por alta mão aos olhos de todos os egypcios,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Enterrando os egypcios os que o Senhor tinha ferido entre elles, a todo o primogenito, e havendo o Senhor executado os seus juizos nos seus deuses.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Partidos pois os filhos de Israel de Rahmeses, acamparam-se em Succoth.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Succoth, e acamparam-se em Etham, que está no fim do deserto.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d'Etham, e viraram-se a Pi-hahiroth, que está defronte de Baal-zephon, e acamparam-se diante de Migdol.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Hahiroth, e passaram pelo meio do mar ao deserto, e andaram caminho de tres dias no deserto de Etham, e acamparam-se em Marah.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Marah, e vieram a Elim, e em Elim havia doze fontes de aguas, e setenta palmeiras, e acamparam-se ali.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d'Elim, e acamparam-se junto ao Mar Vermelho.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do Mar Vermelho, e acamparam-se no deserto de Sin.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do deserto de Sin, e acamparam-se em Dophka.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Dophka, e acamparam-se em Alus.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d'Alus, e acamparam-se em Raphidim; porém não havia ali agua, para que o povo bebesse.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Partiram pois de Raphidim, e acamparam-se no deserto de Sinai.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do deserto de Sinai, e acamparam-se em Quibroth-taava.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Quibroth-taava, e acamparam-se em Hazeroth.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Hazeroth, e acamparam-se em Rithma.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Rithma, e acamparam-se em Rimmon-parez.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Rimmon-perez, e acamparam-se em Libna.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Libna, e acamparam-se em Rissa.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Rissa, e acamparam-se em Kehelatha.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Kehelatha, e acamparam-se no monte de Sapher.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do monte de Sapher, e acamparam-se em Harada.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Harada, e acamparam-se em Magheloth.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Magheloth, e acamparam-se em Tachath.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Tachath, e acamparam-se em Tarah.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Tarah, e acamparam-se em Mithka.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Mithka, e acamparam-se em Hasmona.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Hasmona, e acamparam-se em Moseroth.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Moseroth, e acamparam-se em Bene-jaakan.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Bene-jaakan, e acamparam-se em Hor-hagidgad.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Hor-hagidgad, e acamparam-se em Jothbatha.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Jothbatha, e acamparam-se em Abrona.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d'Abrona, e acamparam-se em Ezion-geber.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d'Ezion-geber, e acamparam-se no deserto de Zin, que é Cades.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Cades, e acamparam-se no monte de Hor, no fim da terra d'Edom.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Aarão , o sacerdote, subiu ao monte de Hor, conforme ao mandado do Senhor; e morreu ali no quinto mez do anno quadragesimo da saida dos filhos de Israel da terra do Egypto, no primeiro dia do mez.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Aarão d'edade de cento e vinte e tres annos, quando morreu no monte de Hor.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ouviu o cananeo, rei de Harad, que habitava o sul na terra de Canaan, que chegavam os filhos d'Israel.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do monte de Hor, e acamparam-se em Zalmona.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Zalmona, e acamparam-se em Phunon.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Phunon, e acamparam-se em Oboth.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d'Oboth, e acamparam-se nos outeirinhos de Abarim, no termo de Moab.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dos outeirinhos d'Abarim, e acamparam-se em Dibon-gad.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de Dibon-gad, e acamparam-se em Almon-diblathaim.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d'Almon-diblathaim, e acamparam-se nos montes, d'Abarim, defronte de Nebo.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partiram dos montes de Abarim, e acamparam-se nas campinas dos moabitas, junto ao Jordão de Jericó.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acamparam-se junto ao Jordão, desde Beth-jesimoth até Abel-sittim, nas campinas dos moabitas.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nas campinas dos moabitas, junto ao Jordão de Jericó, dizendo: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d'Israel, e dize-lhes: Quando houverdes passado ; o Jordão para a terra de Canaan,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Lançareis fóra todos os moradores da terra diante de vós, e destruireis todas as suas pinturas: tambem destruireis todas as suas imagens de fundição, e desfareis todos os seus altos;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tomareis a terra em possessão, e n'ella habitareis: porquanto vos tenho dado esta terra, para possuil-a.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sortes herdareis a terra segundo as vossas familias; aos muitos a herança multiplicareis, e aos poucos a herança diminuireis; onde a sorte sair a alguem, ali a terá: segundo as tribus de vossos paes tomareis as heranças.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não lançardes fóra os moradores da terra de diante de vós, então os que deixardes ficar d'elles vos serão por espinhos nos vossos olhos, e por aguilhões nas vossas ilhargas, e apertar-vos-hão na terra em que habitardes.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33:56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 farei a vós como pensei fazer-lhes a elles.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