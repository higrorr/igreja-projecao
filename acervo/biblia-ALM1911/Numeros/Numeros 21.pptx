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o cananeo, o rei de Harad, que habitava para a banda do sul, que Israel vinha pelo caminho das espias, pelejou contra Israel, e d'elle levou alguns d'elles por prisioneiros.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Israel fez um voto ao Senhor, dizendo: Se totalmente entregares este povo na minha mão, destruirei totalmente as suas cidades.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Senhor pois ouviu a voz de Israel, e entregou os cananeos, e os destruiu totalmente, a elles e ás suas cidades: e o nome d'aquelle logar chamou Horma.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partiram do monte de Hor, pelo caminho do Mar Vermelho, a rodear a terra de Edom: porém a alma do povo angustiou-se n'este caminho.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povo fallou contra Deus e contra Moysés: Porque nos fizestes subir do Egypto para que morressemos n'este deserto? pois aqui nem pão nem agua ha: e a nossa alma tem fastio d'este pão tão vil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mandou entre o povo serpentes ardentes, que morderam o povo; e morreu muito povo de 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povo veiu a Moysés, e disse: Havemos peccado, porquanto temos fallado contra o Senhor e contra ti; ora ao Senhor que tire de nós estas serpentes. Então Moysés orou pelo povo.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Faze-te uma serpente ardente, e põe-n'a sobre uma haste: e será que viverá todo o mordido que attentar para ella.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fez uma serpente de metal, e pôl-a sobre uma haste; e era que, mordendo alguma serpente a alguem, attentava para a serpente de metal, e ficava vivo.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os filhos de Israel partiram, e alojaram-se em Oboth.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partiram de Oboth, e alojaram-se nos outeiros de Abarim, no deserto que está defronte de Moab, ao nascente do sol.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D'ali partiram, e alojaram-se junto ao ribeiro de Zered.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partiram, e alojaram-se d'esta banda de Arnon, que está no deserto e sae dos termos dos amorrheos: porque Arnon é o termo de Moab, entre Moab e os amorrheos.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se diz no livro das guerras do Senhor: Contra Vaheb em Supha, e contra os ribeiros de Arnon,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contra a corrente dos ribeiros, que se volve para a situação de Ar, e se encosta aos termos de Moab.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d'ali se partiram a Beer; este é o poço do qual o Senhor disse a Moysés: Ajunta o povo, e lhe darei agua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(Então Israel cantou este cantico: Sobe, poço, cantae d'elle: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Tu, poço, que cavaram os principes, que escavaram os nobres do povo, e o legislador com os seus bordões): e do deserto partiram para Mattana;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Mattana a Nahaliel, e de Nahaliel a Bamoth;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Bamoth ao valle que está no campo de Moab, no cume de Pisga, e á vista do deserto.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Israel mandou mensageiros a Sehon, rei dos amorrheos, dizendo: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Deixa-me passar pela tua terra; não nos desviaremos pelos campos nem pelas vinhas: as aguas dos poços não beberemos: iremos pela estrada real até que passemos os teus termos.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Porem Sehon não deixou passar a Israel pelos seus termos; antes Sehon congregou todo o seu povo, e saiu ao encontro de Israel ao deserto, e veiu a Jazha, e pelejou contra Israel.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Israel o feriu ao fio da espada, e tomou a sua terra em possessão, desde Arnon até Jabbok, até aos filhos de Ammon: porquanto o termo dos filhos de Ammon era firme.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Israel tomou todas estas cidades: e Israel habitou em todas as cidades dos amorrheos, em Hesbon e em todas as suas aldeias.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Hesbon era cidade de Sehon, rei dos amorrheos, e tinha pelejado contra o precedente rei dos moabitas, e tinha tomado da sua mão toda a sua terra até Arnon.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dizem os que fallam em proverbios: Vinde a Hesbon; edifique-se e fortifique-se a cidade de Sehon.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fogo saiu de Hesbon, e uma chamma da cidade de Sehon: e consumiu a Ar dos moabitas, e os senhores dos altos de Arnon.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 de ti, Moab! perdido és, povo de Chamoz! entregou seus filhos, que iam fugindo, e suas filhas, a ser captivos a Sehon, rei dos amorrheos.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nós os derribámos: Hesbon perdida é até Dibon, e os assolámos até Nophah, que se estende até Medeba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Assim Israel habitou na terra dos amorrheos.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mandou Moysés espiar a Jaezer, e tomaram as suas aldeias, e d'aquella possessão lançaram os amorrheos que estavam ali.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viraram-se, e subiram o caminho de Basan: e Og, rei de Basan, saiu contra elles, elle e todo o seu povo, á peleja em Edrei.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Não o temas, porque eu t'o tenho dado na tua mão, a elle, e a todo o seu povo, e a sua terra, e far-lhe-has como fizeste a Sehon, rei dos amorrheos, que habitava em Hesbon.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tal maneira o feriram, a elle e a seus filhos, e a todo o seu povo, que nenhum d'elles escapou: e tomaram a sua terra em possessão.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