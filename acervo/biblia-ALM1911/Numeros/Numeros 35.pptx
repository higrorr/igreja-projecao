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 nas campinas dos moabitas, junto ao Jordão de Jericó,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ordem aos filhos de Israel que, da herança da sua possessão, dêem cidades aos levitas, em que habitem: e tambem aos levitas dareis arrabaldes ao redor d'ellas.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terão estas cidades para habital-*as: porém os seus arrabaldes serão para as suas bestas, e para a sua fazenda, e para todos os seus animaes.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arrabaldes das cidades que dareis aos levitas, desde o muro da cidade e para fóra, serão de mil covados em redor.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fóra da cidade, da banda do oriente, medireis dois mil covados, e da banda do sul dois mil covados, e da banda do occidente dois mil covados, e da banda do norte dois mil covados, e a cidade no meio: isto terão por arrabaldes das cidades.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cidades pois que dareis aos levitas haverá seis cidades de refugio, as quaes dareis para que o homicida ali se acolha: e, além d'estas, lhes dareis quarenta e duas cidades.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cidades que dareis aos levitas serão quarenta e oito cidades, juntamente com os seus arrabaldes.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cidades que derdes da herança dos filhos de Israel, do que tiver muito tomareis muito, e do que tiver pouco tomareis pouco: cada um dará das suas cidades aos levitas, segundo a sua herança que herdar.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e dize-lhes: Quando passardes o Jordão á terra de Canaan,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Fazei com que vos estejam á mão cidades que vos sirvam de cidades de refugio, para que ali se acolha o homicida que ferir a alguma alma por erro.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cidades vos serão por refugio do vingador do sangue: para que o homicida não morra, até que esteja perante a congregação no juizo.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das cidades que derdes haverá seis cidades de refugio para vós.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Tres d'estas cidades dareis d'áquem do Jordão, e tres d'estas cidades dareis na terra de Canaan: cidades de refugio serão.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Serão por refugio estas seis cidades para os filhos de Israel, e para o estrangeiro, e para o que se hospedar no meio d'elles, para que ali se acolha aquelle que ferir a alguma alma por erro.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 ferir com instrumento de ferro, e morrer, homicida é: certamente o homicida morrerá.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Ou, se lhe atirar uma pedrada, de que possa morrer, e ella morrer, homicida é: certamente o homicida morrerá.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Ou, se a ferir com instrumento de pau que tiver na mão, de que possa morrer, e ella morrer, homicida é: certamente morrerá o homicida.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vingador do sangue matará o homicida: encontrando-o, matal-o-ha.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tambem a empurrar com odio, ou com intento lançar contra ella alguma coisa, e morrer;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por inimizade a ferir com a sua mão, e morrer, certamente morrerá o feridor; homicida é: o vingador do sangue, encontrando o homicida, o matará.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a empurrar de improviso, sem inimizade, ou contra ella lançar algum instrumento sem designio;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Ou, sobre ella fizer cair alguma pedra sem o ver, de que possa morrer, e ella morrer, e elle não era seu inimigo nem procurava o seu mal;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congregação julgará entre o feridor e entre o vingador do sangue, segundo estas leis.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congregação livrará o homicida da mão do vingador do sangue, e a congregação o fará voltar á cidade do seu refugio, onde se tinha acolhido: e ali ficará até á morte do summo sacerdote, a quem ungiram com o sancto oleo.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de alguma maneira o homicida sair dos termos da cidade do seu refugio, onde se tinha acolhido,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vingador do sangue o achar fóra dos termos da cidade do seu refugio, se o vingador do sangue matar o homicida, não será culpado do sangue.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deve ficar na cidade do seu refugio, até á morte do summo sacerdote: mas, depois da morte do summo sacerdote, o homicida voltará á terra da sua possessão.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estas coisas vos serão por estatuto de direito a vossas gerações, em todas as vossas habitações.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aquelle que ferir a alguma pessoa, conforme ao dito das testemunhas, matarão o homicida: mas uma só testemunha não testemunhará contra algum, para que morra.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tomareis expiação pela vida o homicida, que culpado está de morte: antes certamente morrerá.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não tomareis expiação por aquelle que se acolher á cidade do seu refugio, para tornar a habitar na terra, até a morte do summo sacerdote.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não profanareis a terra em que estaes; porque o sangue faz profanar a terra: e nenhuma expiação se fará pela terra por causa do sangue que se derramar n'ella, senão com o sangue d'aquelle que o derramou.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contaminareis pois a terra na qual vós habitareis, no meio da qual eu habitarei: pois eu, o Senhor, habito no meio dos filhos d'Israel.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