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 e a Aarão,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d'Israel assentarão as suas tendas, cada um debaixo da sua bandeira, segundo as insignias da casa de seus paes; ao redor, defronte da tenda da congregação, assentarão as suas tendas.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assentarem as suas tendas da banda do oriente para o nascente serão os da bandeira do exercito de Judah, segundo os seus esquadrões, e Naasson, filho d'Amminadab, será principe dos filhos de Judah.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setenta e quatro mil e seiscentos.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 elle assentará as suas tendas a tribu d'Issacar, e Nathanael, filho de Suhar, será principe dos filhos d'Issacar.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cincoenta e quatro mil e quatrocentos.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 tribu de Zebulon; e Eliab, filho de Helon, será principe dos filhos de Zebulon.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cincoenta e sete mil e quatrocentos.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foram contados do exercito de Judah, cento e oitenta e seis mil e quatrocentos, segundo os seus esquadrões, estes marcharão os primeiros.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bandeira do exercito de Ruben, segundo os seus esquadrões, estará para a banda do sul: e Eliasur, filho de Sedeur, será principe dos filhos de Ruben.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 foram quarenta e seis mil e quinhentos.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 elle assentará as suas tendas a tribu de Simeão; e Selumiel, filho de Surisaddai, será principe dos filhos de Simeão.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cincoenta e nove mil e trezentos.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 tribu de Gad; e Eliasaph, filho de Rehuel, será principe dos filhos de Gad.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quarenta e cinco mil e seiscentos e cincoenta.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foram contados no exercito de Ruben foram cento e cincoenta e um mil e quatrocentos e cincoenta, segundo os seus esquadrões: e estes marcharão, os segundos.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partirá a tenda da congregação com o exercito dos levitas no meio dos exercitos: como assentaram as suas tendas, assim marcharão, cada um no seu logar, segundo as suas bandeiras.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bandeira do exercito d'Ephraim, segundo os seus esquadrões, estará para a banda do occidente; e Elisama, filho d'Ammihud, será principe dos filhos d'Ephraim.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quarenta mil e quinhentos.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 elle a tribu de Manasseh: e Gamaliel, filho de Pedazur, será principe dos filhos de Manasseh.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trinta e dois mil e duzentos.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 tribu de Benjamin: e Abidan, filho de Gideoni, será principe dos filhos de Benjamin,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trinta e cinco mil e quatrocentos.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foram contados no exercito de Ephraim foram cento e oito mil e cem, segundo os seus esquadrões: e estes marcharão os terceiros.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bandeira do exercito de Dan estará para o norte, segundo os seus esquadrões: e Ahiezer, filho de Ammisaddai, será principe dos filhos de Dan.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sessenta e dois mil e setecentos.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 elle assentará as suas tendas a tribu de Aser: e Pagiel, filho de Ochran, será principe dos filhos de Aser.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quarenta e um mil e quinhentos.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 tribu de Naphtali: e Ahira, filho de Enan, será principe dos filhos de Naphtali.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exercito, e os que foram contados d'elles, foram cincoenta e tres mil e quatrocentos.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foram contados no exercito de Dan foram cento e cincoenta e sete mil e seiscentos: estes marcharão no ultimo logar, segundo as suas bandeiras.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que foram contados dos filhos de Israel, segundo a casa de seus paes: todos os que foram contados dos exercitos pelos seus esquadrões foram seiscentos e tres mil e quinhentos e cincoenta.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levitas não foram contados entre os filhos de Israel, como o Senhor ordenara a Moysés.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Israel fizeram conforme a tudo o que o Senhor ordenara a Moysés; assim assentaram o arraial segundo as suas bandeiras, e assim marcharam, cada qual segundo as suas gerações, segundo a casa de seus paes.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