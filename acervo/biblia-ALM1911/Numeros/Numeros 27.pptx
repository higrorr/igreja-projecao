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chegaram as filhas de Selofad, filho de Hepher, filho de Gilead, filho de Machir, filho de Manasseh, entre as familias de Manasseh, filho de José: (e estes são os nomes de suas filhas: Machla, Noa, Hogla, Milca, e Tirza);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pozeram-se diante de Moysés, e diante de Eleazar, o sacerdote, e diante dos principes e de toda a congregação, á porta da tenda da congregação,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pae morreu no deserto, e não estava entre a congregação dos que se congregaram contra o Senhor na congregação de Coré: mas morreu no seu proprio peccado, e não teve filhos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tiraria o nome de nosso pae do meio da sua familia, porquanto não teve filhos? Dános possessão entre os irmãos de nosso pae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levou a sua causa perante 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filhas de Selofad fallam rectamente: certamente lhes darás possessão de herança entre os irmãos de seu pae; e a herança de seu pae farás passar a ellas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fallarás aos filhos de Israel, dizendo: Quando alguem morrer, e não tiver filho, então fareis passar a sua herança a sua filha.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não tiver filha, então a sua herança dareis a seus irmãos.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não tiver irmãos, então dareis a sua herança aos irmãos de seu pae.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tambem seu pae não tiver irmãos, então a sua herança dareis a seu parente, áquelle que lhe fôr o mais chegado da sua familia, para que a possua: isto aos filhos de Israel será por estatuto de direito, como o Senhor ordenou a Moysés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o Senhor a Moysés: Sobe a este monte de Abarim, e vê a terra que tenho dado aos filhos de Israel.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havendo-a visto, então serás recolhido aos teus povos, assim tu como foi recolhido teu irmão Aarão: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rebeldes fostes no deserto de Zin, na contenda da congregação, ao meu mandado de me sanctificar nas aguas diante dos seus olhos: (estas são as aguas de Meribah de Cades, no deserto de Zin.)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Moysés ao Senhor,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Deus dos espiritos de toda a carne, ponha um homem sobre esta congregação,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saia diante d'elles, e que entre diante d'elles, e que os faça sair, e que os faça entrar: para que a congregação do Senhor não seja como ovelhas que não teem pastor.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Toma para ti a Josué, filho de Nun, homem em quem ha o espirito, e põe a tua mão sobre elle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apresenta-o perante Eleazar, o sacerdote, e perante toda a congregação, e dá-lhe mandamentos aos olhos d'elles.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põe sobre elle da tua gloria, para que obedeça toda a congregação dos filhos de Israel.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porá perante Eleazar, o sacerdote, o qual por elle consultará, segundo o juizo de Urim, perante o Senhor: conforme ao seu dito sairão, e conforme ao seu dito entrarão, elle e todos os filhos de Israel com elle, e toda a congregação.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Moysés como o Senhor lhe ordenara: porque tomou a Josué, e apresentou-o perante Eleazar, o sacerdote, e perante toda a congregação: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elle poz as suas mãos, e lhe deu mandamentos, como o Senhor ordenara pela mão de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