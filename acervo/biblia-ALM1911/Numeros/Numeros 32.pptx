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Ruben e os filhos de Gad tinham muito gado em grande multidão; e viram a terra de Jaezer, e a terra de Gilead, e eis que o logar era logar de gado.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Vieram pois os filhos de Gad e os filhos de Ruben, e fallaram a Moysés e a Eleazar, o sacerdote, e aos maioraes da congregação,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Ataroth, e Dibon, e Jaezer, e Nimra, e Hesbon, e Eleal, e Schebam, e Nebo, e Behon;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que o Senhor feriu diante da congregação de Israel, é terra de gado: e os teus servos teem gado.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mais: Se achámos graça aos teus olhos, dê-se esta terra aos teus servos em possessão; e não nos faças passar o Jordão.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Moysés disse aos filhos de Gad e aos filhos de Ruben: Irão vossos irmãos á peleja, e ficareis vós aqui?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pois descorajaes o coração dos filhos d'Israel, para que não passem á terra que o Senhor lhes tem dado?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fizeram vossos paes, quando os mandei de Cades-barnea, a ver esta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elles até ao valle d'Escol, e vendo esta terra, descorajaram o coração dos filhos de Israel, para que não viessem á terra que o Senhor lhes tinha dado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ira do Senhor se accendeu n'aquelle mesmo dia, e jurou,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os varões, que subiram do Egypto, de vinte annos e para cima não verão a terra que jurei a Abrahão, a Isaac, e a Jacob porquanto não perseveraram em seguir-me;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Excepto Caleb, filho de Jefoné o kenezeo, e Josué filho de Nun, porquanto perseveraram em seguir ao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accendeu a ira do Senhor contra Israel, e fêl-os andar errantes até que se consumiu toda aquella geração, que fizera mal aos olhos do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eis-que vós, uma multidão de homens peccadores, vos levantastes em logar de vossos paes, para ainda mais accrescentar o furor da ira do Senhor contra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vós vos virardes de seguil-o, tambem elle os deixará de novo no deserto, e destruireis a todo este povo.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chegaram-se a elle, e disseram: Edificaremos curraes aqui para o nosso gado, e cidades para as nossas crianças;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nós nos armaremos, apressando-nos diante dos d'Israel, até que os levemos ao seu logar: e ficarão as nossas crianças nas cidades fortes por causa dos moradores da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voltaremos para nossas casas, até que os filhos d'Israel estejam de posse cada um da sua herança.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herdaremos com elles d'além do Jordão, nem mais adiante; porquanto nós já teremos a nossa herança d'áquem do Jordão ao oriente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lhes disse: Se isto fizerdes assim, se vos armardes á guerra perante o Senhor;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um de vós, armado, passar o Jordão perante o Senhor, até que haja lançado fóra os seus inimigos de diante d'elle;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esteja subjugada perante o Senhor; então voltareis depois, e ficareis desculpados perante o Senhor e perante Israel: e esta terra vos será por possessão perante o Senhor: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não fizerdes assim, eisque peccastes contra o Senhor: porém sentireis o vosso peccado, quando vos achar.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Edificae vós cidades para as vossas crianças, e curraes para as vossas ovelhas; e fazei o que saiu da vossa bocca.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fallaram os filhos de Gad, e os filhos de Ruben a Moysés, dizendo: Como ordena meu senhor, assim farão teus servos.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nossas crianças, as nossas mulheres, a nossa fazenda, e todos os nossos animaes estarão ahi nas cidades de Gilead.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teus servos passarão, cada um armado para pelejar para a guerra, perante o Senhor, como tem dito meu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deu ordem ácêrca d'elles a Eleazar, o sacerdote, e a Josué filho de Nun, e aos Cabeças das casas dos paes das tribus dos filhos d'Israel;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Moysés: Se os filhos de Gad, e os filhos de Ruben passarem comvosco o Jordão, armado cada um para a guerra perante o Senhor; e a terra estiver subjugada diante de vós, em possessão lhes dareis a terra de Gilead;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não passarem, armados, comvosco, então se porão por possuidores no meio de vós na terra de Canaan.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responderam os filhos de Gad e os filhos de Ruben, dizendo: O que o Senhor fallou a teus servos, isso faremos.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passaremos, armados, perante o Senhor á terra de Canaan, e teremos a possessão de nossa herança d'áquem do Jordão.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deu-lhes Moysés, aos filhos de Gad, e aos filhos de Ruben, e á meia tribu de Manasseh, filho de José, o reino de Sehon, rei dos amorrheos, e o reino d'Og, rei de Basan: a terra com as suas cidades nos seus termos, as cidades do seu contorno.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Gad edificaram a Dibon, e Ataroth, e Aroer;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Atroth-sophan, e Jaezer, e Jogbeha;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Beth-nimra, e Bethharan, cidades fortes; e curraes d'ovelhas.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Ruben edificaram a Hesbon, e Eleal, as e Quiriathaim;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Nebo, e Baal-meon, mudando-*lhes o nome, e Sibma: e os nomes das cidades que edificaram chamaram por outros nomes.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Machir, filho de Manasseh, foram-se para Gilead, e a tomaram: e d'aquella possessão lançaram os amorrheos, que estavam n'ella.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Moysés deu Gilead a Machir, filho de Manasseh, o qual habitou n'ella.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Jair, filho de Manasseh, e tomou as suas aldeias; e chamou-as Havot-jair.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Nobah, e tomou a Quenath com as suas aldeias; e chamou-a Nobah, segundo o seu nome.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