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Balaão que bem parecia aos olhos do Senhor que abençoasse a Israel, não se foi esta vez como d'antes ao encontro dos encantamentos: mas poz o seu rosto para o deserto.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levantando Balaão os seus olhos, e vendo a Israel, que habitava segundo as suas tribus, veiu sobre elle o Espirito de Deus.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alçou a sua parabola, e disse: Falla, Balaão, filho de Beor, e falla o homem d'olhos abertos;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aquelle que ouviu os ditos de Deus, o que vê a visão do Todo-poderoso caido em extasis e d'olhos abertos: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Que boas são as tuas tendas, ó Jacob! as tuas moradas ó Israel.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Como ribeiros se estendam, como jardins ao pé dos rios: como arvores de sandalo o Senhor os plantou, como cedros junto ás aguas,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 seus baldes manarão aguas, e a sua semente estará em muitas aguas: e o seu rei se exalçará mais do que Agag, e o seu reino será levantado.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Deus o tirou do Egypto; as suas forças são como as do unicornio: consumirá as gentes, seus inimigos, e quebrará seus ossos, e com as suas settas os atravessará.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Encurvou-se, deitou-se como leão, e como leoa: quem o despertará? bemditos os que te abençoarem, e malditos os que te amaldiçoarem.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 ira de Balac se accendeu contra Balaão, e bateu elle as suas palmas: e Balac disse a Balaão: Para amaldiçoar os meus inimigos te tenho chamado; porém agora já tres vezes os abençoaste inteiramente.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foge para o ten logar: eu tinha dito que te honraria grandemente; mas eis que o Senhor te privou d'esta honra.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disse a Balac: Não fallei eu tambem aos teus mensageiros, que me enviaste, dizendo: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Ainda que Balac me désse a sua casa cheia de prata e oiro, não posso traspassar o mandado do Senhor, fazendo bem ou mal de meu proprio coração: o que o Senhor fallar, isso fallarei eu.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Agora pois eis que me vou ao meu povo: vem, avisar-te-hei do que este povo fará ao teu povo nos ultimos dias.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alçou a sua parabola, e disse: Falla Balaão, filho de Beor, e falla o homem d'olhos abertos;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Falla aquelle que ouviu os ditos de Deus, e o que sabe a sciencia do Altissimo: o que viu a visão do Todo Poderoso, caido em extasis, e d'olhos abertos: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Vel-o-hei, mas não agora contemplal-o-hei mas não de perto: uma estrella procederá de Jacob, e um sceptro subirá de Israel, que ferirá os termos dos moabitas, e destruirá todos os filhos de Seth.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Edom será uma possessão, e Seir tambem será uma possessão hereditaria para os seus inimigos: pois Israel fará proezas.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dominará um de Jacob, e matará os que restam das cidades.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os amalequitas, alçou a sua parabola, e disse: Amalek é o primeiro das gentes; porém o seu fim será para perdição.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vendo os quenitas, alçou a sua parabola, e disse: Firme está a tua habitação, e pozeste o teu ninho na penha.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Todavia o quenita será consumido, até que Assur te leve por prisioneiro.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alçando ainda a sua parabola, disse: Ai, quem viverá, quando Deus fizer isto?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as naus das costas de Chittim affligirão a Assur; tambem affligirão a Heber; e tambem elle será para perdição.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Números 24:25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Balaão levantou-se, e foi-se, e voltou ao seu logar , e tambem Balac foi-se pelo seu caminho.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