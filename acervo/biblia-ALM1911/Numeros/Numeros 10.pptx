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Faze-te duas trombetas de prata: d'obra batida as farás: e te serão para a convocação da congregação, e para a partida dos arraiaes.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as tocarem ambas, então toda a congregação se congregará a ti á porta da tenda da congregação.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quando tocar uma só, então a ti se congregarão os principes, os Cabeças dos milhares de Israel.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Quando, retinindo, as tocardes, então partirão os arraiaes que alojados estão da banda do oriente.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quando a segunda vez, retinindo, as tocardes, então partirão os arraiaes que se alojam da banda do sul: retinindo, as tocarão para as suas partidas.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ajuntando a congregação, as tocareis; mas sem retinir.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d'Aarão, sacerdotes, tocarão as trombetas: e a vós serão por estatuto perpetuo nas vossas gerações.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na vossa terra sairdes a pelejar contra o inimigo, que vos aperta, tambem tocareis as trombetas retinindo, e perante o Senhor vosso Deus haverá lembrança de vós, e sereis salvos de vossos inimigos.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Similhantemente, no dia da vossa alegria, e nas vossas solemnidades, e nos principios dos vossos mezes, tambem tocareis as trombetas sobre os vossos holocaustos, sobre os vossos sacrificios pacificos, e vos serão por memorial perante vosso Deus: Eu sou o Senhor vosso Deus.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aconteceu, no anno segundo, no segundo mez, aos vinte do mez, que a nuvem se alçou de sobre o tabernaculo da congregação.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d'Israel se partiram segundo as suas partidas do deserto de Sinai: e a nuvem parou no deserto de Paran.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partiram pela primeira vez segundo o dito do Senhor, pela mão de Moysés.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primeiramente partiu a bandeira do arraial dos filhos de Judah segundo os seus exercitos: e sobre o seu exercito estava Naasson, filho d'Amminadab.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o exercito da tribu dos filhos d'Issacar, Nathanael, filho de Suhar.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o exercito da tribu dos filhos de Zebulon, Eliab, filho de Helon.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desarmaram o tabernaculo, e os filhos de Gerson e os filhos de Merari partiram, levando o tabernaculo.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partiu a bandeira do arraial de Ruben segundo os seus exercitos: e sobre o seu exercito estava Elizur, filho de Sedeur.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o exercito da tribu dos filhos de Simeão, Selumiel, filho de Surisaddai.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o exercito da tribu dos filhos de Gad, Eliasaph, filho de Dehuel.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partiram os kohathitas, levando o sanctuario; e os outros levantaram o tabernaculo, entretanto que estes vinham.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partiu a bandeira do arraial dos filhos d'Ephraim segundo os seus exercitos: e sobre o seu exercito estava Elisama, filho d'Ammihud.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o exercito da tribu dos filhos de Manasseh, Gamaliel, filho de Pedazur.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o exercito da tribu dos filhos de Benjamin, Abidan, filho de Gideoni.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partiu a bandeira do arraial dos filhos de Dan, fechando todos os arraiaes segundo os seus exercitos: e sobre o seu exercito estava Ahiezer, filho de Ammisaddai.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o exercito da tribu dos filhos d'Aser, Pagiel, filho de Ochran.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o exercito da tribu dos filhos de Naphtali, Ahira, filho d'Enan.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eram as partidas dos filhos d'Israel segundo os seus exercitos, quando partiam.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então Moysés a Hobab, filho de Reguel o midianita, sogro de Moysés: Nós caminhamos para aquelle logar, de que o Senhor disse: Vol-o darei: vae comnosco, e te faremos bem; porque o Senhor fallou bem sobre Israel.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lhe disse: Não irei; antes irei á minha terra e á minha parentela.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Ora não nos deixes: porque tu sabes que nós nos alojamos no deserto; nos servirás d'olhos.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vindo tu comnosco, e succedendo o bem, com que o Senhor nos fará bem, tambem nós te faremos bem.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partiram do monte do Senhor caminho de tres dias: e a arca do concerto do Senhor caminhou diante d'elles caminho de tres dias, para lhes buscar logar de descanço.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nuvem do Senhor ia sobre elles de dia, quando partiam do arraial.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pois que, partindo a arca, Moysés dizia: Levanta-te, Senhor, e dissipados sejam os teus inimigos, e fujam diante de ti os aborrecedores.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10:36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pousando ella, dizia: Torna-te, ó Senhor, para os muitos milhares d'Israel.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