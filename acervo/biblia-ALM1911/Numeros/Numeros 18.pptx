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Aarão: Tu, e teus filhos, e a casa de teu pae comtigo, levareis sobre vós a iniquidade do sanctuario: e tu e teus filhos comtigo levareis sobre vós a iniquidade do vosso sacerdocio.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farás chegar comtigo a teus irmãos, a tribu de Levi, a tribu de teu pae, para que se ajuntem a ti, e te sirvam; mas tu e teus filhos comtigo estareis perante a tenda do testemunho.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farão a tua guarda, a guarda de toda a tenda: mas não se chegarão aos vasos do sanctuario, e ao altar, para que não morram, tanto elles como vós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ajuntarão a ti, e farão a guarda da tenda da congregação em todo o ministerio da tenda; e o estranho não se chegará a vós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pois fareis a guarda do sanctuario e a guarda do altar; para que não haja outra vez furor sobre os filhos d'Israel.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eis-que eu tenho tomado vossos irmãos, os levitas, do meio dos filhos d'Israel: a vós são dados em dadiva pelo Senhor, para administrar o ministerio da tenda da congregação.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 e teus filhos comtigo guardareis o vosso sacerdocio em todo o negocio do altar, e no que estiver dentro do véu, isto administrareis: eu vos tenho dado o vosso sacerdocio em dadiva ministerial, e o estranho que se chegar morrerá.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Aarão: E eu, eis-que te tenho dado a guarda das minhas offertas alçadas, com todas as coisas sanctas dos filhos d'Israel; por causa da uncção as tenho dado a ti e a teus filhos por estatuto perpetuo.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terás das coisas sanctissimas do fogo: todas as suas offertas com todas as suas offertas de manjares, e com todas as suas expiações do peccado, e com todas as suas expiações da culpa, que me restituirão; será coisa sanctissima para ti e para teus filhos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logar sanctissimo o comerás: todo o macho o comerá; sanctidade será para 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isto será teu: a offerta alçada dos seus dons com todas as offertas movidas dos filhos d'Israel; a ti, a teus filhos, e a tuas filhas comtigo, as tenho dado por estatuto perpetuo; todo o que estiver limpo na tua casa as comerá.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melhor do azeite, e tudo o melhor do mosto e do grão, as suas primicias que derem ao Senhor, as tenho dado a ti.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primeiros fructos de tudo que houver na terra, que trouxerem ao Senhor, serão teus: todo o que estiver limpo na tua casa os comerá.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coisa consagrada em Israel será tua.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abrir a madre, de toda a carne que trouxerem ao Senhor, tanto d'homens como d'animaes, será teu; porém os primogenitos dos homens resgatarás; tambem os primogenitos dos animaes immundos resgatarás.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pois d'elles se houverem de resgatar resgatarás, da edade d'um mez, segundo a tua avaliação, por cinco siclos de dinheiro, segundo o siclo do sanctuario, que é de vinte geras.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primogenito de vacca, ou primogenito d'ovelha, ou primogenito de cabra, não resgatarás, sanctos são: o seu sangue espargirás sobre o altar, e a sua gordura queimarás em offerta queimada de cheiro suave ao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carne d'elles será tua: assim como o peito do movimento, e como o hombro direito, tua será.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offertas alçadas das sanctidades, que os filhos de Israel offerecerem ao Senhor, tenho dado a ti, e a teus filhos e a tuas filhas comtigo, por estatuto perpetuo: concerto perpetuo de sal perante o Senhor é, para ti e para a tua semente comtigo.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tambem o Senhor a Aarão: Na sua terra possessão nenhuma terás, e no meio d'elles, nenhuma parte terás: eu sou a tua parte e a tua herança no meio dos filhos d'Israel.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eis-que aos filhos de Levi tenho dado todos os dizimos em Israel por herança, pelo seu ministerio que administra, o ministerio da tenda da congregação.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nunca mais os filhos de Israel se chegarão á tenda da congregação, para que não levem sobre si o peccado, e morram.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levitas administrarão o ministerio da tenda da congregação, e elles levarão sobre si a sua iniquidade: pelas vossas gerações estatuto perpetuo será; e no meio dos filhos d'Israel nenhuma herança herdarão.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dizimos dos filhos d'Israel, que offerecerem ao Senhor em offerta alçada, tenho dado por herança aos levitas: porquanto eu lhes disse: No meio dos filhos de Israel nenhuma herança herdarão.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fallarás aos levitas, e dir-lhes-has: Quando receberdes os dizimos dos filhos de Israel, que eu d'elles vos tenho dado em vossa herança, d'elles offerecereis uma offerta alçada ao Senhor; os dizimos dos dizimos.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contar-se-vos-ha a vossa offerta alçada, como grão da eira, e como plenitude do lagar.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offerecereis ao Senhor uma offerta alçada de todos os vossos dizimos, que receberdes dos filhos d'Israel, e d'elles dareis a offerta alçada do Senhor a Aarão, o sacerdote.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todos os vossos dons offerecereis toda a offerta alçada do Senhor: de tudo o melhor d'elles, a sua sancta parte.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Dir-lhes-has pois: Quando offerecerdes o melhor d'elles, como novidade da eira, e como novidade do lagar, se contará aos levitas.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comereis em todo o logar, vós e a vossa casa, porque vosso galardão é pelo vosso ministerio na tenda da congregação.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não levareis sobre vós o peccado, quando d'elles offerecerdes o melhor: e não profanareis as coisas sanctas dos filhos de Israel, para que não morraes.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