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disse a Balac: Edifica-me aqui sete altares, e prepara-me aqui sete bezerros e sete carneiros.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pois Balac como Balaão dissera: e Balac e Balaão offereceram um bezerro e um carneiro sobre cada altar.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disse a Balac: Fica-te ao pé do teu holocausto, e eu irei; porventura o Senhor me sairá ao encontro, e o que me mostrar te notificarei. Então foi a um alto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encontrando-se Deus com Balaão, lhe disse este: Preparei sete altares, e offereci um bezerro e um carneiro sobre cada altar.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poz a palavra na bocca de Balaão, e disse: Torna-te para Balac, e falla assim.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tornando para elle, eis que estava ao pé do seu holocausto, elle e todos os principes dos moabitas.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alçou a sua parabola, e disse: Da Syria me mandou trazer Balac, rei dos moabitas, das montanhas do oriente, dizendo: Vem, amaldiçoa-me a Jacob; e vem, detesta a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amaldiçoarei o que Deus não amaldiçoa? e como detestarei, quando o Senhor não detesta?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do cume das penhas o vejo, e dos outeiros o contemplo: eis que este povo habitará só, e entre as gentes não será contado.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contará o pó de Jacob e o numero da quarta parte de Israel? a minha alma morra da morte dos justos, e seja o meu fim como o seu.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Balac a Balaão: Que me fizeste? chamei-te para amaldiçoar os meus inimigos, mas eis que inteiramente os abençoaste.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respondeu, e disse: Porventura não terei cuidado de fallar o que o Senhor poz na minha bocca?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Balac lhe disse: Rogo-te que venhas comigo a outro logar, d'onde o verás; verás sómente a ultima parte d'elle, mas a todo elle não verás: e amaldiçoa-m'o d'ali.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tomou comsigo ao campo de Zophim, ao cume de Pisga: e edificou sete altares, e offereceu um bezerro e um carneiro sobre cada altar.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 Balac: Fica aqui ao pé do teu holocausto, e eu irei ali ao seu encontro.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encontrando-se o Senhor com Balaão, poz uma palavra na sua bocca, e disse: Torna para Balac, e falla assim.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a elle, eis-que estava ao pé do holocausto, e os principes dos moabitas com elle: disse-lhe pois Balac: Que coisa fallou o Senhor?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alçou a sua parabola, e disse: Levanta-te, Balac, e ouve: inclina os teus ouvidos a mim, filho de Zippor.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não é homem, para que minta; nem filho do homem, para que se arrependa: porventura diria elle, e não o faria? ou fallaria, e não o confirmaria?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recebi mandado de abençoar: pois elle tem abençoado, e eu não o posso revogar.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viu iniquidade em Israel, nem contemplou maldade em Jacob: o Senhor seu Deus é com elle, e n'elle, e entre elles se ouve o alarido d'um rei.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os tirou do Egypto; as suas forças são como as do unicornio.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contra Jacob não vale encantamento, nem adivinhação contra Israel: n'este tempo se dirá de Jacob e d'Israel: Que coisas Deus tem obrado!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povo se levantará como leoa, e se exalçará como leão: não se deitará até que coma a presa, e beba o sangue de mortos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Balac disse a Balaão: Nem totalmente o amaldiçoarás, nem totalmente o abençoarás.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Balaão respondeu, e disse a Balac: Não te fallei eu, dizendo: Tudo o que o Senhor fallar aquillo farei?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Balac a Balaão: Ora vem, e te levarei a outro logar: porventura bem parecerá aos olhos de Deus que d'ali m'o amaldiçoes.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Balac levou Balaão comsigo ao cume de Peor, que olha para a banda do deserto.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Balaão disse a Balac: Edifica-me aqui sete altares, e prepara-me aqui sete bezerros e sete carneiros.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Balac pois fez como dissera Balaão; e offereceu um bezerro e um carneiro sobre cada altar.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