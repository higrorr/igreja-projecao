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são as gerações de Aarão e de Moysés, no dia em que o Senhor fallou com Moysés no monte de Sinai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dos filhos de Aarão: o primogenito Nadab; depois Abihu, Eleasar e Ithamar.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nomes dos filhos de Aarão, dos sacerdotes ungidos, cujas mãos foram sagradas para administrar o sacerdocio.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Nadab e Abihu morreram perante o Senhor, quando offereceram fogo estranho perante o Senhor no deserto de Sinai, e não tiveram filhos: porém Eleasar e Ithamar administraram o sacerdocio diante de Aarão, seu pae.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chegar a tribu de Levi, e põe-n'a diante de Aarão, o sacerdote, para que o sirvam,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tenham cuidado da sua guarda, e da guarda de toda a congregação, diante da tenda da congregação, para administrar o ministerio do tabernaculo.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tenham cuidado de todos os vasos da tenda da congregação, e da guarda dos filhos de Israel, para administrar o ministerio do tabernaculo.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Darás pois os levitas a Aarão e a seus filhos: d'entre os filhos de Israel lhes são dados em dadiva.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Aarão e a seus filhos ordenarás que guardem o seu sacerdocio, e estranho que chegar morrerá.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eis que, tenho tomado os levitas do meio dos filhos de Israel, em logar de todo o primogenito, que abre a madre, entre os filhos de Israel: e os levitas serão meus.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 o primogenito meu é: desde o dia em que tenho ferido a todo o primogenito na terra do Egypto, sanctifiquei-me todo o primogenito em Israel, desde o homem até ao animal: meus serão; Eu sou 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 no deserto de Sinai, dizendo: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os filhos de Levi, segundo a casa de seus paes, pelas suas gerações; contarás a todo o macho da edade de um anno e para cima.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os contou conforme ao mandado do Senhor, como lhe foi ordenado.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pois foram os filhos de Levi pelos seus nomes: Gerson, e Kohath e Merari.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dos filhos de Gerson pelas suas gerações; Libni e Simei.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Kohath pelas suas gerações: Amram, e Jizhar, Hebron e Uziel.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Merari pelas suas gerações: Maheli e Musi: estas são as gerações dos levitas, segundo a casa de seus paes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Gerson é a geração dos libnitas e a geração dos simeitas: estas são as gerações dos gersonitas.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d'elles foram contados pelo numero de todo o macho da edade de um mez e para cima, os que d'elles foram contados foram sete mil e quinhentos.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gerações dos gersonitas assentarão as suas tendas atraz do tabernaculo, ao occidente.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principe da casa paterna dos gersonitas será Eliasaph, filho de Lael.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guarda dos filhos de Gerson na tenda da congregação será o tabernaculo, e a tenda, a sua coberta, e o véu da porta da tenda da congregação,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cortinas do pateo, e o pavilhão da porta do pateo, que estão junto ao tabernaculo e junto ao altar, em redor: como tambem as suas cordas para todo o seu serviço.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Kohath é a geração dos amramitas, e a geração dos jiznaritas, e a geração dos hebronitas, e a geração dos hussielitas: estas são as gerações dos kohathitas.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numero contado de todo o macho da edade de um mez e para cima, foram cito mil e seiscentos, que tinham cuidado da guarda do sanctuario.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gerações dos filhos de Kohath assentarão as suas tendas ao lado do tabernaculo, da banda do sul.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principe de casa paterna das gerações dos kohathitas será Elisaphan, filho de Ussiel.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guarda será a arca, e a mesa, e o castiçal, e os altares, e os vasos do sanctuario com que ministram, e o véu com todo o seu serviço.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principe dos principes de Levi será Eleasar, filho de Aarão, o sacerdote: terá a superintendencia sobre os que teem cuidado da guarda do sanctuario.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Merari é a geração dos mahelitas e a geração dos musitas; estas são as gerações de Merari.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d'elles foram contados pelo numero de todo o macho de um mez e para cima foram seis mil e duzentos.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principe da casa paterna das gerações de Merari será Suriel, filho de Abihail: assentarão as suas tendas ao lado do tabernaculo, da banda do norte.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cargo da guarda dos filhos de Merari serão as taboas do tabernaculo, e os seus varaes, e as suas columnas, e as suas bases, e todos os seus vasos, com todo o seu serviço,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columnas do pateo em redor, e as suas bases, e as suas estacas e as suas cordas.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assentarão as suas tendas diante do tabernaculo, ao oriente, diante da tenda da congregação, para a banda do nascente, serão Moysés e Aarão, com seus filhos, tendo o cuidado da guarda do sanctuario, pela guarda dos filhos de Israel: e o estranho que se chegar morrerá.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foram contados dos levitas, que contou Moysés e Aarão, por mandado do Senhor, segundo as suas gerações, todo o macho de um mez e para cima, foram vinte e dois mil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Conta todo e primogenito macho dos filhos d'Israel, da edade d'um mez e para cima, e toma o numero dos seus nomes.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mim tomarás os levitas (Eu sou o Senhor), em logar de todo o primogenito dos filhos d'Israel, e os animaes dos levitas, em logar de todo o primogenito entre os animaes dos filhos d'Israel.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contou Moysés, como o Senhor lhe ordenara, todo o primogenito entre os filhos d'Israel.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primogenitos dos machos, pelo numero dos nomes dos da edade d'um mez e para cima, segundo os que foram contados d'elles, foram vinte e dois mil e duzentos e sessenta e tres.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os levitas em logar de todo o primogenito entre os filhos d'Israel, e os animaes dos levitas em logar dos seus animaes: porquanto os levitas serão meus: Eu sou o Senhor.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duzentos e setenta e tres, que se houverem de resgatar, que sobrepujam aos levitas dos primogenitos dos filhos d'Israel,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Tomarás por cada cabeça cinco siclos: conforme ao siclo do sanctuario os tomarás, a vinte geras o siclo.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Aarão e a seus filhos darás o dinheiro dos resgatados, dos que sobejam entre elles.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tomou o dinheiro do resgate dos que sobejaram sobre os resgatados pelos levitas.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primogenitos dos filhos d'Israel tomou o dinheiro, mil e trezentos e sessenta e cinco siclos, segundo o siclo do sanctuario.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deu o dinheiro dos resgatados a Aarão e a seus filhos, segundo o mandado do Senhor, como o Senhor ordenara a Moysés.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