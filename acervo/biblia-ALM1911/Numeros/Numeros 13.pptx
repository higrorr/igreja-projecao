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 homens que espiem a terra de Canaan, que eu hei de dar aos filhos d'Israel; de cada tribu de seus paes enviareis um homem, sendo cada qual maioral entre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enviou-os Moysés do deserto de Paran, segundo o dito do Senhor; todos aquelles homens eram Cabeças dos filhos d'Israel.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seus nomes: Da tribu de Ruben, Sammua, filho de Saccur,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Simeão Saphath, filho de Hori;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Judah, Caleb, filho de Jefoné;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d'Issacar, Jigeal, filho de José;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d'Ephraim, Hosea, filho de Nun;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Benjamin, Palti, filho de Raphu;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Zebulon, Gaddiel, filho de Sodi;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José, pela tribu de Manasseh, Gaddi filho de Susi;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Dan, Ammiel, filho de Gemalli;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d'Aser, Sethur, filho de Michael;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Naphtali, Nabbi, filho de Vophsi;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Gad, Guel, filho de Machi.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nomes dos homens que Moysés enviou a espiar aquella terra: e a Hosea, filho de Nun, Moysés chamou Josué.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Enviou-os pois Moysés a espiar a terra de Canaan: e disse-lhes: Subi por aqui para a banda do sul, e subi á montanha: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vêde que terra é, e o povo que n'ella habita; se é forte ou fraco; se pouco ou muito.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é a terra em que habita, se boa ou má: e quaes são as cidades em que habita; ou em arraiaes, ou em fortalezas.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qual é a terra, se grossa ou magra: se n'ella ha arvores, ou não: e esforçae-vos, e tomae do fructo da terra. E eram aquelles dias os dias das primicias das uvas.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subiram, e espiaram a terra desde o deserto de Zín, até Rehob, á entrada de Hamath.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para a banda do sul, e vieram até Hebron; e estavam ali Aiman, Sesai, e Talmai, filhos d'Enac: e Hebron foi edificada sete annos antes de Zoan no Egypto.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vieram até ao valle d'Escol, e d'ali cortaram um ramo de vide com um cacho d'uvas, o qual trouxeram dois homens sobre uma verga: como tambem das romãs e dos figos.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Chamaram áquelle logar o valle d'Escol, por causa do cacho que d'ali cortaram os filhos de 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tornaram-se d'espiar a terra, ao fim de quarenta dias.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caminharam, e vieram a Moysés e a Aarão, e a toda a congregação dos filhos de Israel no deserto de Paran, a Cades, e, tornando, deram-lhes conta a elles, e a toda a congregação, e mostraram-lhes o fructo da terra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contaram-lhe e disseram: Fomos á terra a que nos enviaste; e verdadeiramente mana leite e mel, e este é o fructo.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porém que habita n'essa terra é poderoso, e as cidades fortes e mui grandes; e tambem ali vimos os filhos d'Enac.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amalequitas habitam na terra do sul; e os heteos, e os jebuseos, e os amorrheos habitam na montanha: e os cananeos habitam ao pé do mar, e pela ribeira do Jordão.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Caleb fez calar o povo perante Moysés, e disse: Subamos animosamente, e possuamol-a em herança: porque certamente prevaleceremos contra ella.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homens que com elle subiram disseram: Não poderemos subir contra aquelle povo, porque é mais forte do que nós.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infamaram a terra que tinham espiado para com os filhos d'Israel, dizendo: A terra, pelo meio da qual passamos a espiar, é terra que consome os seus moradores; e todo o povo que vimos no meio d'ella são homens de grande estatura.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vimos ali gigantes, filhos d'Enac, descendentes dos gigantes: e eramos aos nossos olhos como gafanhotos, e assim tambem eramos aos seus olhos.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