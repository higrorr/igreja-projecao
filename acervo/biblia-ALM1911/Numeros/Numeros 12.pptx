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fallaram Miriam e Aarão contra Moysés, por causa da mulher cushita, que tomara: porquanto tinha tomado a mulher cushita.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disseram: Porventura fallou o Senhor sómente por Moysés? não fallou tambem por nós? E o Senhor o ouviu.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o homem Moysés mui manso, mais de que todos os homens que havia sobre a terra.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logo o Senhor disse a Moysés, e a Aarão, e a Miriam: Vós tres sahi á tenda da congregação. E sairam elles tres.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desceu na columna da nuvem, e se poz á porta da tenda: depois chamou a Aarão e a Miriam, e elles sairam ambos.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Ouvi agora as minhas palavras; se entre vós houver propheta, Eu, o Senhor, em visão a elle me farei conhecer, ou em sonhos fallarei com elle.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é assim com o meu servo Moysés que é fiel em toda a minha casa.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Bocca a bocca fallo com elle, e de vista, e não por figuras; pois elle vê a similhança do Senhor: porque pois não tivestes temor de fallar contra o meu servo, contra Moysés?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a ira do Senhor contra elles se accendeu; e foi-se.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nuvem se desviou de sobre a tenda; e eis que Miriam era leprosa como a neve: e olhou Aarão para Miriam, e eis qua era leprosa.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Aarão disse a Moysés: Ah senhor meu, ora não ponhas sobre nós este peccado, que fizemos loucamente, e com que havemos peccado.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não seja ella como um morto, que saindo do ventre de sua mãe, a metade da sua carne já está consumida.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Clamou pois Moysés ao Senhor, dizendo: O' Deus, rogo-te que a cures.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a Moysés: Se seu pae cuspira em seu rosto, não seria envergonhada sete dias? esteja fechada sete dias fóra do arraial, e depois a recolham.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Miriam esteve fechada fóra do arraial sete dias, e o povo não partiu, até que recolheram a Miriam.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depois o povo partiu de Hazeroth; e assentaram o arraial no deserto de Paran.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