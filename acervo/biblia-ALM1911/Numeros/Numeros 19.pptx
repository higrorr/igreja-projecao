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 e a Aarão,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estatuto da lei, que o Senhor ordenou, dizendo: Dize aos filhos de Israel que te tragam uma bezerra ruiva sem defeito, que não tenha mancha, e sobre que não subiu jugo.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dareis a Eleazar, o sacerdote; e a tirará fóra do arraial, e se degolará diante d'elle.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Eleazar, o sacerdote, tomará do seu sangue com o seu dedo, e d'elle espargirá para a frente da tenda da congregação sete vezes.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queimará a bezerra perante os seus olhos; o seu coiro, e a sua carne, e o seu sangue, com o seu esterco se queimará.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páu de cedro, e hyssopo, e carmezim, e os lançará no meio do incendio da bezerra.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lavará os seus vestidos, e banhará a sua carne na agua, e depois entrará no arraial, e o sacerdote será immundo até á tarde.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que a queimou lavará os seus vestidos com agua, e em agua banhará a sua carne, e immundo será até á tarde.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homem limpo ajuntará a cinza da bezerra, e a porá fóra do arraial, n'um logar limpo, e estará ella em guarda para a congregação dos filhos d'Israel, para a agua da separação: expiação 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apanhou a cinza da bezerra lavará os seus vestidos, e será immundo até á tarde: isto será por estatuto perpetuo aos filhos d'Israel e ao estrangeiro que peregrina no meio d'elles.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tocar a algum morto, cadaver d'algum homem, immundo será sete dias.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terceiro dia se purificará com ella, e ao setimo dia será limpo: mas, se ao terceiro dia se não purificar, não será limpo ao setimo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 que tocar a algum morto, cadaver d'algum homem, que estiver morto, e não se purificar, contamina o tabernaculo do Senhor: e aquella alma será extirpada d'Israel: porque a agua da separação não foi espargida sobre elle, immundo será: está n'elle ainda a sua immundicia.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lei, quando morrer algum homem em alguma tenda: todo aquelle que entrar n'aquella tenda, e todo aquelle que estiver n'aquella tenda, será immundo sete dias.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 o vaso aberto, sobre que não houver panno atado, será immundo.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aquelle que sobre a face do campo tocar a algum que fôr morto pela espada, ou outro morto, ou aos ossos d'algum homem, ou a uma sepultura, será immundo sete dias.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um immundo pois tomarão do pó da queima da expiação, e sobre elle porão agua viva n'um vaso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homem limpo tomará hyssopo, e o molhará n'aquella agua, e a espargirá sobre aquella tenda, e sobre todo o fato, e sobre as almas que ali estiverem: como tambem sobre aquelle que tocar os ossos, ou a algum que foi morto, ou que falleceu, ou uma sepultura.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limpo ao terceiro e setimo dia espargirá sobre o immundo: e ao setimo dia o purificará; e lavará os seus vestidos, e se banhará na agua, e á tarde será limpo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que fôr immundo, e se não purificar, a tal alma do meio da congregação será extirpada; porquanto contaminou o sanctuario do Senhor: agua de separação sobre elle não foi espargida; immundo é.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lhes será por estatuto perpetuo: e o que espargir a agua da separação lavará os seus vestidos; e o que tocar a agua da separação será immundo até á tarde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o que tocar ao immundo tambem será immundo; e a alma que o tocar será immunda até á tarde.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