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Entao levantou-se toda a congregação, e alçaram a sua voz: e o povo chorou n'aquella mesma noite.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filhos d'Israel murmuraram contra Moysés e contra Aarão; e toda a congregação lhe disse: Ah se morrêramos na terra do Egypto! ou, ah se morrêramos n'este deserto!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o Senhor nos traz a esta terra, para cairmos á espada, e para que nossas mulheres e nossas creanças sejam por presa? não nos seria melhor voltar-mos ao Egypto?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 um ao outro: Levantemo-nos um capitão, e voltemos ao Egypto.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e Aarão cairam sobre os seus rostos perante todo o ajuntamento dos filhos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Josué, filho de Nun, e Caleb filho de Jefoné, dos que espiaram a terra, rasgaram os seus vestidos.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 a toda a congregação dos filhos d'Israel, dizendo: A terra pelo meio da qual passámos a espiar é terra muito boa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Senhor se agradar de nós, então nos porá n'esta terra, e nol-a dará: terra que mana leite e mel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não sejaes rebeldes contra o Senhor, e não temaes o povo d'esta terra, porquanto são elles nosso pão: retirou-se d'elles o seu amparo, e o Senhor é comnosco; não os temaes.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toda a congregação que os apedrejassem com pedras: porém a gloria do Senhor appareceu na tenda da congregação a todos os filhos d'Israel.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Até quando me provocará este povo? e até quando me não crerão por todos os signaes que fiz no meio d'elles?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pestilencia o ferirei, e o rejeitarei: e te farei a ti povo maior e mais forte do que este.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ao Senhor: Assim os egypcios o ouvirão; porquanto com a tua força fizeste subir este povo do meio d'elles.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dirão aos moradores d'esta terra, os que ouviram que tu, ó Senhor, estás no meio d'este povo, que de cara a cara, ó Senhor, lhes appareces, que tua nuvem está sobre elles, e que vaes adiante d'elles n'uma columna de nuvem de dia, e n'uma columna de fogo de noite.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matarias este povo como a um só homem? as gentes pois, que ouviram a tua fama, fallarão,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Senhor não podia pôr este povo na terra que lhes tinha jurado; por isso os matou no deserto.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rogo-te que a força do meu Senhor se engrandeça; como tens fallado,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longanimo, e grande em beneficencia, que perdôa a iniquidade e a transgressão, que o culpado não tem por innocente, e visita a iniquidade dos paes sobre os filhos até á terceira e quarta geração.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Perdôa pois a iniquidade d'este povo, segundo a grandeza da tua benignidade: e como tambem perdoaste a este povo desde a terra do Egypto até aqui.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Conforme á tua palavra lhe perdoei.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tão certamente como eu vivo, que a gloria do Senhor encherá toda a terra,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todos os homens que viram a minha gloria e os meus signaes, que fiz no Egypto e no deserto; e me tentaram estas dez vezes, e não obedeceram á minha voz;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verão a terra de que a seus paes jurei, e até nenhum d'aquelles que me provocaram a verá.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meu servo Caleb, porquanto n'elle houve outro espirito, e perseverou em seguir-me, eu o levarei á terra em que entrou, e a sua semente a possuirá em herança: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amalequitas e os cananeos habitam no valle: tornae-vos ámanhã, e caminhae para o deserto pelo caminho do Mar Vermelho.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fallou o Senhor a Moysés e a Aarão, dizendo: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soffrerei esta má congregação, que murmura contra mim? tenho ouvido as murmurações dos filhos de Israel, com que murmuram contra mim.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Dize-lhes: Assim eu vivo, diz o Senhor, que, como fallastes aos meus ouvidos, assim farei a vós outros.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N'este deserto cairão os vossos cadaveres, como tambem todos os que de vós foram contados segundo toda a vossa conta, de vinte annos e para cima, os que d'entre vós contra mim murmurastes;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entrareis na terra, pela qual levantei a minha mão que vos faria habitar n'ella, salvo Caleb, filho de Jefoné, e Josué, filho de Nun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vossos filhos, de que dizeis: Por presa serão, metterei n'ella; e elles saberão da terra que vós desprezastes.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quanto a vós, os vossos cadaveres cairão n'este deserto.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vossos filhos pastorearão n'este deserto quarenta annos, e levarão sobre si as vossas fornicações, até que os vossos cadaveres se consumam n'este deserto.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numero dos dias em que espiastes esta terra, quarenta dias, por cada dia um anno, levareis sobre vós as vossas iniquidades quarenta annos, e conhecereis o meu apartamento.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o Senhor, fallei: se assim não fizer a toda esta má congregação, que se levantou contra mim, n'este deserto se consumirão, e ahi fallecerão.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que Moysés mandara a espiar a terra, e que, voltando, fizeram murmurar toda a congregação contra elle, infamando a terra,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mesmos homens, que infamaram a terra, morreram da praga perante o Senhor.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Josué, filho de Nun, e Caleb, filho de Jefoné, que eram dos homens que foram espiar a terra, ficaram com vida.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Moysés estas palavras a todos os filhos de Israel: então o povo se contristou muito.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pela manhã de madrugada, e subiram ao cume do monte, dizendo: Eis-nos aqui, e subiremos ao logar que o Senhor tem dito; porquanto havemos peccado.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Moysés disse: Porque quebrantaes o mandado do Senhor? pois isso não prosperará.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subaes, pois o Senhor não estará no meio de vós, para que não sejaes feridos diante dos vossos inimigos.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amalequitas e os cananeos estão ali diante da vossa face, e caireis á espada: pois, porquanto vos desviastes do Senhor, o Senhor não será comvosco.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Comtudo, temerariamente, tentaram subir ao cume do monte: mas a arca do concerto do Senhor e Moysés não se apartaram do meio do arraial.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desceram os amalequitas e os cananeos, que habitavam na montanha, e os feriram, derrotando-os até Horma.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