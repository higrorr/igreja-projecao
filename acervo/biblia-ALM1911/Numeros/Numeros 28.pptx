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ordem aos filhos de Israel, e dize-lhes: Da minha offerta, do meu manjar para as minhas offertas queimadas, do meu cheiro suave, tereis cuidado, para m'as offerecer ao seu tempo determinado.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dir-lhes-has: Esta é a offerta queimada que offerecereis ao Senhor: dois cordeiros d'um anno, sem mancha, cada dia, em continuo holocausto: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cordeiro sacrificarás pela manhã, e o outro cordeiro sacrificarás de tarde: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decima parte d'um epha de flor de farinha em offerta de manjares, misturada com a quarta parte d'um hin de azeite moido.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o holocausto continuo, instituido no monte Sinai, em cheiro suave, offerta queimada ao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libação será a quarta parte d'um hin para um cordeiro: no sanctuario offerecerás a libação de bebida forte ao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outro cordeiro sacrificarás de tarde, como a offerta de manjares da manhã, e como a sua libação o apparelharás em offerta queimada de cheiro suave ao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no dia de sabbado dois cordeiros d'um anno, sem mancha, e duas decimas de flor de farinha, misturada com azeite, em offerta de manjares, com a sua libação.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Holocausto é do sabbado em cada sabbado, além do holocausto continuo, e a sua libação.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principios dos vossos mezes offerecereis, em holocausto ao Senhor, dois bezerros e um carneiro, sete cordeiros d'um anno, sem mancha;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tres decimas de flor de farinha misturada com azeite, em offerta de manjares, para um bezerro; e duas decimas de flor de farinha misturada com azeite, em offerta de manjares, para um carneiro.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uma decima de flor de farinha misturada com azeite, em offerta de manjares, para um cordeiro: holocausto é de cheiro suave, offerta queimada ao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suas libações serão a metade d'um hin de vinho para um bezerro, e a terça parte d'um hin para um carneiro, e a quarta parte d'um hin para um cordeiro: este é o holocausto da lua nova de cada mez, segundo os mezes do anno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um bode para expiação do peccado ao Senhor, além do holocausto continuo, com a sua libação se offerecerá.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no mez primeiro, aos quatorze dias do mez, é a paschoa do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quinze dias do mesmo mez haverá festa: sete dias se comerão pães asmos.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primeiro dia haverá sancta convocação: nenhuma obra servil fareis: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offerecereis offerta queimada em holocausto ao Senhor, dois bezerros e um carneiro, e sete cordeiros d'um anno: servos-hão elles sem mancha.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offerta de manjares será de flor de farinha misturada com azeite: offerecereis tres decimas para um bezerro, e duas decimas para um carneiro.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cada cordeiro offerecereis uma decima, para cada um dos sete cordeiros;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bode para expiação do peccado, para fazer expiação por vós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coisas offerecereis, além do holocausto da manhã, que é o holocausto continuo.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este modo, cada dia offerecereis por sete dias o manjar da offerta queimada em cheiro suave ao Senhor: além do holocausto continuo se offerecerá com a sua libação.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setimo dia tereis sancta convocação: nenhuma obra servil fareis.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Similhantemente, tereis sancta convocação no dia das primicias, quando offerecerdes offerta nova de manjares ao Senhor, segundo as vossas semanas; nenhuma obra servil fareis.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offerecereis ao Senhor por holocausto, em cheiro suave, dois bezerros, um carneiro e sete cordeiros d'um anno: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offerta de manjares de flor de farinha misturada com azeite: tres decimas para um bezerro, duas decimas para um carneiro;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cada cordeiro uma decima, para cada um dos sete cordeiros;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bode para fazer expiação por vós.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Além do holocausto continuo, e a sua offerta de manjares, os offerecereis (ser-vos-hão elles sem mancha) com as suas libações.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