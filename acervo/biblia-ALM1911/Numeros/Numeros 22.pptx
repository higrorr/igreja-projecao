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partiram os filhos de Israel, e acamparam-se nas campinas de Moab, d'esta banda do Jordão de Jericó.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Balac, filho de Zippor, tudo o que Israel fizera aos amorrheos,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Moab temeu muito diante d'este povo, porque era muito: e Moab andava angustiado por causa dos filhos de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Moab disse aos anciãos dos midianitas: Agora lamberá esta congregação tudo quanto houver ao redor de nós, como o boi lambe a herva do campo. N'aquelle tempo Balac, filho de Zippor, era rei dos moabitas.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enviou mensageiros a Balaão, filho de Beor, a Pethor, que está junto ao rio, na terra dos filhos do seu povo, a chamal-o, dizendo: Eis que um povo saiu do Egypto; eis que cobre a face da terra, e parado está defronte de mim.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pois agora, rogo-te, amaldiçoa-me este povo, pois mais poderoso é do que eu; porventura o poderei ferir, e o lançarei fóra da terra: porque eu sei que, a quem tu abençoares será abençoado, e a quem tu amaldiçoares será amaldiçoado.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foram-se os anciãos dos moabitas e os anciãos dos midianitas com o preço dos encantamentos nas suas mãos: e chegaram a Balaão, e lhe fallaram as palavras de Balac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Passae aqui esta noite, e vos trarei a resposta, como o Senhor me fallar: então os principes dos moabitas ficaram com Balaão.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Deus a Balaão, e disse: Quem são estes homens que estão comtigo?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Balaão disse a Deus: Balac, filho de Zippor, rei dos moabitas, m'os enviou,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povo que saiu do Egypto cobriu a face da terra: vem agora, amaldiçoa-m'o; porventura poderei pelejar contra elle, e o lançarei fóra.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Deus a Balaão: Não irás com elles, nem amaldiçoarás a este povo, porquanto bemdito 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levantou-se pela manhã, e disse aos principes de Balac: Ide á vossa terra, porque o Senhor recusa deixar-me ir comvosco.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os principes dos moabitas, e vieram a Balac, e disseram: Balaão recusou vir comnosco.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Balac proseguiu ainda em enviar mais principes, e mais honrados do que aquelles,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vieram a Balaão, e lhe disseram: Assim diz Balac, filho de Zippor: Rogo-te que não te demores em vir a mim,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grandemente te honrarei, e farei tudo o que me disseres: vem pois, rogo-te, amaldiçoa-me este povo.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respondeu, e disse aos servos de Balac: Ainda que Balac me désse a sua casa cheia de prata e de oiro, eu não poderia traspassar o mandado do Senhor meu Deus, para fazer coisa pequena ou grande;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rogo-vos que tambem aqui fiqueis esta noite, para que eu saiba o que o Senhor me fallar mais.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o Senhor a Balaão, de noite, e disse-lhe: Se aquelles homens te vieram chamar, levanta-te, vae com elles; todavia, farás o que eu te disser.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levantou-se pela manhã, e albardou a sua jumenta, e foi-se com os principes de Moab.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ira de Deus accendeu-se, porque elle se ia: e o anjo do Senhor poz-se-lhe no caminho por adversario: e elle ia caminhando, montado na sua jumenta, e dois de seus moços com elle.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Viu pois a jumenta o anjo do Senhor, que estava no caminho, com a sua espada desembainhada na mão; pelo que desviou-se a jumenta do caminho, e foi-se pelo campo: então Balaão espancou a jumenta para fazel-a tornar ao caminho.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anjo do Senhor poz-se n'uma vereda de vinhas, havendo uma parede d'esta banda e uma parede da outra.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 jumenta o anjo do Senhor, apertou-se contra a parede, e apertou contra a parede o pé de Balaão; pelo que tornou a espancal-a.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passou mais adiante, e poz-se n'um logar estreito, onde não havia caminho para se desviar nem para a direita nem para a esquerda.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a jumenta o anjo do Senhor, deitou-se debaixo de Balaão: e a ira de Balaão accendeu-se, e espancou a jumenta com o bordão.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abriu a bocca da jumenta, a qual disse a Balaão: Que te fiz eu, que me espancaste estas tres vezes?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Balaão disse á jumenta: Porque zombaste de mim: oxalá tivesse eu uma espada na mão, porque agora te matara.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jumenta disse a Balaão: Porventura não sou a tua jumenta, em que cavalgaste desde o tempo que eu fui tua até hoje? costumei eu alguma vez de fazer assim comtigo? E elle respondeu: Não.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abriu os olhos a Balaão, e elle viu o anjo do Senhor, que estava no caminho, e a sua espada desembainhada na mão: pelo que inclinou a cabeça, e prostrou-se sobre a sua face.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lhe disse: Porque já tres vezes espancaste a tua jumenta? Eis que eu sahi para ser teu adversario, porquanto o teu caminho é perverso diante de mim: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jumenta me viu, e já tres vezes se desviou de diante de mim: se ella se não desviara de diante de mim, na verdade que eu agora te tivera matado, e a ella deixara com vida.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disse ao anjo do Senhor: Pequei, que não soube que estava n'este caminho para me oppôr: e agora, se parece mal aos teus olhos, tornar-me-hei.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anjo do Senhor a Balaão: Vae-te com estes homens; mas sómente a palavra que eu fallar a ti esta fallarás. Assim Balaão foi-se com os principes de Balac.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Balac que Balaão vinha, saiu-lhe ao encontro até á cidade de Moab, que está no termo de Arnon, na extremidade do termo d'elle.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Balac disse a Balaão: Porventura não enviei diligentemente a chamar-te? porque não vieste a mim? não posso eu na verdade honrar-te?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disse a Balac: Eis que eu tenho vindo a ti: porventura poderei eu agora de alguma fórma fallar alguma coisa? a palavra que Deus pozer na minha bocca esta fallarei.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Balaão foi com Balac, e vieram a Quiriath-huzoth.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Balac matou bois e ovelhas; e d'elles enviou a Balaão e aos principes que estavam com elle.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pela manhã, Balac tomou a Balaão, e o fez subir aos altos de Baal, e viu elle d'ali a ultima parte do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