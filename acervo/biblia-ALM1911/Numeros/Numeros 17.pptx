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Números 17:1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Então fallou o Senhor a Moysés, dizendo: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Números 17:2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Falla aos filhos d'Israel, e toma d'elles uma vara por cada casa paterna de todos os seus principes, segundo as casas de seus paes doze varas; e escreverás o nome de cada um sobre a sua vara.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Números 17:3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Porém o nome de Aarão escreverás sobre a vara de Levi; porque cada cabeça da casa de seus paes terá uma vara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Números 17:4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as porás na tenda da congregação, perante o testemunho, onde eu virei a vós.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Números 17:5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será que a vara do homem que eu tiver escolhido florescerá; assim farei cessar as murmurações dos filhos d'Israel contra mim, com que murmuram contra vós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Números 17:6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Fallou pois Moysés aos filhos d'Israel: e todos os seus maioraes deram-lhe cada um uma vara, por cada maioral uma vara, segundo as casas de seus paes; doze varas; e a vara d'Aarão estava entre as suas varas.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Números 17:7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Moysés poz estas varas perante o Senhor na tenda do testemunho.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Números 17:8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Succedeu pois que no dia seguinte Moysés entrou na tenda do testemunho, e eis-que a vara d'Aarão, pela casa de Levi, florescia; porque produzira flores, e brotara renovos e dera amendoas.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Números 17:9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Então Moysés tirou todas as varas de diante do Senhor a todos os filhos d'Israel; e elles o viram, e tomaram cada um a sua vara.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Números 17:10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Então o Senhor disse a Moysés: Torna a pôr a vara d'Aarão perante o testemunho, para que se guarde por signal para os filhos rebeldes: assim farás acabar as suas murmurações contra mim, e não morrerão.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Números 17:11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Moysés fez assim; como lhe ordenára o Senhor, assim fez.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Números 17:12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Então fallaram os filhos de Israel a Moysés, dizendo: Eis-aqui, nós expiramos, perecemos, nós perecemos todos.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Números 17:13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Todo aquelle que se approximar do tabernaculo do Senhor, morrerá: seremos pois todos consumidos? 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