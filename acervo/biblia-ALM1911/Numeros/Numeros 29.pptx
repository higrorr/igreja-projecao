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29:1</a:t>
            </a:r>
          </a:p>
          <a:p>
            <a:pPr algn="ctr"/>
            <a:r>
              <a:rPr sz="4400">
                <a:solidFill>
                  <a:srgbClr val="FFFFFF"/>
                </a:solidFill>
                <a:latin typeface="Arial"/>
              </a:rPr>
              <a:t>Similhantemente, tereis sancta convocação no setimo mez, no primeiro dia do mez: nenhuma obra servil fareis: servos-ha um dia de jubilação.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29:2</a:t>
            </a:r>
          </a:p>
          <a:p>
            <a:pPr algn="ctr"/>
            <a:r>
              <a:rPr sz="4400">
                <a:solidFill>
                  <a:srgbClr val="FFFFFF"/>
                </a:solidFill>
                <a:latin typeface="Arial"/>
              </a:rPr>
              <a:t>Então por holocausto, em cheiro suave ao Senhor, offerecereis um bezerro, um carneiro e sete cordeiros d'um anno, sem mancha.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29:3</a:t>
            </a:r>
          </a:p>
          <a:p>
            <a:pPr algn="ctr"/>
            <a:r>
              <a:rPr sz="4400">
                <a:solidFill>
                  <a:srgbClr val="FFFFFF"/>
                </a:solidFill>
                <a:latin typeface="Arial"/>
              </a:rPr>
              <a:t>E pela sua offerta de manjares de flor de farinha misturada com azeite, tres decimas para o bezerro, e duas decimas para o carneiro,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29:4</a:t>
            </a:r>
          </a:p>
          <a:p>
            <a:pPr algn="ctr"/>
            <a:r>
              <a:rPr sz="4400">
                <a:solidFill>
                  <a:srgbClr val="FFFFFF"/>
                </a:solidFill>
                <a:latin typeface="Arial"/>
              </a:rPr>
              <a:t>E uma decima para um cordeiro, para cada um dos sete cordeiros.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29:5</a:t>
            </a:r>
          </a:p>
          <a:p>
            <a:pPr algn="ctr"/>
            <a:r>
              <a:rPr sz="4400">
                <a:solidFill>
                  <a:srgbClr val="FFFFFF"/>
                </a:solidFill>
                <a:latin typeface="Arial"/>
              </a:rPr>
              <a:t>E um bode para expiação do peccado, para fazer expiação por vós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29:6</a:t>
            </a:r>
          </a:p>
          <a:p>
            <a:pPr algn="ctr"/>
            <a:r>
              <a:rPr sz="4400">
                <a:solidFill>
                  <a:srgbClr val="FFFFFF"/>
                </a:solidFill>
                <a:latin typeface="Arial"/>
              </a:rPr>
              <a:t>Além do holocausto do mez, e a sua offerta manjares, e o holocausto continuo, e a sua offerta de manjares, com as suas libações, segundo o seu estatuto, em cheiro suave, offerta queimada ao Senhor.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29:7</a:t>
            </a:r>
          </a:p>
          <a:p>
            <a:pPr algn="ctr"/>
            <a:r>
              <a:rPr sz="4400">
                <a:solidFill>
                  <a:srgbClr val="FFFFFF"/>
                </a:solidFill>
                <a:latin typeface="Arial"/>
              </a:rPr>
              <a:t>E no dia dez d'este setimo mez tereis sancta convocação, e affligireis as vossas almas: nenhuma obra fareis.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29:8</a:t>
            </a:r>
          </a:p>
          <a:p>
            <a:pPr algn="ctr"/>
            <a:r>
              <a:rPr sz="4400">
                <a:solidFill>
                  <a:srgbClr val="FFFFFF"/>
                </a:solidFill>
                <a:latin typeface="Arial"/>
              </a:rPr>
              <a:t>Mas por holocausto, em cheiro suave ao Senhor, offerecereis um bezerro, um carneiro e sete cordeiros d'um anno: ser-vos-hão elles sem mancha.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29:9</a:t>
            </a:r>
          </a:p>
          <a:p>
            <a:pPr algn="ctr"/>
            <a:r>
              <a:rPr sz="4400">
                <a:solidFill>
                  <a:srgbClr val="FFFFFF"/>
                </a:solidFill>
                <a:latin typeface="Arial"/>
              </a:rPr>
              <a:t>E, pela sua offerta de manjares de flor de farinha misturada com azeite, tres decimas para o bezerro, duas decimas para o carneiro,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29:10</a:t>
            </a:r>
          </a:p>
          <a:p>
            <a:pPr algn="ctr"/>
            <a:r>
              <a:rPr sz="4400">
                <a:solidFill>
                  <a:srgbClr val="FFFFFF"/>
                </a:solidFill>
                <a:latin typeface="Arial"/>
              </a:rPr>
              <a:t>E uma decima para um cordeiro, para cada um dos sete cordeiros;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29:11</a:t>
            </a:r>
          </a:p>
          <a:p>
            <a:pPr algn="ctr"/>
            <a:r>
              <a:rPr sz="4400">
                <a:solidFill>
                  <a:srgbClr val="FFFFFF"/>
                </a:solidFill>
                <a:latin typeface="Arial"/>
              </a:rPr>
              <a:t>Um bode para expiação do peccado, além da expiação do peccado pelas propiciações, e o holocausto continuo, e a sua offerta de manjares com as suas libações.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29:12</a:t>
            </a:r>
          </a:p>
          <a:p>
            <a:pPr algn="ctr"/>
            <a:r>
              <a:rPr sz="4400">
                <a:solidFill>
                  <a:srgbClr val="FFFFFF"/>
                </a:solidFill>
                <a:latin typeface="Arial"/>
              </a:rPr>
              <a:t>Similhantemente, aos quinze dias d'este setimo mez tereis sancta convocação; nenhuma obra servil fareis: mas sete dias celebrareis festa ao Senhor.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29:13</a:t>
            </a:r>
          </a:p>
          <a:p>
            <a:pPr algn="ctr"/>
            <a:r>
              <a:rPr sz="4400">
                <a:solidFill>
                  <a:srgbClr val="FFFFFF"/>
                </a:solidFill>
                <a:latin typeface="Arial"/>
              </a:rPr>
              <a:t>E, por holocausto em offerta queimada, de cheiro suave ao Senhor, offerecereis treze bezerros, dois carneiros e quatorze cordeiros d'um anno: ser-vos-hão elles sem mancha.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29:14</a:t>
            </a:r>
          </a:p>
          <a:p>
            <a:pPr algn="ctr"/>
            <a:r>
              <a:rPr sz="4400">
                <a:solidFill>
                  <a:srgbClr val="FFFFFF"/>
                </a:solidFill>
                <a:latin typeface="Arial"/>
              </a:rPr>
              <a:t>E, pela sua offerta de manjares de flor de farinha misturada com azeite, tres decimas para um bezerro, para cada um dos treze bezerros, duas decimas para cada carneiro, entre os dois carneiros;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29:15</a:t>
            </a:r>
          </a:p>
          <a:p>
            <a:pPr algn="ctr"/>
            <a:r>
              <a:rPr sz="4400">
                <a:solidFill>
                  <a:srgbClr val="FFFFFF"/>
                </a:solidFill>
                <a:latin typeface="Arial"/>
              </a:rPr>
              <a:t>E para um cordeiro uma decima, para cada um dos quatorze cordeiros;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29:16</a:t>
            </a:r>
          </a:p>
          <a:p>
            <a:pPr algn="ctr"/>
            <a:r>
              <a:rPr sz="4400">
                <a:solidFill>
                  <a:srgbClr val="FFFFFF"/>
                </a:solidFill>
                <a:latin typeface="Arial"/>
              </a:rPr>
              <a:t>E um bode para expiação do peccado, além do holocausto continuo, a sua offerta de manjares e a sua libação: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29:17</a:t>
            </a:r>
          </a:p>
          <a:p>
            <a:pPr algn="ctr"/>
            <a:r>
              <a:rPr sz="4400">
                <a:solidFill>
                  <a:srgbClr val="FFFFFF"/>
                </a:solidFill>
                <a:latin typeface="Arial"/>
              </a:rPr>
              <a:t>Depois, no segundo dia, doze bezerros, dois carneiros, quatorze cordeiros d'um anno, sem mancha;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29:18</a:t>
            </a:r>
          </a:p>
          <a:p>
            <a:pPr algn="ctr"/>
            <a:r>
              <a:rPr sz="4400">
                <a:solidFill>
                  <a:srgbClr val="FFFFFF"/>
                </a:solidFill>
                <a:latin typeface="Arial"/>
              </a:rPr>
              <a:t>E a sua offerta de manjares e as suas libações para os bezerros, para os carneiros e para os cordeiros, conforme ao seu numero, segundo o estatuto;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29:19</a:t>
            </a:r>
          </a:p>
          <a:p>
            <a:pPr algn="ctr"/>
            <a:r>
              <a:rPr sz="4400">
                <a:solidFill>
                  <a:srgbClr val="FFFFFF"/>
                </a:solidFill>
                <a:latin typeface="Arial"/>
              </a:rPr>
              <a:t>E um bode para expiação do peccado, além do holocausto continuo, a sua offerta de manjares e as suas libações.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29:20</a:t>
            </a:r>
          </a:p>
          <a:p>
            <a:pPr algn="ctr"/>
            <a:r>
              <a:rPr sz="4400">
                <a:solidFill>
                  <a:srgbClr val="FFFFFF"/>
                </a:solidFill>
                <a:latin typeface="Arial"/>
              </a:rPr>
              <a:t>E, no terceiro dia, onze bezerros, dois carneiros, quatorze cordeiros d'um anno, sem mancha;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29:21</a:t>
            </a:r>
          </a:p>
          <a:p>
            <a:pPr algn="ctr"/>
            <a:r>
              <a:rPr sz="4400">
                <a:solidFill>
                  <a:srgbClr val="FFFFFF"/>
                </a:solidFill>
                <a:latin typeface="Arial"/>
              </a:rPr>
              <a:t>E as suas offertas de manjares, e as suas libações para os bezerros, para os carneiros e para os cordeiros, conforme ao seu numero, segundo o estatuto;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29:22</a:t>
            </a:r>
          </a:p>
          <a:p>
            <a:pPr algn="ctr"/>
            <a:r>
              <a:rPr sz="4400">
                <a:solidFill>
                  <a:srgbClr val="FFFFFF"/>
                </a:solidFill>
                <a:latin typeface="Arial"/>
              </a:rPr>
              <a:t>E um bode para expiação do peccado, além do holocausto continuo, e a sua offerta de manjares e a sua libação.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29:23</a:t>
            </a:r>
          </a:p>
          <a:p>
            <a:pPr algn="ctr"/>
            <a:r>
              <a:rPr sz="4400">
                <a:solidFill>
                  <a:srgbClr val="FFFFFF"/>
                </a:solidFill>
                <a:latin typeface="Arial"/>
              </a:rPr>
              <a:t>E, no quarto dia, dez bezerros, dois carneiros, quatorze cordeiros d'um anno, sem mancha;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29:24</a:t>
            </a:r>
          </a:p>
          <a:p>
            <a:pPr algn="ctr"/>
            <a:r>
              <a:rPr sz="4400">
                <a:solidFill>
                  <a:srgbClr val="FFFFFF"/>
                </a:solidFill>
                <a:latin typeface="Arial"/>
              </a:rPr>
              <a:t>A sua offerta de manjares, e as suas libações para os bezerros, para os carneiros e para os cordeiros, conforme ao numero, segundo o estatuto;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29:25</a:t>
            </a:r>
          </a:p>
          <a:p>
            <a:pPr algn="ctr"/>
            <a:r>
              <a:rPr sz="4400">
                <a:solidFill>
                  <a:srgbClr val="FFFFFF"/>
                </a:solidFill>
                <a:latin typeface="Arial"/>
              </a:rPr>
              <a:t>E um bode para expiação do peccado, além do holocausto continuo, a sua offerta de manjares e a sua libação.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29:26</a:t>
            </a:r>
          </a:p>
          <a:p>
            <a:pPr algn="ctr"/>
            <a:r>
              <a:rPr sz="4400">
                <a:solidFill>
                  <a:srgbClr val="FFFFFF"/>
                </a:solidFill>
                <a:latin typeface="Arial"/>
              </a:rPr>
              <a:t>E, no quinto dia, nove bezerros, dois carneiros e quatorze cordeiros d'um anno sem mancha;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29:27</a:t>
            </a:r>
          </a:p>
          <a:p>
            <a:pPr algn="ctr"/>
            <a:r>
              <a:rPr sz="4400">
                <a:solidFill>
                  <a:srgbClr val="FFFFFF"/>
                </a:solidFill>
                <a:latin typeface="Arial"/>
              </a:rPr>
              <a:t>E a sua offerta de manjares, e as suas libações para os bezerros, para os carneiros e para os cordeiros, conforme ao numero, segundo o estatuto;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29:28</a:t>
            </a:r>
          </a:p>
          <a:p>
            <a:pPr algn="ctr"/>
            <a:r>
              <a:rPr sz="4400">
                <a:solidFill>
                  <a:srgbClr val="FFFFFF"/>
                </a:solidFill>
                <a:latin typeface="Arial"/>
              </a:rPr>
              <a:t>E um bode para expiação do peccado, além do holocausto continuo, e a sua offerta de manjares e a sua libação.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29:29</a:t>
            </a:r>
          </a:p>
          <a:p>
            <a:pPr algn="ctr"/>
            <a:r>
              <a:rPr sz="4400">
                <a:solidFill>
                  <a:srgbClr val="FFFFFF"/>
                </a:solidFill>
                <a:latin typeface="Arial"/>
              </a:rPr>
              <a:t>E, no sexto dia, oito bezerros, dois carneiros, quatorze cordeiros d'um anno, sem mancha;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29:30</a:t>
            </a:r>
          </a:p>
          <a:p>
            <a:pPr algn="ctr"/>
            <a:r>
              <a:rPr sz="4400">
                <a:solidFill>
                  <a:srgbClr val="FFFFFF"/>
                </a:solidFill>
                <a:latin typeface="Arial"/>
              </a:rPr>
              <a:t>E a sua offerta de manjares, e as suas libações para os bezerros, para os carneiros e para os cordeiros, conforme ao seu numero, segundo o estatuto;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29:31</a:t>
            </a:r>
          </a:p>
          <a:p>
            <a:pPr algn="ctr"/>
            <a:r>
              <a:rPr sz="4400">
                <a:solidFill>
                  <a:srgbClr val="FFFFFF"/>
                </a:solidFill>
                <a:latin typeface="Arial"/>
              </a:rPr>
              <a:t>E um bode para expiação do peccado, de mais do holocausto continuo, a sua offerta de manjares e a sua libação.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29:32</a:t>
            </a:r>
          </a:p>
          <a:p>
            <a:pPr algn="ctr"/>
            <a:r>
              <a:rPr sz="4400">
                <a:solidFill>
                  <a:srgbClr val="FFFFFF"/>
                </a:solidFill>
                <a:latin typeface="Arial"/>
              </a:rPr>
              <a:t>E, no setimo dia, sete bezerros, dois carneiros, quatorze cordeiros d'um anno, sem mancha;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29:33</a:t>
            </a:r>
          </a:p>
          <a:p>
            <a:pPr algn="ctr"/>
            <a:r>
              <a:rPr sz="4400">
                <a:solidFill>
                  <a:srgbClr val="FFFFFF"/>
                </a:solidFill>
                <a:latin typeface="Arial"/>
              </a:rPr>
              <a:t>E a sua offerta de manjares, e as suas libações para os bezerros, para os carneiros e para os cordeiros, conforme ao seu numero, segundo o seu estatuto,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29:34</a:t>
            </a:r>
          </a:p>
          <a:p>
            <a:pPr algn="ctr"/>
            <a:r>
              <a:rPr sz="4400">
                <a:solidFill>
                  <a:srgbClr val="FFFFFF"/>
                </a:solidFill>
                <a:latin typeface="Arial"/>
              </a:rPr>
              <a:t>E um bode para expiação do peccado, de mais do holocausto continuo, a sua offerta de manjares e a sua libação.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29:35</a:t>
            </a:r>
          </a:p>
          <a:p>
            <a:pPr algn="ctr"/>
            <a:r>
              <a:rPr sz="4400">
                <a:solidFill>
                  <a:srgbClr val="FFFFFF"/>
                </a:solidFill>
                <a:latin typeface="Arial"/>
              </a:rPr>
              <a:t>No oitavo dia tereis dia de solemnidade; nenhuma obra servil fareis;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29:36</a:t>
            </a:r>
          </a:p>
          <a:p>
            <a:pPr algn="ctr"/>
            <a:r>
              <a:rPr sz="4400">
                <a:solidFill>
                  <a:srgbClr val="FFFFFF"/>
                </a:solidFill>
                <a:latin typeface="Arial"/>
              </a:rPr>
              <a:t>E por holocausto em offerta queimada de cheiro suave ao Senhor offerecereis um bezerro, um carneiro, sete cordeiros d'um anno, sem mancha;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29:37</a:t>
            </a:r>
          </a:p>
          <a:p>
            <a:pPr algn="ctr"/>
            <a:r>
              <a:rPr sz="4400">
                <a:solidFill>
                  <a:srgbClr val="FFFFFF"/>
                </a:solidFill>
                <a:latin typeface="Arial"/>
              </a:rPr>
              <a:t>A sua offerta de manjares e as suas libações para o bezerro, para o carneiro e para os cordeiros, conforme ao seu numero, segundo o estatuto,</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29:38</a:t>
            </a:r>
          </a:p>
          <a:p>
            <a:pPr algn="ctr"/>
            <a:r>
              <a:rPr sz="4400">
                <a:solidFill>
                  <a:srgbClr val="FFFFFF"/>
                </a:solidFill>
                <a:latin typeface="Arial"/>
              </a:rPr>
              <a:t>E um bode para expiação do peccado, de mais do holocausto continuo, e a sua offerta de manjares e a sua libação.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29:39</a:t>
            </a:r>
          </a:p>
          <a:p>
            <a:pPr algn="ctr"/>
            <a:r>
              <a:rPr sz="4400">
                <a:solidFill>
                  <a:srgbClr val="FFFFFF"/>
                </a:solidFill>
                <a:latin typeface="Arial"/>
              </a:rPr>
              <a:t>Estas coisas fareis ao Senhor nas vossas solemnidades, de mais dos vossos votos, e das vossas offertas voluntarias, com os vossos holocaustos, e com as vossas offertas de manjares, e com as vossas libações, e com as vossas offertas pacificas.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Números 29:40</a:t>
            </a:r>
          </a:p>
          <a:p>
            <a:pPr algn="ctr"/>
            <a:r>
              <a:rPr sz="4400">
                <a:solidFill>
                  <a:srgbClr val="FFFFFF"/>
                </a:solidFill>
                <a:latin typeface="Arial"/>
              </a:rPr>
              <a:t>E fallou Moysés aos filhos d'Israel, conforme a tudo o que o Senhor ordenara a Moysés.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