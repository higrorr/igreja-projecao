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 no deserto de Sinai, na tenda da congregação, no primeiro dia do mez segundo no segundo anno da sua saida da terra do Egypto,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a somma de toda a congregação dos filhos d'Israel, segundo as suas gerações, segundo a casa de seus paes, no numero dos nomes de todo o macho, cabeça por cabeça;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vinte annos e para cima, todos os que saem á guerra em Israel: a estes contareis segundo os seus exercitos, tu e Aarão.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Estará comvosco de cada tribu um homem que seja cabeça da casa de seus paes,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pois são os nomes dos homens que estarão comvosco: De Ruben, Elizur, filho de Sedeur;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Simeão, Selumiel, filho de Surisaddai;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Judah, Naasson, filho de Amminadab;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D'Issacar, Nathanael, filho de Suhar;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Zebulon, Eliab, filho de Helon;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José: d'Ephraim; Elisama, filho d'Ammihud; de Manasseh, Gamaliel, filho de Pedazur;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Benjamin, Abidan, filho de Gideoni;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Dan, Ahieser, filho de Ammisaddai;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Aser, Pagiel, filho d'Ochran;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Gad, Eliasaph, filho de Dehuel;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Naphtali, Ahira, filho d'Enan.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foram os chamados da congregação, os principes das tribus de seus paes, os Cabeças dos milhares d'Israel.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tomaram Moysés e Aarão a estes homens, que foram declarados pelos seus nomes.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 toda a congregação no primeiro dia do mez segundo, e declararam a sua descendencia segundo as suas familias, segundo a casa de seus paes, pelo numero dos nomes dos de vinte annos e para cima, cabeça por cabeça;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Senhor ordenara a Moysés, assim os contou no deserto de Sinai.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pois os filhos de Ruben, o primogenito d'Israel; as suas gerações pelas suas familias, segundo a casa de seus paes, pelo numero dos nomes, cabeça por cabeça, todo o macho de vinte annos e para cima, todos os que podiam sair á guerra;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de Ruben, quarenta e seis mil e quinhentos.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Simeão, as suas gerações pelas suas familias, segundo a casa dos seus paes; os seus contados, pelo numero dos nomes, cabeça por cabeça, todo o macho de vinte annos e para cima, todos os que podiam sair á guerra,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de Simeão, cincoenta e nove mil e trezentos.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Gad, as suas gerações pelas suas familias, segundo a casa de seus paes, pelo numero dos nomes dos de vinte annos e para cima, todos os que podiam sair á guerra,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de Gad, quarenta e cinco mil e seiscentos e cincoenta.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Judah, as suas gerações pelas suas familias, segundo a casa de seus paes; pelo numero dos nomes dos de vinte annos e para cima, todos os que podiam sair á guerra,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de Judah, setenta e quatro mil e seiscentos.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d'Issacar, as suas gerações pelas suas familias, segundo a casa de seus paes, pelo numero dos nomes dos de vinte annos e para cima, todos os que podiam sair á guerra,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d'Issacar, cincoenta e quatro mil e quatrocentos.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Zebulon, as suas gerações, pelas suas familias, segundo a casa de seus paes, pelo numero dos nomes dos de vinte annos e para cima, todos os que podiam sair á guerra,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de Zebulon, cincoenta e sete mil e quatrocentos.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José, dos filhos d'Ephraim, as suas gerações, pelas suas familias, segundo a casa de seus paes, pelo numero dos nomes dos de vinte annos e para cima, todos os que podiam sair á guerra,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d'Ephraim, quarenta mil e quinhentos.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Manasseh, as suas gerações, pelas suas familias, segundo a casa de seus paes, pelo numero dos nomes dos de vinte annos e para cima, todos os que podiam sair á guerra,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de Manasseh, trinta e dois mil e duzentos.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Benjamin, as suas gerações, pelas suas familias, segundo a casa de seus paes, pelo numero dos nomes dos de vinte annos e para cima, todos os que podiam sair á guerra,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de Benjamin, trinta e cinco mil e quatrocentos.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Dan, as suas gerações, pelas suas familias, segundo a casa de seus paes, pelo numero dos nomes dos de vinte annos e para cima, todos os que podiam sair á guerra,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de Dan, sessenta e dois mil e setecentos.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d'Aser, as suas gerações, pelas suas familias, segundo a casa de seus paes, pelo numero dos nomes dos de vinte annos e para cima, todos os que podiam sair á guerra,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d'Aser, quarenta e um mil e quinhentos.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Naphtali, as suas gerações, pelas suas familias, segundo a casa de seus paes, pelo numero dos nomes dos de vinte annos e para cima, todos os que podiam sair á guerra,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contados d'elles, da tribu de Naphtali, cincoenta e tres mil e quatrocentos.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foram os contados, que contou Moysés e Aarão, e os principes d'Israel, doze homens, cada um era pela casa de seus paes.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foram todos os contados dos filhos d'Israel, segundo a casa de seus paes, de vinte annos e para cima, todos os que podiam sair á guerra em Israel;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contados pois foram seiscentos e tres mil e quinhentos e cincoenta.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levitas, segundo a tribu de seus paes, não foram contados entre elles,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Senhor tinha fallado a Moysés, dizendo: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contarás a tribu de Levi, nem tomarás a somma d'elles entre os filhos d'Israel: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 põe os levitas sobre o tabernaculo do testemunho, e sobre todos os seus vasos, e sobre tudo o que pertence a elle: elles levarão o tabernaculo e todos os seus vasos; e elles o administrarão, e assentarão o seu arraial ao redor do tabernaculo.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tabernaculo partir, os levitas o desarmarão; e, quando o tabernaculo assentar no arraial, os levitas o armarão; e o estranho que se chegar morrerá.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assentarão as suas tendas, cada um no seu esquadrão, e cada um junto á sua bandeira, segundo os seus exercitos.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levitas assentarão as suas tendas ao redor do tabernaculo do testemunho, para que não haja indignação sobre a congregação dos filhos d'Israel, pelo que os levitas terão o cuidado da guarda do tabernaculo do testemunho.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fizeram os filhos d'Israel: conforme a tudo o que o Senhor ordenara a Moysés, assim o fizeram.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