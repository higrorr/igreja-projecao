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os filhos d'Israel, toda a congregação, ao deserto de Zin, no mez primeiro, o povo ficou em Cades: e Miriam morreu ali, e ali foi sepultada.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havia agua para a congregação: então se congregaram contra Moysés e contra Aarão.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contendeu com Moysés, e fallaram, dizendo: Oxalá tivessemos expirado quando expiraram nossos irmãos perante o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trouxestes a congregação do Senhor a este deserto, para que morramos ali, nós e os nossos animaes?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nos fizestes subir do Egypto, para nos trazer a este logar máu? logar não de semente, nem de figos, nem de vides, nem de romãs, nem d'agua para beber.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 Aarão se foram de diante da congregação á porta da tenda da congregação, e se lançaram sobre os seus rostos: e a gloria do Senhor lhes appareceu.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fallou a Moysés, dizendo: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vara, e ajunta a congregação, tu e Aarão, teu irmão, e fallae á rocha perante os seus olhos, e dará a sua agua: assim lhes tirarás agua da rocha, e darás a beber á congregação e aos seus animaes.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tomou a vara de diante do Senhor, como lhe tinha ordenado,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 Aarão congregaram a congregação diante da rocha, e disse-lhes: Ouvi agora, rebeldes, porventura tiraremos agua d'esta rocha para vós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levantou a sua mão, e feriu a rocha duas vezes com a sua vara, e sairam muitas aguas; e bebeu a congregação e os seus animaes.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 a Moysés e a Aarão: Porquanto não me crestes a mim, para me sanctificar diante dos filhos de Israel, por isso não mettereis esta congregação na terra que lhes tenho dado.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aguas de Meribah, porque os filhos de Israel contenderam com o Senhor: e se sanctificou n'elles.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Moysés desde Cades mandou mensageiros ao rei d'Edom, dizendo: Assim diz teu irmão Israel: sabes todo o trabalho que nos sobreveiu: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nossos paes desceram ao Egypto, e nós no Egypto habitámos muitos dias; e como os egypcios nos maltrataram, a nós e a nossos paes: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clamámos ao Senhor, e elle ouviu a nossa voz, e mandou um anjo, e nos tirou do Egypto: e eis que estamos em Cades, cidade na extremidade dos teus termos.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Deixa-nos pois passar pela tua terra; não passaremos pelo campo, nem pelas vinhas, nem beberemos a agua dos poços: iremos pela estrada real; não nos desviaremos para a direita nem para a esquerda, até que passemos pelos teus termos.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Edom lhe disse: Não passarás por mim, para que porventura eu não saia á espada ao teu encontro.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d'Israel lhe disseram: Subiremos pelo caminho egualado, e se eu e o meu gado bebermos das tuas aguas, darei o preço d'ellas: sem alguma outra coisa sómente passarei a pé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Não passarás. E saiu-lhe Edom ao encontro com muita gente, e com mão forte.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recusou Edom deixar passar a Israel pelo seu termo: pelo que Israel se desviou d'elle.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partiram de Cades: e os filhos de Israel, toda a congregação, vieram ao monte de 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 no monte de Hor, nos termos da terra de Edom,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Aarão recolhido será a seus povos, porque não entrará na terra que tenho dado aos filhos de Israel, porquanto rebeldes fostes á minha bocca, ás aguas de Meribah.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Aarão e a Eleazar, seu filho, e faze-os subir ao monte de 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despe a Aarão os seus vestidos, e veste-os a Eleazar, seu filho, porque Aarão será recolhido, e morrerá ali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pois Moysés como o Senhor lhe ordenara: porque subiram ao monte de Hor perante os olhos de toda a congregação.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despiu a Aarão os vestidos, e os vestiu a Eleazar, seu filho; e morreu Aarão ali sobre o cume do monte; e desceram Moysés e Eleazar do monte.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toda a congregação que Aarão era morto, choraram a Aarão trinta dias, toda a casa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