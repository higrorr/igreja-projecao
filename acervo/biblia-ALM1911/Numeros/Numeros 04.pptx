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e a Aarão,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 somma dos filhos de Kohath, do meio dos filhos de Levi, pelas suas gerações, segundo a casa de seus paes;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 para cima até aos cincoenta annos será todo aquelle que entrar n'este exercito, para fazer obra na tenda da congregação.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será o ministerio dos filhos de Kohath na tenda da congregação, nas coisas sanctissimas.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partir o arraial, Aarão e seus filhos virão, e tirarão o véu da coberta, e com elle cobrirão a arca do testemunho;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pôr-lhe-hão por cima uma coberta de pelles de teixugos, e sobre ella estenderão um panno, todo d'azul, e lhe metterão os varaes.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sobre a mesa da proposição estenderão um panno d'azul: e sobre ella porão os pratos os seus incensarios, e as taças e escudellas; tambem o pão continuo estará sobre 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estenderão em cima d'elles um panno de carmezim, e com a coberta de pelles de teixugos o cobrirão, e lhe porão os seus varaes.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tomarão um panno d'azul, e cobrirão o castiçal da luminaria, e as suas lampadas, e os seus espivitadores, e os seus apagadores, e todos os seus vasos d'azeite, com que o servem.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metterão, a elle e a todos os seus vasos, na coberta de pelles de teixugos: e o porão sobre os varaes.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altar d'oiro estenderão um panno d'azul, e com a coberta de pelles de teixugos o cobrirão, e lhe porão os seus varaes.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tomarão todos os vasos do ministerio, com que servem no sanctuario; e os porão n'um panno d'azul, e os cobrirão com uma coberta de pelles de teixugos, e os porão sobre os varaes.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tirarão as cinzas do altar, e por cima d'elle estenderão um panno de purpura.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elle porão todos os seus instrumentos com que o servem: os seus brazeiros, os garfos, e as pás, e as bacias; todos os vasos do altar: e por cima d'elle estenderão uma coberta de pelles de teixugos, e lhe porão os seus varaes.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Aarão e seus filhos, ao partir do arraial, acabado de cobrir o sanctuario, e todos os instrumentos do sanctuario, então os filhos de Kohath virão para leval-o; mas no sanctuario não tocarão, para que não morram: este é o cargo dos filhos de Kohath na tenda da congregação.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cargo d'Eleasar, filho d'Aarão, o sacerdote, será o azeite da luminaria, e o incenso aromatico, e a continua offerta dos manjares, e azeite da uncção, o cargo de todo o tabernaculo, e de tudo que n'elle ha, no sanctuario e nos seus vasos.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e a Aarão,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deixareis extirpar a tribu das gerações dos kohatitas do meio dos levitas.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isto lhes fareis, para que vivam e não morram, quando chegarem á Sanctidade das Sanctidades: Aarão e seus filhos virão, e a cada um porão no seu ministerio e no seu cargo.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Porem não entrarão a ver, quando cobrirem o sanctuario, para que não morram.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tambem a somma dos filhos de Gerson, segundo a casa de seus paes, segundo as suas gerações;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 para cima, até aos cincoenta, contarás a todo aquelle que entrar a servir no seu serviço, para administrar o ministerio na tenda da congregação.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será o ministerio das gerações dos gersonitas, no serviço e no cargo.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Levarão pois as cortinas do tabernaculo, e a tenda da congregação, e a sua coberta, e a coberta de pelles de teixugos, que está em cima sobre elle, e o véu da porta da tenda da congregação,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cortinas do pateo, e o véu da porta do pateo, que está junto ao tabernaculo, e junto ao altar em redor, e as suas cordas, e todos os instrumentos do seu ministerio, com tudo o que se adereçar para elles, para que ministrem.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ministerio dos filhos dos gersonitas, em todo o seu cargo, e em todo o seu ministerio, será segundo o mandado d'Aarão e de seus filhos: e lhes encommendareis em guarda todo o seu cargo.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ministerio das gerações dos filhos dos gersonitas na tenda da congregação: e a sua guarda será debaixo da mão d'Ithamar, filho d'Aarão, o sacerdote.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filhos de Merari, segundo as suas gerações e segundo a casa de seus paes os contarás;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 para cima, até aos cincoenta, contarás a todo aquelle que entrar n'este serviço, para administrar o ministerio da tenda da congregação.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pois será a guarda do seu cargo, segundo todo o seu ministerio, na tenda da congregação: as taboas do tabernaculo, e os seus varaes, e as suas columnas, e as suas bases;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as columnas do pateo em redor, e as suas bases, e as suas estacas, e as suas cordas, com todos os seus instrumentos, e com todo o seu ministerio; e contareis os vasos da guarda do seu cargo, nome por nome.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ministerio das gerações dos filhos de Merari, segundo todo o seu ministerio, na tenda da congregação, debaixo da mão d'Ithamar, filho d'Aarão, o sacerdote.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Moysés, pois, e Aarão e os principes da congregação contaram os filhos dos kohathitas, segundo as suas gerações e segundo a casa de seus paes;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 para cima, até ao cincoenta, todo aquelle que entrou n'este serviço, para o ministerio da tenda da congregação.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d'elles foram contados, pois, segundo as sua gerações, foram dois mil e setecentos e cincoenta.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que foram contados das gerações dos kohathitas, de todo aquelle que ministrava na tenda da congregação, os quaes contaram Moysés e Aarão, conforme ao mandado do Senhor pela mão de Moysés.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os que foram contados dos filhos de Gerson, segundo as suas gerações, e segundo a casa de seus paes,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 para cima, até aos cincoenta, todo aquelle que entrou n'este serviço, para o ministerio na tenda da congregação.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d'elles foram contados, segundo as suas gerações, segundo a casa de seus paes, foram dois mil e seiscentos e trinta.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contados das gerações dos filhos de Gerson, de todo aquelle que ministrava na tenda da congregação: os quaes contaram Moysés e Aarão, conforme ao mandado do Senhor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foram contados das gerações dos filhos de Merari, segundo as suas gerações, segundo a casa de seus paes;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 para cima, até aos cincoenta, todo aquelle que entrou n'este serviço, para o ministerio na tenda da congregação.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os que foram d'elles contados, segundo as suas gerações, tres mil e duzentos.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contados das gerações dos filhos de Merari: os quaes contaram Moysés e Aarão, conforme ao mandado do Senhor, pela mão de Moysés.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d'elles foram contados, que contaram Moysés e Aarão, e os principes de Israel, dos levitas, segundo as suas gerações, segundo a casa de seus paes;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 para cima, até aos cincoenta, todo aquelle que entrava a executar o ministerio da administração, e o ministerio do cargo na tenda da congregação.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d'elles foram contados foram oito mil quinhentos e oitenta.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ao mandado do Senhor, pela mão de Moysés, foram contados, cada qual segundo o seu ministerio, e segundo o seu cargo: e foram, os que d'elles foram contados, aquelles que o Senhor ordenara a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