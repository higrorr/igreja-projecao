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Aconteceu pois que, depois d'aquella praga, fallou o Senhor a Moysés, e a Eleazar, filho d'Aarão o sacerdote,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a somma de toda a congregação dos filhos de Israel, da edade de vinte annos e para cima, segundo as casas de seus paes: todo o que em Israel sae ao exercito.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Fallou-lhes pois Moysés e Eleazar o sacerdote, nas campinas de Moab, ao pé do Jordão de Jericó,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 o povo da edade de vinte annos e para cima, como o Senhor ordenara a Moysés e aos filhos d'Israel, que sairam do Egypto.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Ruben, o primogenito de Israel: os filhos de Ruben foram Hanoch, do qual era a familia dos hanochitas: de Pallu a familia dos palluitas;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Hezrona, familia dos hezronitas: de Carmi, a familia dos carmitas: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dos rubenitas: e os que foram d'elles contados, foram quarenta e tres mil e setecentos e trinta.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Pallu, Eliab: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d'Eliab, Nemuel, e Dathan, e Abiram: estes, Dathan e Abiram, foram os afamados da congregação, que moveram a contenda contra Moysés e contra Aarão na congregação de Coré, quando moveram a contenda contra o Senhor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abriu a sua bocca, e os tragou com Coré, quando morreu a congregação: quando o fogo consumiu duzentos e cincoenta homens, e foram por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filhos de Coré não morreram.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Simeão, segundo as suas familias: de Nemuel, a familia dos nemuelitas: de Jamin, a familia dos jaminitas: de Jachin, a familia dos jachinitas: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Zerah, a familia dos zerahitas: de Saul, a familia dos saulitas.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dos simeonitas vinte e dois mil e duzentos.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Gad, segundo as suas gerações: de Zephon, a familia dos zephonitas: de Haggi, a familia dos haggitas: de Suni, a familia dos sunitas: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Ozni, a familia dos oznitas: de Heri, a familia dos heritas: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Arod , a familia dos aroditas: de Areli, a familia dos arelitas.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dos filhos de Gad, segundo os que foram d'elles contados, quarenta mil e quinhentos.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Judah, Er e Onan: mas Er e Onan morreram na terra de Canaan.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filhos de Judah foram segundo as suas familias; de Selah a familia dos selanitas: de Pharez, a familia dos pharezitas; de Zerah, a familia dos zerahitas.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Pharez foram; de Hezron, a familia dos hezronitas: de Hamul, a familia doa hamulitas.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de Judah, segundo os que foram d'elles contados, setenta e seis mil e quinhentos.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d'Issacar, segundo as suas familias, foram; de Tola, a familia dos tolaitas: de Puva a familia dos puvitas,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Jasub a familia dos jasubitas: de Simron, a familia dos simronitas.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d'Issacar, segundo os que foram d'elles contados, sessenta e quatro mil e trezentos.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Zebulon, segundo as suas familias, foram; de Sered, a familia dos sereditas: d'Elon, a familia dos elonitas: de Jahleel, a familia dos jahleelitas.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dos zebulonitas, segundo os que foram d'elles contados, sessenta mil e quinhentos.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José segundo as suas familias, foram Manasseh e Ephraim.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Manasseh foram; de Machir, a familia dos machiritas; e Machir gerou a Gilead: de Gilead, a familia dos gileaditas.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Gilead: de Jezer, a familia dos jezeritas: de Helek, a familia das helekitas: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d'Asriel, a familia dos asrielitas: e de Sechen, a familia dos sechenitas: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Semida, a familia dos semidaitas: e de Hepher, a familia dos hepheritas.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Selofad, filho de Hepher, não tinha filhos, senão filhas: e os nomes das filhas de Selofad foram Machla, Noa, Hogla, Milca e Tirza.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de Manasseh: e os que foram d'elles contados, foram cincoenta e dois mil e setecentos.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d'Ephraim, segundo as suas familias: de Sutelah, a familia dos sutelahitas: de Becher, a familia dos becheritas: de Tahan, a familia dos tahanitas.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filhos de Sutelah: d'Eran, a familia dos eranitas.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dos filhos d'Ephraim, segundo os que foram d'elles contados, trinta e dois mil e quinhentos: estes são os filhos de José, segundo as suas familias.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Benjamin, segundo as suas familias; de Bela, a familia dos belaitas: d'Asbel, a familia dos asbelitas: de Ahiram, a familia dos ahiramitas;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Supham, a familia dos suphamitas: de Hupham, a familia dos huphamitas.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Bela foram Ard e Naaman: d'Ard a familia dos arditas: de Naaman a familia dos naamanitas.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Benjamin, segundo as suas familias: e os que foram d'elles contados, foram quarenta e cinco mil e seiscentos.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de Dan, segundo as suas familias; de Suham a familia dos suhamitas: estas são as familias de Dan, segundo as suas familias.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familias dos suhamitas, secundo os que foram d'elles contados, foram sessenta e quatro mil e quatrocentos.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d'Aser, segundo as suas familias, foram: d'Imna, a familia dos imnaitas: d'Isvi, a familia dos isvitas, de Berish, a familia dos beriitas.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Beriah, foram; de Heber, a familia dos heberitas; de Malchiel, a familia dos malchielitas.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da filha d'Aser foi Serah.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dos filhos d'Aser, segundo os que foram d'elles contados, cincoenta e tres mil e quatrocentos.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Naphtali, segundo as suas familias: de Jahzeel, a familia dos jahzeelitas: de Guni, a familia dos gunitas: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Jezer, a familia dos jezeritas: de Sillem, a familia dos sillemitas.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de Naphtali, segundo as suas familias: e os que foram d'elles contados, foram quarenta e cinco mil e quatrocentos.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contados dos filhos d'Israel, seiscentos e um mil e setecentos e trinta.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estes se repartirá a terra em herança, segundo o numero dos nomes.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muitos multiplicarás a sua herança, e aos poucos diminuirás a sua herança: a cada qual se dará a sua herança, segundo os que foram d'elles contados.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a terra se repartirá por sortes: segundo os nomes das tribus de seus paes a herdarão.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sair a sorte, se repartirá a herança d'elles entre os muitos e poucos.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que foram contados de Levi, segundo as suas familias: de Gerson, a familia dos gersonitas; de Kohath, a familia dos kohathitas; de Merari, a familia dos meraritas.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familias de Levi: a familia dos libnitas, a familia dos hebronitas, a familia dos mahlitas, a familia dos musitas, a familia dos corhitas: e Kohath gerou a Amram.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da mulher de Amram foi Jochebed, filha de Levi, a qual a Levi nasceu no Egypto: e esta a Amram pariu Aarão, e Moysés, e Miriam, sua irmã.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Aarão nasceram Nadab, Abihu, Eleazar, e Ithamar.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Nadab e Abihu morreram quando trouxeram fogo estranho perante o Senhor.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os que foram d'elles contados vinte e tres mil, todo o macho da edade de um mez e para cima: porque estes não foram contados entre os filhos de Israel, porquanto lhes não foi dada herança entre os filhos de Israel.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que foram contados por Moysés e Eleazar, o sacerdote, que contaram os filhos de Israel nas campinas de Moab, ao pé do Jordão de Jericó.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 estes nenhum houve dos que foram contados por Moysés e Aarão, o sacerdote; quando contaram aos filhos de Israel no deserto de Sinai.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26:65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dissera d'elles que certamente morreriam no deserto: e nenhum d'elles ficou, senão Caleb, filho de Jefoné, e Josué, filho de Nun.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