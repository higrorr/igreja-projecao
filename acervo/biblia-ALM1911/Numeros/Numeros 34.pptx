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aos filhos d'Israel, e dize-lhes: Quando entrardes na terra de Canaan, esta ha de ser a terra que vos cairá em herança: a terra de Canaan, segundo os seus termos.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banda do sul vos será desde o deserto de Zin até aos termos de Edom; e o termo do sul vos será desde a extremidade do mar salgado para a banda do oriente,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termo vos irá rodeando do sul para a subida de Acrabbim, e passará até Zin; e as suas saidas serão do sul a Cades-barnea; e sairá a Hazar-addar, e passará a Azmon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Rodeará mais este termo de Azmon até ao rio do Egypto: e as suas saidas serão para a banda do 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do termo do occidente, o mar grande vos será por termo: este vos será o termo do occidente.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vos será o termo do norte: desde o mar grande marcareis até ao monte de 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monte de Hor marcareis até á entrada de Hamath: e as saidas d'este termo serão até Zedad.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termo sairá até Ziphron, e as suas saidas serão em Hazar-enan: este vos será o termo do norte.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termo da banda do oriente vos marcareis de Hazar-enan até Sepham.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termo descerá desde Sepham até Ribla, para a banda do oriente de Ain: depois descerá este termo, e irá ao longo da borda do mar de Cinnereth para a banda do oriente.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Descerá tambem este termo ao longo do Jordão, e as suas saidas serão no mar salgado: esta vos será a terra, segundo os seus termos em roda.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deu ordem aos filhos de Israel, dizendo: Esta é a terra que tomareis em sorte por herança, a qual o Senhor mandou dar ás nove tribus e á meia tribu.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tribu dos filhos dos rubenitas, segundo a casa de seus paes, e a tribu dos filhos dos gaditas, segundo a casa de seus paes, já receberam; tambem a meia tribu de Manasseh recebeu a sua herança.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duas tribus e meia tribu receberam a sua herança d'aquem do Jordão de Jericó, da banda do oriente ao nascente.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nomes dos homens que vos repartirão a terra por herança: Eleazar, o sacerdote, e Josué, o filho de Nun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Tomareis mais de cada tribu um principe, para repartir a terra em herança.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homens: Da tribu de Judah, Caleb, filho de Jefoné;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Simeão, Samuel, filho de Ammihud;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Benjamin, Elidad, filho de Chislon;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Dan, o principe Buci, filho de Jogli;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José, da tribu dos filhos de Manasseh, o principe Hanniel, filho de Ephod;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Ephraim, o principe Quemuel, filho de Siphtan;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Zebulon, o principe Elizaphan, filho de Parnah;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Issacar, o principe Paltiel, filho de Assan;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Aser, o principe Ahihud, filho de Selomi;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da tribu dos filhos de Naphtali, o principe Pedael, filho de Ammihud.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aquelles a quem o Senhor ordenou, que repartissem as heranças aos filhos de Israel na terra de Canaan.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