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e dize-lhes: Quando um homem ou mulher se tiver separado, fazendo voto de nazireo, para se separar ao Senhor,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vinho e de bebida forte se apartará: vinagre de vinho, nem vinagre de bebida forte não beberá; nem beberá alguma beberagem d'uvas; nem uvas frescas nem seccas comerá.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do seu nazireado não comerá de coisa alguma, que se faz da vinha, desde os caroços até ás cascas.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do voto do seu nazireado sobre a sua cabeça não passará navalha: até que se cumpram os dias, que se separou ao Senhor, sancto será, deixando crescer as guedelhas do cabello da sua cabeça.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que se separar ao Senhor não se chegará a corpo d'um morto.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pae, ou por sua mãe, por seu irmão, ou por sua irmã, por elles se não contaminará, quando forem mortos; porquanto o nazireado do seu Deus está sobre a sua cabeça.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dias do seu nazireado sancto será ao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o morto vier a morrer junto a elle por acaso, subitamente, que contaminasse a cabeça do seu nazireado, então no dia da sua purificação rapará a sua cabeça, e ao setimo dia a rapará.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oitavo dia trará duas rolas, ou dois pombinhos, ao sacerdote, á porta da tenda da congregação: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offerecerá um para expiação do peccado, e o outro para holocausto; e fará propiciação por elle, do que peccou no corpo morto: assim n'aquelle mesmo dia sanctificará a sua cabeça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separará os dias do seu nazireado ao Senhor, e para expiação do trespasso trará um cordeiro d'um anno: e os dias antecedentes serão perdidos, porquanto o seu nazireado foi contaminado.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lei do nazireo: no dia em que se cumprirem os dias do seu nazireado, tral-o-hão á porta da tenda da congregação: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offerecerá a sua offerta ao Senhor, um cordeiro sem mancha d'um anno em holocausto, e uma cordeira sem mancha de um anno para expiação do peccado, e um carneiro sem mancha por offerta pacifica;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cesto de bolos asmos, bolos de flor de farinha com azeite, amassados, e coscorões asmos untados com azeite, como tambem a sua offerta de manjares, e as suas libações.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os trará perante o Senhor, e sacrificará a sua expiação do peccado, e o seu holocausto: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sacrificará o carneiro em sacrificio pacifico ao Senhor, com o cesto dos bolos asmos: e o sacerdote offerecerá a sua offerta de manjares, e a sua libação.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nazireo á porta da tenda da congregação rapará a cabeça do seu nazireado, e tomará o cabello da cabeça do seu nazireado, e o porá sobre o fogo que está debaixo do sacrificio pacifico.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sacerdote tomará a espadua cozida do carneiro, e um bolo asmo do cesto, e um coscorão asmo, e os porá nas mãos do nazireo, depois de haver rapado o seu nazireado.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os moverá em offerta de movimento perante o Senhor; isto é sancto para o sacerdote, juntamente com o peito da offerta de movimento, e com a espadua da offerta alçada; e depois o nazireo beba vinho.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do nazireo, que fizer voto da sua offerta ao Senhor pelo seu nazireado, além do que alcançar a sua mão: segundo o seu voto, que fizer, assim fará conforme á lei do seu nazireado.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Aarão, e a seus filhos, dizendo: Assim abençoareis os filhos d'Israel, dizendo-lhes: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abençoe e te guarde: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faça resplandecer o seu rosto sobre ti, e tenha misericordia de ti: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sobre ti levante o seu rosto, e te dê a paz.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porão o meu nome sobre os filhos d'Israel, e eu os abençoarei.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