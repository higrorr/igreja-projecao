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a:t>
            </a:r>
          </a:p>
          <a:p>
            <a:pPr algn="ctr"/>
            <a:r>
              <a:rPr sz="4400">
                <a:solidFill>
                  <a:srgbClr val="FFFFFF"/>
                </a:solidFill>
                <a:latin typeface="Arial"/>
              </a:rPr>
              <a:t>Depois fallou o Senhor a Moysés, dizendo: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a:t>
            </a:r>
          </a:p>
          <a:p>
            <a:pPr algn="ctr"/>
            <a:r>
              <a:rPr sz="4400">
                <a:solidFill>
                  <a:srgbClr val="FFFFFF"/>
                </a:solidFill>
                <a:latin typeface="Arial"/>
              </a:rPr>
              <a:t>Falla aos filhos de Israel, e dize-lhes: Quando entrardes na terra das vossas habitações, que eu vos hei de dar;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a:t>
            </a:r>
          </a:p>
          <a:p>
            <a:pPr algn="ctr"/>
            <a:r>
              <a:rPr sz="4400">
                <a:solidFill>
                  <a:srgbClr val="FFFFFF"/>
                </a:solidFill>
                <a:latin typeface="Arial"/>
              </a:rPr>
              <a:t>E ao Senhor fizerdes offerta queimada, holocausto, ou sacrificio, para lhe separar um voto, ou em offerta voluntaria, ou nas vossas solemnidades, para ao Senhor fazer um cheiro suave de ovelhas ou vaccas;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15:4</a:t>
            </a:r>
          </a:p>
          <a:p>
            <a:pPr algn="ctr"/>
            <a:r>
              <a:rPr sz="4400">
                <a:solidFill>
                  <a:srgbClr val="FFFFFF"/>
                </a:solidFill>
                <a:latin typeface="Arial"/>
              </a:rPr>
              <a:t>Então aquelle que offerecer a sua offerta ao Senhor, por offerta de manjares offerecerá uma decima de flor de farinha misturada com a quarta parte d'um hin de azeite.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15:5</a:t>
            </a:r>
          </a:p>
          <a:p>
            <a:pPr algn="ctr"/>
            <a:r>
              <a:rPr sz="4400">
                <a:solidFill>
                  <a:srgbClr val="FFFFFF"/>
                </a:solidFill>
                <a:latin typeface="Arial"/>
              </a:rPr>
              <a:t>E de vinho para libação preparareis a quarta parte de um hin, para holocausto ou para sacrificio por cada cordeiro: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15:6</a:t>
            </a:r>
          </a:p>
          <a:p>
            <a:pPr algn="ctr"/>
            <a:r>
              <a:rPr sz="4400">
                <a:solidFill>
                  <a:srgbClr val="FFFFFF"/>
                </a:solidFill>
                <a:latin typeface="Arial"/>
              </a:rPr>
              <a:t>E por cada carneiro prepararás uma offerta de manjares de duas decimas de flor de farinha, misturada com a terça parte d'um hin de azeite.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15:7</a:t>
            </a:r>
          </a:p>
          <a:p>
            <a:pPr algn="ctr"/>
            <a:r>
              <a:rPr sz="4400">
                <a:solidFill>
                  <a:srgbClr val="FFFFFF"/>
                </a:solidFill>
                <a:latin typeface="Arial"/>
              </a:rPr>
              <a:t>E de vinho para a libação offerecerás a terça parte de um hin ao Senhor, em cheiro suave.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15:8</a:t>
            </a:r>
          </a:p>
          <a:p>
            <a:pPr algn="ctr"/>
            <a:r>
              <a:rPr sz="4400">
                <a:solidFill>
                  <a:srgbClr val="FFFFFF"/>
                </a:solidFill>
                <a:latin typeface="Arial"/>
              </a:rPr>
              <a:t>E, quando preparares novilho para holocausto ou sacrificio, para separar um voto, ou um sacrificio pacifico ao Senhor,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15:9</a:t>
            </a:r>
          </a:p>
          <a:p>
            <a:pPr algn="ctr"/>
            <a:r>
              <a:rPr sz="4400">
                <a:solidFill>
                  <a:srgbClr val="FFFFFF"/>
                </a:solidFill>
                <a:latin typeface="Arial"/>
              </a:rPr>
              <a:t>Com o novilho offerecerás uma offerta de manjares de tres decimas de flor de farinha misturada com a metade d'um hin de azeite,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15:10</a:t>
            </a:r>
          </a:p>
          <a:p>
            <a:pPr algn="ctr"/>
            <a:r>
              <a:rPr sz="4400">
                <a:solidFill>
                  <a:srgbClr val="FFFFFF"/>
                </a:solidFill>
                <a:latin typeface="Arial"/>
              </a:rPr>
              <a:t>E de vinho para a libação offerecerás a metade de um hin, offerta queimada em cheiro suave ao Senhor.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15:11</a:t>
            </a:r>
          </a:p>
          <a:p>
            <a:pPr algn="ctr"/>
            <a:r>
              <a:rPr sz="4400">
                <a:solidFill>
                  <a:srgbClr val="FFFFFF"/>
                </a:solidFill>
                <a:latin typeface="Arial"/>
              </a:rPr>
              <a:t>Assim se fará com cada boi, ou com cada carneiro, ou com o gado miudo dos cordeiros ou das cabras.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15:12</a:t>
            </a:r>
          </a:p>
          <a:p>
            <a:pPr algn="ctr"/>
            <a:r>
              <a:rPr sz="4400">
                <a:solidFill>
                  <a:srgbClr val="FFFFFF"/>
                </a:solidFill>
                <a:latin typeface="Arial"/>
              </a:rPr>
              <a:t>Segundo o numero que offerecerdes, assim o fareis com cada um, segundo o numero d'elles.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15:13</a:t>
            </a:r>
          </a:p>
          <a:p>
            <a:pPr algn="ctr"/>
            <a:r>
              <a:rPr sz="4400">
                <a:solidFill>
                  <a:srgbClr val="FFFFFF"/>
                </a:solidFill>
                <a:latin typeface="Arial"/>
              </a:rPr>
              <a:t>Todo o natural assim fará estas coisas, offerecendo offerta queimada em cheiro suave ao Senhor.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15:14</a:t>
            </a:r>
          </a:p>
          <a:p>
            <a:pPr algn="ctr"/>
            <a:r>
              <a:rPr sz="4400">
                <a:solidFill>
                  <a:srgbClr val="FFFFFF"/>
                </a:solidFill>
                <a:latin typeface="Arial"/>
              </a:rPr>
              <a:t>Quando tambem peregrinar comvosco algum estrangeiro, ou que estiver no meio de vós nas vossas gerações, e elle offerecer uma offerta queimada de cheiro suave ao Senhor, como vós fizerdes assim fará elle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15:15</a:t>
            </a:r>
          </a:p>
          <a:p>
            <a:pPr algn="ctr"/>
            <a:r>
              <a:rPr sz="4400">
                <a:solidFill>
                  <a:srgbClr val="FFFFFF"/>
                </a:solidFill>
                <a:latin typeface="Arial"/>
              </a:rPr>
              <a:t>Um mesmo estatuto haja para vós, ó congregação, e para o estrangeiro que entre vós peregrina, por estatuto perpetuo nas vossas gerações; como vós, assim será o peregrino perante o Senhor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15:16</a:t>
            </a:r>
          </a:p>
          <a:p>
            <a:pPr algn="ctr"/>
            <a:r>
              <a:rPr sz="4400">
                <a:solidFill>
                  <a:srgbClr val="FFFFFF"/>
                </a:solidFill>
                <a:latin typeface="Arial"/>
              </a:rPr>
              <a:t>Uma mesma lei e um mesmo direito haverá para vós e para o estrangeiro que peregrina comvosco.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15:17</a:t>
            </a:r>
          </a:p>
          <a:p>
            <a:pPr algn="ctr"/>
            <a:r>
              <a:rPr sz="4400">
                <a:solidFill>
                  <a:srgbClr val="FFFFFF"/>
                </a:solidFill>
                <a:latin typeface="Arial"/>
              </a:rPr>
              <a:t>Fallou mais o Senhor a Moysés, dizendo: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15:18</a:t>
            </a:r>
          </a:p>
          <a:p>
            <a:pPr algn="ctr"/>
            <a:r>
              <a:rPr sz="4400">
                <a:solidFill>
                  <a:srgbClr val="FFFFFF"/>
                </a:solidFill>
                <a:latin typeface="Arial"/>
              </a:rPr>
              <a:t>Falla aos filhos de Israel, e dize-lhes: Quando entrardes na terra em que vos hei de metter,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15:19</a:t>
            </a:r>
          </a:p>
          <a:p>
            <a:pPr algn="ctr"/>
            <a:r>
              <a:rPr sz="4400">
                <a:solidFill>
                  <a:srgbClr val="FFFFFF"/>
                </a:solidFill>
                <a:latin typeface="Arial"/>
              </a:rPr>
              <a:t>Acontecerá que, quando comerdes do pão da terra, então offerecereis ao Senhor offerta alçada.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15:20</a:t>
            </a:r>
          </a:p>
          <a:p>
            <a:pPr algn="ctr"/>
            <a:r>
              <a:rPr sz="4400">
                <a:solidFill>
                  <a:srgbClr val="FFFFFF"/>
                </a:solidFill>
                <a:latin typeface="Arial"/>
              </a:rPr>
              <a:t>Das primicias da vossa massa offerecereis um bolo em offerta alçada: como a offerta da eira, assim o offerecereis.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15:21</a:t>
            </a:r>
          </a:p>
          <a:p>
            <a:pPr algn="ctr"/>
            <a:r>
              <a:rPr sz="4400">
                <a:solidFill>
                  <a:srgbClr val="FFFFFF"/>
                </a:solidFill>
                <a:latin typeface="Arial"/>
              </a:rPr>
              <a:t>Das primicias das vossas massas dareis ao Senhor offerta alçada nas vossas gerações.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15:22</a:t>
            </a:r>
          </a:p>
          <a:p>
            <a:pPr algn="ctr"/>
            <a:r>
              <a:rPr sz="4400">
                <a:solidFill>
                  <a:srgbClr val="FFFFFF"/>
                </a:solidFill>
                <a:latin typeface="Arial"/>
              </a:rPr>
              <a:t>E, quando vierdes a errar, e não fizerdes todos estes mandamentos, que o Senhor fallou a Moysés,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15:23</a:t>
            </a:r>
          </a:p>
          <a:p>
            <a:pPr algn="ctr"/>
            <a:r>
              <a:rPr sz="4400">
                <a:solidFill>
                  <a:srgbClr val="FFFFFF"/>
                </a:solidFill>
                <a:latin typeface="Arial"/>
              </a:rPr>
              <a:t>Tudo quanto o Senhor vos tem mandado por mão de Moysés, desde o dia que o Senhor ordenou, e d'ali em diante, nas vossas gerações;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15:24</a:t>
            </a:r>
          </a:p>
          <a:p>
            <a:pPr algn="ctr"/>
            <a:r>
              <a:rPr sz="4400">
                <a:solidFill>
                  <a:srgbClr val="FFFFFF"/>
                </a:solidFill>
                <a:latin typeface="Arial"/>
              </a:rPr>
              <a:t>Será que, quando se fizer alguma coisa por erro, e fôr encoberto aos olhos da congregação, toda a congregação offerecerá um novilho para holocausto em cheiro suave ao Senhor, com a sua offerta de manjares e libação conforme ao estatuto, e um bode para expiação do peccado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15:25</a:t>
            </a:r>
          </a:p>
          <a:p>
            <a:pPr algn="ctr"/>
            <a:r>
              <a:rPr sz="4400">
                <a:solidFill>
                  <a:srgbClr val="FFFFFF"/>
                </a:solidFill>
                <a:latin typeface="Arial"/>
              </a:rPr>
              <a:t>E o sacerdote fará propiciação por toda a congregação dos filhos de Israel, e lhes será perdoado, porquanto foi erro: e trouxeram a sua offerta, offerta queimada ao Senhor, e a sua expiação do peccado perante o Senhor, por causa do seu erro.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15:26</a:t>
            </a:r>
          </a:p>
          <a:p>
            <a:pPr algn="ctr"/>
            <a:r>
              <a:rPr sz="4400">
                <a:solidFill>
                  <a:srgbClr val="FFFFFF"/>
                </a:solidFill>
                <a:latin typeface="Arial"/>
              </a:rPr>
              <a:t>Será pois perdoado a toda a congregação dos filhos de Israel, e mais ao estrangeiro que peregrina no meio d'elles, porquanto por erro sobreveiu a todo o povo.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15:27</a:t>
            </a:r>
          </a:p>
          <a:p>
            <a:pPr algn="ctr"/>
            <a:r>
              <a:rPr sz="4400">
                <a:solidFill>
                  <a:srgbClr val="FFFFFF"/>
                </a:solidFill>
                <a:latin typeface="Arial"/>
              </a:rPr>
              <a:t>E, se alguma alma peccar por erro, para expiação do peccado offerecerá uma cabra d'um anno.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15:28</a:t>
            </a:r>
          </a:p>
          <a:p>
            <a:pPr algn="ctr"/>
            <a:r>
              <a:rPr sz="4400">
                <a:solidFill>
                  <a:srgbClr val="FFFFFF"/>
                </a:solidFill>
                <a:latin typeface="Arial"/>
              </a:rPr>
              <a:t>E o sacerdote fará expiação pela alma errante, quando peccar por erro, perante o Senhor, fazendo expiação por ella, e lhe será perdoado.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15:29</a:t>
            </a:r>
          </a:p>
          <a:p>
            <a:pPr algn="ctr"/>
            <a:r>
              <a:rPr sz="4400">
                <a:solidFill>
                  <a:srgbClr val="FFFFFF"/>
                </a:solidFill>
                <a:latin typeface="Arial"/>
              </a:rPr>
              <a:t>Para o natural dos filhos de Israel, e para o estrangeiro que no meio d'elles peregrina, uma mesma lei vos será, para aquelle que isso fizer por erro.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15:30</a:t>
            </a:r>
          </a:p>
          <a:p>
            <a:pPr algn="ctr"/>
            <a:r>
              <a:rPr sz="4400">
                <a:solidFill>
                  <a:srgbClr val="FFFFFF"/>
                </a:solidFill>
                <a:latin typeface="Arial"/>
              </a:rPr>
              <a:t>Mas a alma que fizer alguma coisa á mão levantada, quer seja dos naturaes quer dos estrangeiros, injuria ao Senhor: e tal alma será extirpada do meio do seu povo,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15:31</a:t>
            </a:r>
          </a:p>
          <a:p>
            <a:pPr algn="ctr"/>
            <a:r>
              <a:rPr sz="4400">
                <a:solidFill>
                  <a:srgbClr val="FFFFFF"/>
                </a:solidFill>
                <a:latin typeface="Arial"/>
              </a:rPr>
              <a:t>Pois desprezou a palavra do Senhor, e annulou o seu mandamento: totalmente será extirpada aquella alma, a sua iniquidade será sobre ella.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15:32</a:t>
            </a:r>
          </a:p>
          <a:p>
            <a:pPr algn="ctr"/>
            <a:r>
              <a:rPr sz="4400">
                <a:solidFill>
                  <a:srgbClr val="FFFFFF"/>
                </a:solidFill>
                <a:latin typeface="Arial"/>
              </a:rPr>
              <a:t>Estando pois os filhos de Israel no deserto, acharam um homem apanhando lenha no dia de sabbado.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15:33</a:t>
            </a:r>
          </a:p>
          <a:p>
            <a:pPr algn="ctr"/>
            <a:r>
              <a:rPr sz="4400">
                <a:solidFill>
                  <a:srgbClr val="FFFFFF"/>
                </a:solidFill>
                <a:latin typeface="Arial"/>
              </a:rPr>
              <a:t>E os que o acharam apanhando lenha o trouxeram a Moysés e a Aarão, e a toda a congregação.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15:34</a:t>
            </a:r>
          </a:p>
          <a:p>
            <a:pPr algn="ctr"/>
            <a:r>
              <a:rPr sz="4400">
                <a:solidFill>
                  <a:srgbClr val="FFFFFF"/>
                </a:solidFill>
                <a:latin typeface="Arial"/>
              </a:rPr>
              <a:t>E o pozeram em guarda; porquanto ainda não estava declarado o que se lhe devia fazer.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15:35</a:t>
            </a:r>
          </a:p>
          <a:p>
            <a:pPr algn="ctr"/>
            <a:r>
              <a:rPr sz="4400">
                <a:solidFill>
                  <a:srgbClr val="FFFFFF"/>
                </a:solidFill>
                <a:latin typeface="Arial"/>
              </a:rPr>
              <a:t>Disse pois o Senhor a Moysés: Certamente morrerá o tal homem; toda a congregação com pedras o apedrejará para fóra do arraial.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15:36</a:t>
            </a:r>
          </a:p>
          <a:p>
            <a:pPr algn="ctr"/>
            <a:r>
              <a:rPr sz="4400">
                <a:solidFill>
                  <a:srgbClr val="FFFFFF"/>
                </a:solidFill>
                <a:latin typeface="Arial"/>
              </a:rPr>
              <a:t>Então toda a congregação o tirou para fóra do arraial, e com pedras o apedrejaram, e morreu, como o Senhor ordenara a Moysés.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15:37</a:t>
            </a:r>
          </a:p>
          <a:p>
            <a:pPr algn="ctr"/>
            <a:r>
              <a:rPr sz="4400">
                <a:solidFill>
                  <a:srgbClr val="FFFFFF"/>
                </a:solidFill>
                <a:latin typeface="Arial"/>
              </a:rPr>
              <a:t>E fallou o Senhor a Moysés, dizendo: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15:38</a:t>
            </a:r>
          </a:p>
          <a:p>
            <a:pPr algn="ctr"/>
            <a:r>
              <a:rPr sz="4400">
                <a:solidFill>
                  <a:srgbClr val="FFFFFF"/>
                </a:solidFill>
                <a:latin typeface="Arial"/>
              </a:rPr>
              <a:t>Falla aos filhos de Israel, e dize-lhes: Que nas bordas dos seus vestidos façam franjas pelas suas gerações: e nas franjas das bordas porão um cordão de azul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15:39</a:t>
            </a:r>
          </a:p>
          <a:p>
            <a:pPr algn="ctr"/>
            <a:r>
              <a:rPr sz="4400">
                <a:solidFill>
                  <a:srgbClr val="FFFFFF"/>
                </a:solidFill>
                <a:latin typeface="Arial"/>
              </a:rPr>
              <a:t>E nas franjas vos estará, para que o vejaes, e vos lembreis de todos os mandamentos do Senhor, e os façaes: e não seguireis após o vosso coração, nem após os vossos olhos, após os quaes andaes fornicando.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15:40</a:t>
            </a:r>
          </a:p>
          <a:p>
            <a:pPr algn="ctr"/>
            <a:r>
              <a:rPr sz="4400">
                <a:solidFill>
                  <a:srgbClr val="FFFFFF"/>
                </a:solidFill>
                <a:latin typeface="Arial"/>
              </a:rPr>
              <a:t>Para que vos lembreis de todos os meus mandamentos, e os façaes, e sanctos sejaes a vosso Deus.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15:41</a:t>
            </a:r>
          </a:p>
          <a:p>
            <a:pPr algn="ctr"/>
            <a:r>
              <a:rPr sz="4400">
                <a:solidFill>
                  <a:srgbClr val="FFFFFF"/>
                </a:solidFill>
                <a:latin typeface="Arial"/>
              </a:rPr>
              <a:t>Eu sou o Senhor vosso Deus, que vos tirei da terra do Egypto, para vos ser por Deus: Eu sou o Senhor vosso Deus.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