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me virei, e attentei em todas as oppressões que se fazem debaixo do sol; e eis que vi as lagrimas dos que foram opprimidos e dos que não teem consolador; e a força estava da banda dos seus oppressores; porém elles não tinham consolador.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eu louvei os mortos que já morreram, mais do que os vivos que vivem ainda,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melhor que uns e outros é aquelle que ainda não é; que não viu as más obras que se fazem debaixo do sol.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vi eu que todo o trabalho, e toda a destreza em obras, attrahe ao homem a inveja do seu proximo. Tambem isto é vaidade e afflicção d'espirito.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tolo cruza as suas mãos, e come a sua propria carne.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uma mão cheia com descanço do que ambos os punhos cheios com trabalho, e afflicção d'espirito.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Outra vez me tornei a virar, e vi uma vaidade debaixo do sol.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 tal que é só, e não tem segundo, nem tão pouco filho nem irmã; e de todo o seu trabalho não ha fim, nem o seu olho se farta de riquezas; nem diz: Para quem trabalho eu, e privo a minha alma do bem? Tambem isto é vaidade e enfadonha occupação.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Melhores são dois do que um, porque teem melhor paga do seu trabalho.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vierem a cair, um levanta ao seu companheiro: mas ai do que estiver só; pois, caindo, não haverá outro que o levante.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Tambem, se dois dormirem juntos, elles se aquentarão; mas um só como se aquentará?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prevalecer contra um, os dois lhe resistirão; e o cordão de tres dobras não se quebra tão depressa.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mancebo pobre e sabio do que o rei velho e insensato, que se não deixa mais admoestar.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 sae do carcere para reinar; sim, um que nasceu pobre no seu reino.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a todos os viventes andarem debaixo do sol com o mancebo, o successor que estará no seu logar.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 fim todo o povo, todo o que houve antes d'elle; tão pouco os descendentes se alegrarão d'elle. Na verdade que tambem isto é vaidade e afflicção d'espirito.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