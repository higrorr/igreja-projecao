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a boa fama do que o melhor unguento, e o dia da morte do que o dia do nascimento d'alguem.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ir á casa do luto do que ir á casa do banquete, porque n'ella é o fim de todos os homens; e os vivos o applicam ao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nojo do que o riso, porque com a tristeza do rosto se encommenda o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dos sabios está na casa do luto, mas o coração dos tolos na casa da alegria.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ouvir a reprehensão do sabio, do que ouvir alguem a canção do tolo.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 o ruido dos espinhos debaixo d'uma panella, tal é o riso do tolo: tambem isto é vaidade.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Verdadeiramente que a oppressão faria endoidecer até ao sabio, e a peita corrompe o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fim das coisas do que o principio d'ellas: melhor é o longanimo do que o altivo de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apresses no teu espirito a irar-te, porque a ira repousa no seio dos tolos.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digas: Porque foram os dias passados melhores do que estes? porque nunca com sabedoria isto perguntarias.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boa é a sabedoria como a herança, e d'ella os que vêem o sol tiram proveito.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sabedoria serve de sombra, como de sombra serve o dinheiro; mas a excellencia do conhecimento é que a sabedoria dá vida ao seu possuidor.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 para a obra de Deus; porque quem poderá endireitar o que elle fez torto?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da prosperidade goza do bem, mas no dia da adversidade considera; porque tambem Deus fez a este em opposição áquelle, para que o homem nada ache do que haverá depois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vi nos dias da minha vaidade: ha um justo que perece na sua justiça, e ha um impio que prolonga os seus dias na sua maldade.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sejas demasiadamente justo, nem demasiadamente sabio: para que te destruirias a ti mesmo?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sejas demasiadamente impio, nem sejas demasiadamente louco: para que morrerias fóra de teu tempo?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que retenhas isto, e tambem d'isto não retires a tua mão; porque quem teme a Deus escapa de tudo isto.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sabedoria fortalece ao sabio, mais do que dez governadores que haja na cidade.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não ha homem justo sobre a terra, que faça bem, e nunca peque.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appliques o teu coração a todas as palavras que se disserem, para que não venhas a ouvir que o teu servo te amaldiçoa.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teu coração tambem já confessou muitas vezes que tambem tu amaldiçoaste a outros.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inquiri com sabedoria; e disse: Sabedoria adquirirei; mas ella ainda estava longe de mim.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está o que foi; e o profundissimo quem o achará?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virei o meu coração para saber, e inquirir, e buscar a sabedoria e a razão, e para saber a impiedade da estulticia e a doidice dos desvarios.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achei uma coisa mais amarga do que a morte, a mulher cujo coração são redes e laços, e as suas mãos ataduras: quem fôr bom diante de Deus escapará d'ella, mas o peccador virá a ser preso por ella.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Vedes aqui, isto achei, diz o prégador, conferindo uma coisa com a outra para assim achar a razão d'ellas;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ainda busca a minha alma, porém ainda não a achei; um homem entre mil achei eu, mas uma mulher entre todas estas não achei.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Vedes aqui, que isto tão sómente achei: que Deus fez ao homem recto, porém elles buscaram muitas invenções.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