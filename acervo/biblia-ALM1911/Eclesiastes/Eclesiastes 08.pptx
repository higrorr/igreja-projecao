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tal como o sabio? e quem sabe a interpretação das coisas? A sabedoria do homem allumia o seu rosto, e a aspereza do seu rosto se muda.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digo: Observa o mandamento do rei, porém segundo a palavra do juramento que fizeste a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apresses a sair da presença d'elle, nem persistas em alguma coisa má, porque elle faz tudo o que quer.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ha a palavra do rei, ahi está o poder; e quem lhe dirá: Que fazes?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guardar o mandamento não experimentará nenhum mal; e o coração do sabio saberá o tempo e o modo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todo o proposito ha seu tempo e seu modo; porquanto o mal do homem é muito sobre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sabe o que ha de succeder: e, quando haja de succeder, quem lh'o dará a entender?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homem ha que tenha dominio sobre o espirito, para reter o espirito; nem tão pouco tem elle poder sobre o dia da morte: como tambem nem armas n'esta peleja: nem tão pouco a impiedade livrará aos impios.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vi quando appliquei o meu coração a toda a obra que se faz debaixo do sol: tempo ha em que um homem tem dominio sobre outro homem, para desgraça sua.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vi os impios sepultados, e os que vinham, e sahiam do logar sancto, que foram esquecidos na cidade em que fizeram bem: tambem isto é vaidade.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logo se não executa o juizo sobre a má obra, por isso o coração dos filhos dos homens está inteiramente disposto para obrar o 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o peccador faça mal cem vezes, e os dias se lhe prolonguem, comtudo bem sei eu, que bem succede aos que temem a Deus, aos que temerem diante d'elle.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impio não irá bem, e elle não prolongará os dias; será como a sombra; visto que elle não teme diante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ha outra vaidade que se faz sobre a terra: que ha justos a quem succede segundo as obras dos impios, e ha impios a quem succede segundo as obras dos justos. Digo que tambem isto é vaidade.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louvei eu a alegria, porquanto o homem coisa nenhuma melhor tem debaixo do sol do que comer, beber e alegrar-se; porque isso o acompanhará no seu trabalho nos dias da sua vida que Deus lhe dá debaixo do sol.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Applicando eu o meu coração a entender a sabedoria, e a ver a occupação que ha sobre a terra; que nem de dia nem de noite vê o homem somno nos seus olhos.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 toda a obra de Deus, que o homem não pode alcançar, a obra que se faz debaixo do sol, pela qual trabalha o homem para a buscar, porém não a achará; e, ainda que diga o sabio que a virá a saber, nem por isso a poderá alcançar.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