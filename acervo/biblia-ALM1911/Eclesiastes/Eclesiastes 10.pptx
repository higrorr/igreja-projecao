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a mosca morta faz exhalar mau cheiro e evaporar o unguento do perfumador, assim o faz ao famoso em sabedoria e em honra uma pouca de estulticia.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 sabio está á sua dextra, mas o coração do tolo está á sua esquerda.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até quando o tolo vae pelo caminho, falta-lhe o seu entendimento e diz a todos que é tolo.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Levantando-se contra ti o espirito do governador, não deixes o teu logar, porque é um remedio que aquieta grandes peccados.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ha um mal que vi debaixo do sol, como o erro que procede de diante do governador.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tolo assentam em grandes alturas, mas os ricos estão assentados na baixeza.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os servos a cavallo, e os principes que andavam a pé como servos sobre 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cavar uma cova, cairá n'ella, e, quem romper um muro, uma cobra o morderá.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acarretar pedras, será maltratado por ellas, e o que rachar lenha perigará com 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estiver embotado o ferro, e não se amollar o córte, então se devem pôr mais forças: mas a sabedoria é excellente para dirigir.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cobra morder, não estando encantada, então remedio nenhum se espera do encantador, por mais habil que seja.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palavras da bocca do sabio ha favor, porém os labios do tolo o devoram.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principio das palavras da sua bocca é a estulticia, e o fim da sua bocca um desvario pessimo.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que o tolo multiplique as palavras, não sabe o homem o que ha de ser; e quem lhe fará saber o que será depois d'elle?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trabalho dos tolos a cada um d'elles fatiga, porque não sabem ir á cidade.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ti, ó terra, cujo rei é criança, e cujos principes comem de manhã.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Bemaventurada tu, ó terra, cujo rei é filho dos nobres, e cujos principes comem a tempo, para refazerem as forças, e não para bebedice.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muita preguiça se enfraquece o tecto, e pela frouxidão das mãos goteja a casa.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rir se fazem convites, e o vinho alegra a vida, e por tudo o dinheiro responde.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ainda no teu pensamento amaldiçoes ao rei, nem tão pouco no mais interior da tua recamara amaldiçoes ao rico: porque as aves dos céus levariam a voz, e os que teem azas dariam noticia da palavra.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