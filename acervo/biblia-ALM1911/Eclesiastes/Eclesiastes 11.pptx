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Lança o teu pão sobre as aguas, porque depois de muitos dias o acharás.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Reparte com sete, e ainda até com oito, porque não sabes que mal haverá sobre a terra.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Estando as nuvens cheias, vazam a chuva sobre a terra, e caindo a arvore para o sul, ou para o norte, no logar em que a arvore cair ali ficará.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observa o vento, nunca semeará, e o que olha para as nuvens nunca segará.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como tu não sabes qual o caminho do vento, nem como se formam os ossos no ventre da mulher gravida, assim tu não sabes as obras de Deus, que faz todas as coisas.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manhã semeia a tua semente, e á tarde não retires a tua mão, porque tu não sabes qual será recto, se isto, se aquillo, ou se ambas estas coisas egualmente serão boas.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Devéras suave é a luz, e agradavel é aos olhos ver o sol.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 o homem viver muitos annos, e em todos elles se alegrar, tambem se deve lembrar dos dias das trevas, porque hão de ser muitos, e tudo quanto succedeu é vaidade.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Alegra-te, mancebo, na tua mocidade, e recreie-se o teu coração nos dias da tua mocidade, e anda pelos caminhos do teu coração, e pela vista dos teus olhos: sabe, porém, que por todas estas coisas te trará Deus a juizo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Afasta pois a ira do teu coração, e remove da tua carne o mal, porque a adolescencia e a juventude são vaidade.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