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tem o seu tempo determinado, e todo o proposito debaixo do céu tem o seu tempo: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tempo de nascer, e tempo de morrer: tempo de plantar, e tempo d'arrancar o que se plantou: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Tempo de matar, e tempo de curar: tempo de derribar, e tempo de edificar: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Tempo de chorar, e tempo de rir: tempo de prantear, e tempo de saltar: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Tempo de espalhar pedras, e tempo de ajuntar pedras: tempo de abraçar, e tempo de afastar-se de abraçar: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Tempo de buscar, e tempo de perder: tempo de guardar, e tempo de deitar fóra: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Tempo de rasgar, e tempo de coser: tempo de calar, e tempo de fallar: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Tempo de amar, e tempo de aborrecer: tempo de guerra, e tempo de paz.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vantagem tem o trabalhador d'aquillo em que trabalha?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visto o trabalho que Deus deu aos filhos dos homens, para com elle os affligir.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fez formoso em seu tempo: tambem poz o seculo no coração d'elles, sem que o homem possa descobrir a obra que Deus fez desde o principio até ao fim.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tenho advertido que não ha coisa melhor para elles do que alegrar-se e fazer bem na sua vida;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que todo o homem coma e beba, e goze do bem de todo o seu trabalho: isto é um dom de Deus.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 eu que tudo quanto Deus faz isso durará eternamente: nada se lhe deve accrescentar, e nada d'elle se deve diminuir; e isto faz Deus para que haja temor diante d'elle.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houve d'antes ainda o ha agora: e o que ha de ser, já foi; e Deus pede conta do que passou.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mais debaixo do sol, no logar do juizo, que havia ali impiedade, e no logar da justiça que ali havia impiedade.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disse no meu coração: Deus julgará o justo e o impio; porque ali será o tempo para julgar de todo o intento e sobre toda a obra.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eu no meu coração ácerca do estado dos filhos dos homens, que Deus lhes declararia; e elles o veriam, que elles são como as bestas em si mesmos.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succede aos filhos dos homens, isso mesmo tambem succede ás bestas, e o mesmo succede a elles ambos: como morre um, assim morre o outro; e todos teem o mesmo folego, e a vantagem dos homens sobre as bestas não é nenhuma, porque todos são vaidade.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vão para um logar: todos foram feitos do pó, e todos voltarão ao pó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adverte que o folego dos filhos dos homens sobe para cima, e que o folego das bestas desce para baixo da terra?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Eclesiastes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tenho visto que não ha coisa melhor do que alegrar-se o homem nas suas obras, porque essa é a sua porção; porque quem o levará a vêr o que será depois d'elle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