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eu no meu coração: Ora vem, eu te provarei com alegria, attenta pois para o bem; porém eis que tambem isto era vaidade.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riso disse: Estás doido; e á alegria: De que serve esta?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Busquei no meu coração como me daria ao vinho (regendo porém o meu coração com sabedoria), e como reteria a loucura, até vêr o que seria melhor que os filhos dos homens fizessem debaixo do céu, durante o numero dos dias de sua vida.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 para mim obras magnificas: edifiquei para mim casas: plantei para mim vinhas.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 para mim hortas e jardins, e plantei n'elles arvores de toda a especie de fructa.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 para mim tanques d'aguas, para regar com elles o bosque em que reverdeciam as arvores.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Adquiri servos e servas, e tive filhos de casa; tambem tive grande possessão de vaccas e ovelhas, mais do que todos os que houve antes de mim em Jerusalem.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Amontoei tambem para mim prata e oiro, e as joias de reis e das provincias; provi-me de cantores e cantoras, e das delicias dos filhos dos homens: d'instrumentos de musica, e de toda a sorte d'instrumentos.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engrandeci, e augmentei mais do que todos os que houve antes de mim em Jerusalem: perseverou tambem comigo a minha sabedoria.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tudo quanto desejaram os meus olhos não lh'o neguei, nem retive o meu coração d'alegria alguma; mas o meu coração se alegrou de todo o meu trabalho, e esta foi a minha porção de todo o meu trabalho.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olhei eu para todas as obras que fizeram as minhas mãos, como tambem para o trabalho que eu, trabalhando, tinha feito, e eis que tudo era vaidade e afflicção d'espirito, e que proveito nenhum havia debaixo do sol.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passei á contemplação da sabedoria, e dos desvarios, e da doidice; porque que fará o homem que seguir ao rei? o que outros já fizeram;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 eu que a sabedoria é mais excellente do que a estulticia, quanto a luz é mais excellente do que as trevas.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olhos do sabio estão na sua cabeça, mas o louco anda em trevas: tambem então entendi eu que o mesmo successo lhes succede a todos.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eu disse no meu coração: Como succeder ao tolo, assim me succederá a mim; porque pois então busquei eu mais a sabedoria? Então disse no meu coração que tambem isto era vaidade.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nunca haverá mais lembrança do sabio do que do tolo; porquanto de tudo quanto agora ha nos dias futuros total esquecimento haverá. E como morre o sabio? assim como o tolo.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aborreci esta vida, porque a obra que se faz debaixo do sol me parece má; porque tudo é vaidade e afflicção d'espirito.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eu aborreci todo o meu trabalho, em que eu trabalhei debaixo do sol, visto que eu havia de deixal-o ao homem que viesse depois de mim.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quem sabe se será sabio ou tolo? todavia se assenhoreará sobre todo o meu trabalho em que trabalhei, e em que me houve sabiamente debaixo do sol; tambem isto é vaidade.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eu me appliquei a fazer que o meu coração perdesse a esperança de todo o trabalho, em que trabalhei debaixo do sol.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 homem que trabalha com sabedoria, e sciencia, e destreza; todavia deixará o seu trabalho, como porção sua, a um homem que não trabalhou n'elle: tambem isto é vaidade e grande enfado.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que mais tem o homem de todo o seu trabalho, e fadiga do seu coração, em que elle anda trabalhando debaixo do sol?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os seus dias são dôres, e a sua occupação é vexação; até de noite não descança o seu coração: tambem isto é vaidade.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pois bom para o homem que coma e beba, e que faça gozar a sua alma do bem do seu trabalho? tambem eu vi que isto vem da mão de Deus.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(Porque quem pode comer, ou quem o pode gozar melhor do que eu?).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ao homem que é bom diante d'elle dá Deus sabedoria e conhecimento e alegria, porém ao peccador dá trabalho, para que elle ajunte, e amontoe, para o dar ao bom perante a sua face. Tambem isto é vaidade e afflicção d'espirito.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