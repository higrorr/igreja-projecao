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Guarda o teu pé, quando entrares na casa de Deus; e inclina-te mais a ouvir do que a offerecer sacrificios de tolos, pois não sabem que fazem mal.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 precipites com a tua bocca, nem o teu coração se apresse a pronunciar palavra alguma diante de Deus; porque Deus está nos céus, e tu estás sobre a terra; pelo que sejam poucas as tuas palavras.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da muita occupação vem os sonhos, e a voz do tolo da multidão das palavras.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a Deus fizeres algum voto, não tardes em cumpril-o; porque não se agrada de tolos: o que votares, paga-o.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Melhor é que não votes do que votes e não pagues.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consintas que a tua bocca faça peccar a tua carne, nem digas diante do anjo que foi erro: por que causa se iraria Deus contra a tua voz, que destruisse a obra das tuas mãos?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como na multidão dos sonhos ha vaidades, assim o ha nas muitas palavras: mas tu teme a Deus.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vires em alguma provincia oppressão de pobres, e violencia do juizo e da justiça, não te maravilhes de similhante caso; porque o que mais alto é do que os altos n'isso attenta; e ha mais altos do que elles.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proveito da terra é para todos: até o rei se serve do campo.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amar o dinheiro nunca se fartará do dinheiro; e quem amar a abundancia nunca se fartará da renda: tambem isto é vaidade.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a fazenda se multiplica, ali se multiplicam tambem os que a comem: que mais proveito pois teem os seus donos do que verem-n'a com os seus olhos?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Doce é o somno do trabalhador, quer coma pouco quer muito; porém a fartura do rico não o deixa dormir.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 mal que vi debaixo do sol, e attrahe enfermidades: as riquezas que os seus donos guardam para o seu proprio mal;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 mesmas riquezas se perdem com enfadonhas occupações, e gerando algum filho nada lhe fica na sua mão.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saiu do ventre de sua mãe, assim nú se tornará, indo-se como veiu; e nada tomará do seu trabalho, que possa levar na sua mão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que tambem isto é um mal que attrahe enfermidades, que, infallivelmente, como veiu, assim se vae: e que proveito lhe vem de trabalhar para o vento,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haver comido todos os seus dias nas trevas, e de padecer muito enfado, e enfermidade, e cruel furor?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aqui o que eu vi, uma boa e bella coisa: comer e beber, e gozar-se do bem de todo o seu trabalho, em que trabalhou debaixo do sol, durante o numero dos dias da sua vida que Deus lhe deu, porque esta é a sua porção.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 o homem, a quem Deus deu riquezas e fazenda, e lhe deu poder para comer d'ellas, e tomar a sua porção, e gozar do seu trabalho: isto é dom de Deus.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não se lembrará muito dos dias da sua vida; porquanto Deus lhe responde com alegria do seu coração.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