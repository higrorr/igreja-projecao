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Eliphaz o temanita,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homem será d'algum proveito a Deus? antes a si mesmo o prudente será proveitoso.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tem o Todo-poderoso prazer em que tu sejas justo? ou lucro algum que tu faças perfeitos os teus caminhos?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te reprehende, pelo temor que tem de ti? ou entra comtigo em juizo?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grande a tua malicia? e sem termo as tuas iniquidades?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penhoraste a teus irmãos sem causa alguma, e aos nus despiste os vestidos.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déste de beber agua ao cançado, e ao faminto retiveste o pão.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o violento era a terra, e o homem tido em respeito habitava n'ella.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viuvas despediste vazias, e os braços dos orphãos foram quebrantados.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é que estás cercado de laços, e te perturbou um pavor repentino,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as trevas que não vês, e a abundancia d'agua que te cobre.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Deus não está na altura dos céus? olha pois para o cume das estrellas, quão levantadas estão.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dizes que sabe Deus d'isto? porventura julgará por entre a escuridão?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nuvens são escondedura para elle, para que não veja: e passeia pelo circuito dos céus.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consideraste a vereda do seculo passado, que pisaram os homens iniquos?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foram arrebatados antes do seu tempo: sobre cujo fundamento um diluvio se derramou.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 a Deus: Retira-te de nós. E que é o que o Todo-poderoso lhes fez?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elle o que enchera de bens as suas casas: mas o conselho dos impios esteja longe de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justos o viram, e se alegravam, e o innocente escarneceu d'elles.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nosso estado não foi destruido, mas o fogo consumiu o resto d'elles.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Acostuma-te pois a elle, e tem paz, e assim te sobrevirá o bem.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Acceita, peço-te, a lei da sua bocca, e põe as suas palavras no teu coração.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converteres ao Todo-poderoso, serás edificado: affasta a iniquidade da tua tenda.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amontoarás oiro como pó, e o oiro d'Ophir como pedras dos ribeiros.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o Todo-poderoso te será por oiro, e a tua prata amontoada.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então te deleitarás no Todo-poderoso, e levantarás o teu rosto para Deus.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orarás, a elle, e elle te ouvirá, e pagarás os teus votos.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Determinando tu algum negocio, ser-te-ha firme, e a luz brilhará em teus caminhos.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abaterem, então tu dirás: Haja exaltação: e Deus salvará ao humilde.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livrará até ao que não é innocente; porque fica livre pela pureza de tuas mãos.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