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porém Job,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entristecereis a minha alma, e me quebrantareis com palavras?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dez vezes me envergonhastes; vergonha não tendes: contra mim vos endureceis.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haja eu, na verdade, errado, comigo ficará o meu erro.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devéras vos levantaes contra mim, e me arguis com o meu opprobrio,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agora que Deus é o que me transtornou, e com a sua rede me cercou.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clamo: Violencia; porém não sou ouvido; grito: Soccorro; porém não ha justiça.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caminho entrincheirou, e já não posso passar, e nas minhas veredas poz trevas.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minha honra me despojou; e tirou-me a corôa da minha cabeça.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Derribou-me elle em roda, e eu me vou, e arrancou a minha esperança, como a uma arvore.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inflammar contrar mim a sua ira, e me reputou para comsigo, como a seus inimigos.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Juntas vieram as suas tropas, e prepararam contra mim o seu caminho, e se acamparam ao redor da minha tenda.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 longe de mim a meus irmãos, e os que me conhecem devéras me estranharam.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parentes me deixaram, e os meus conhecidos se esqueceram de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domesticos e as minhas servas me reputaram como um estranho, e vim a ser um estrangeiro aos seus olhos.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Chamei a meu creado, e elle me não respondeu, supplicando-lhe eu por minha propria bocca.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bafo se fez estranho a minha mulher, e eu a supplico pelos filhos do meu corpo.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os rapazes me desprezam, e, levantando-me eu, fallam contra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homens do meu secreto conselho me abominam, e até os que eu amava se tornaram contra mim.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ossos se apegaram á minha pelle e á minha carne, e escapei só com a pelle dos meus dentes.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Compadecei-vos de mim, amigos meus, compadecei-vos de mim, porque a mão de Deus me tocou.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perseguis assim como Deus, e da minha carne vos não fartaes?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déra agora, que as minhas palavras se escrevessem! quem me dera, que se gravassem n'um livro!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que, com penna de ferro, e com chumbo, para sempre fossem esculpidas na rocha!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sei que o meu Redemptor vive, e que estará em pé no derradeiro dia sobre o pó.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roida a minha pelle, comtudo desde a minha carne verei a Deus,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eu verei por mim mesmo, e os meus olhos o verão, e não outro: e por isso os meus rins se consomem no meu seio.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que devieis dizer: Porque o perseguimos? Pois a raiz da accusação se acha em mim.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Temei vós mesmos a espada; porque o furor traz os castigos da espada, para saberdes que haverá um juizo.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