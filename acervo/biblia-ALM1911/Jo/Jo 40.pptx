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mais o Senhor a Job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 contender contra o Todo-poderoso é ensinar? quem quer reprehender a Deus, responda a estas coisas.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Job respondeu ao Senhor, e disse: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sou vil; que te responderia eu? a minha mão ponho na minha bocca.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uma vez tenho fallado, porém mais não responderei: ou ainda duas vezes, porém não proseguirei.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respondeu a Job desde a tempestade, e disse: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pois, cinge os teus lombos como varão; eu te perguntarei a ti, e tu ensina-me.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tambem farás tu vão o meu juizo? ou tu me condemnarás, para te justificares?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tens braço como Deus? ou podes trovejar com voz como a sua?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Orna-te pois com excellencia e alteza; e veste-te de magestade e de gloria.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 os furores da tua ira, e attenta para todo o soberbo, e abate-o.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para todo o soberbo, e humilha-o, e atropella os impios no seu logar.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Esconde-os juntamente no pó: ata-lhes os rostos em occulto.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tambem eu a ti confessarei que a tua mão direita te haverá livrado.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Vês aqui a Behemoth, que eu fiz comtigo, que come a herva como o boi.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sua força está nos seus lombos, e o seu poder no umbigo do seu ventre.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quer, move a sua cauda como cedro: os nervos das suas coxas estão entretecidos.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ossos são como coxas de bronze: a sua ossada é como barras de ferro.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obra prima dos caminhos de Deus: o que o fez lhe apegou a sua espada.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os montes lhe produzem pasto, onde todos os animaes do campo folgam.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Deita-se debaixo das arvores sombrias, no esconderijo das canas e da lama.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arvores sombrias o cobrem, com sua sombra: os salgueiros do ribeiro o cercam.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um rio trasborda, e elle não se apressa, confiando que o Jordão possa entrar na sua bocca.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Podel-o-hiam porventura caçar á vista de seus olhos? ou com laços lhe furar os narizes?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