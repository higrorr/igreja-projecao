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Job respondeu e disse: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ajudaste aquelle que não tinha força? e sustentaste o braço que não tinha vigor?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aconselhaste aquelle que não tinha sabedoria, e plenamente lhe fizeste saber a causa, assim como era?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quem proferiste palavras? e cujo é o espirito que saiu de ti?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mortos tremem debaixo das aguas, com os seus moradores d'ellas.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inferno está nú perante elle, e não ha coberta para a perdição.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norte estende sobre o vazio: a terra pendura sobre o nada.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Prende as aguas nas suas nuvens, todavia a nuvem não se rasga debaixo d'ellas.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Encobre a face do seu throno, e sobre ella estende a sua nuvem.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Assignalou limite sobre a superficie das aguas ao redor d'ellas, até que se acabem a luz e as trevas.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columnas do céu tremem, e se espantam da sua ameaça.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a sua força fende o mar, e com o seu entendimento abate a sua soberba.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seu Espirito ornou os céus: a sua mão formou a serpente enroscadiça.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Jó 26:14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Eis que isto são só as bordas dos seus caminhos; e quão pouco é o que temos ouvido d'elle! Quem pois entenderia o trovão do seu poder?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