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um homem na terra d'Uz, cujo nome era Job: e era este homem sincero, recto e temente a Deus e desviando-se do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nasceram-lhe sete filhos e tres filhas.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seu gado sete mil ovelhas, e tres mil camelos, e quinhentas juntas de bois, e quinhentas jumentas; era tambem muitissima a gente ao seu serviço, de maneira que era este homem maior do que todos os do oriente.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iam seus filhos, e faziam banquetes em casa de cada um no seu dia; e enviavam, e convidavam as suas tres irmãs a comerem e beberem com 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tendo decorrido o turno de dias de seus banquetes, enviava Job, e os sanctificava, e se levantava de madrugada, e offerecia holocaustos segundo o numero de todos elles; porque dizia Job: Porventura peccaram meus filhos, e amaldiçoaram a Deus no seu coração. Assim o fazia Job continuamente.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vindo um dia em que os filhos de Deus vieram apresentar-se perante o Senhor, veiu tambem Satanaz entre elles.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disse a Satanaz: D'onde vens? E Satanaz respondeu ao Senhor, e disse: De rodeiar a terra, e passeiar por ella.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Satanaz: Consideraste tu a meu servo Job? porque ninguem ha na terra similhante a elle, homem sincero e recto, temente a Deus, e desviando-se do 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Satanaz ao Senhor, e disse: Porventura teme Job a Deus debalde?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o circumvallaste tu a elle, e a sua casa, e a tudo quanto tem? A obra de suas mãos abençoaste e o seu gado está augmentado na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estende a tua mão, e toca-lhe em tudo quanto tem, e verás se te não amaldiçoa na tua face!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Satanaz: Eis-que tudo quanto tem está na tua mão; sómente contra elle não estendas a tua mão. E Satanaz saiu da presença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um dia, em que seus filhos e suas filhas comiam, e bebiam vinho, na casa de seu irmão primogenito,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veiu um mensageiro a Job, e lhe disse: Os bois lavravam, e as jumentas pasciam junto a elles;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sobre elles os sabeos, e os tomaram, e aos moços feriram ao fio da espada: e só eu escapei tão sómente, para te trazer a nova.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este ainda fallando, veiu outro e disse: Fogo de Deus caiu do céu, e queimou as ovelhas e os moços, e os consumiu, e só eu escapei tão sómente para te trazer a nova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ainda este fallando, veiu outro, e disse: Ordenando os chaldeos tres tropas, deram sobre os camelos, e os tomaram, e aos moços feriram ao fio da espada: e só eu escapei tão sómente para te trazer a nova.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ainda este fallando, veiu outro, e disse: Estando teus filhos tuas filhas comendo e bebendo vinho, em casa de seu irmão primogenito,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um grande vento sobreveiu d'além do deserto, e deu nos quatro cantos da casa, e caiu sobre os mancebos, e morreram: e só eu escapei tão sómente, para te trazer a nova.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Job se levantou, e rasgou o seu manto, e tosquiou a sua cabeça, e se lançou em terra, e adorou,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Nu sahi do ventre de minha mãe, e nu tornarei para lá; o Senhor o deu, e o Senhor o tomou: bemdito seja o nome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tudo isto Job não peccou, nem attribuiu a Deus falta alguma.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