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d'isto abriu Job a sua bocca, e amaldiçoou o seu dia.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Job respondeu, e disse: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Pereça o dia em que nasci, e a noite em que se disse: Foi concebido um homem!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Converta-se aquelle dia em trevas; e Deus de cima não tenha cuidado d'elle, nem resplandeça sobre elle a luz.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Contaminem-n'o as trevas e a sombra de morte; habitem sobre elle nuvens: a escuridão do dia o espante!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escuridão tome aquella noite, e não se goze entre os dias do anno, e não entre no numero dos mezes!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Ah que solitaria seja aquella noite, e suave musica não entre n'ella!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Amaldiçoem-n'a aquelles que amaldiçoam o dia, que estão promptos para levantar o seu pranto.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Escureçam-se as estrellas do seu crepusculo; que espere a luz, e não venha: e não veja as pestanas dos olhos da alva!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fechou as portas do ventre; nem escondeu dos meus olhos a canceira?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morri eu desde a madre? e em saindo do ventre, não expirei?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me receberam os joelhos? e porque os peitos, para que mamasse?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já agora jazera e repousara; dormiria, e então haveria repouso para mim.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os reis e conselheiros da terra, que se edificavam casas nos logares assolados,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com os principes que tinham oiro, que enchiam as suas casas de prata,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como aborto occulto, não existiria: como as creanças que não viram a luz.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os maus cessam de perturbar: e ali repousam os cançados.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os presos juntamente repousam, e não ouvem a voz do exactor: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está o pequeno e o grande, e o servo fica livre de seu senhor.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 dá luz ao miseravel, e vida aos amargosos d'animo?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esperam a morte, e não se acha: e cavam em busca d'ella mais do que de thesouros occultos: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d'alegria saltam, e exultam, achando a sepultura: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homem, cujo caminho é occulto, e a quem Deus o encobriu?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antes do meu pão vem o meu suspiro: e os meus gemidos se derramam como agua.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temor que temo me veiu: e o que receiava me aconteceu.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Nunca estive descançado, nem soceguei, nem repousei, mas veiu sobre mim a perturbação.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