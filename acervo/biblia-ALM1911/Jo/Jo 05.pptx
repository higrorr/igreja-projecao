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 agora; ha alguem que te responda? e para qual dos sanctos te virarás?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ira destroe o louco; e o zelo mata o tolo.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vi eu o louco lançar raizes; porém logo amaldiçoei a sua habitação.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filhos estão longe da salvação; e são despedaçados ás portas, e não ha quem os livre.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sega a devora o faminto, e até d'entre os espinhos a tira; e o salteador traga a sua fazenda.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do pó não procede a afflicção, nem da terra brota o trabalho.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homem nasce para o trabalho, como as faiscas das brazas se levantam para voarem.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buscaria a Deus; e a Elle dirigiria a minha falla.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faz coisas tão grandiosas, que se não podem esquadrinhar; e tantas maravilhas, que se não podem contar.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dá a chuva sobre a terra, e envia aguas sobre os campos,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pôr aos abatidos n'um logar alto: e para que os enlutados se exaltem na salvação.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aniquila as imaginações dos astutos, para que as suas mãos não possam levar coisa alguma a effeito.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apanha os sabios na sua propria astucia; e o conselho dos perversos se precipita.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de dia encontrem as trevas; e ao meio dia andem como de noite, ás apalpadelas.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necessitado livra da espada, e da bocca d'elles, e da mão do forte.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ha esperança para o pobre; e a iniquidade tapa a sua bocca.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bemaventurado é o homem a quem Deus castiga; pois não desprezes o castigo do Todo-poderoso.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faz a chaga, e elle mesmo a liga: elle fere, e as suas mãos curam.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seis angustias te livrará; e na setima o mal te não tocará.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fome te livrará da morte; e na guerra da violencia da espada.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açoite da lingua estarás encoberto; e não temerás a assolação, quando vier.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assolação e da fome te rirás, e os animaes da terra não temerás.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até com as pedras do campo terás a tua alliança; e os animaes do campo serão pacificos comtigo.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saberás que a tua tenda está em paz; e visitarás a tua habitação, e não falharás.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saberás que se multiplicará a tua semente e a tua posteridade como a herva da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velhice virás á sepultura, como se recolhe o feixe de trigo a seu tempo.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isto já o havemos inquirido, e assim é; ouve-o, e medita n'isso para teu bem.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