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Job ao Senhor,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sei eu que tudo podes, e nenhum dos teus pensamentos pode ser impedido.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aquelle, dizes tu, que sem conhecimento encobre o conselho? por isso relatei o que não entendia; coisas que para mim eram maravilhosissimas, e eu as não entendia.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Escuta-me pois, e eu fallarei: eu te perguntarei, e tu me ensinas.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 ouvido das orelhas te ouvi, mas agora te vê o meu olho.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me abomino e me arrependo no pó e na cinza.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acabando o Senhor de fallar a Job aquellas palavras, o Senhor disse a Eliphaz, o temanita: A minha ira se accendeu contra ti, e contra os teus dois amigos; porque não fallaste de mim o que era recto, como o meu servo Job.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 pois sete bezerros e sete carneiros, e ide ao meu servo Job, e offerecei holocaustos por vós, e o meu servo Job orará por vós: porque devéras a elle acceitarei, para que vos não trate conforme a vossa loucura; porque vós não fallastes de mim o que era recto como o meu servo Job.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foram Eliphaz, o temanita, e Bildad, o suhita, e Sofar, o naamathita, e fizeram como o Senhor lhes dissera: e o Senhor acceitou a face de Job.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virou o captiveiro de Job, quando orava pelos seus amigos: e o Senhor accrescentou a Job outro tanto em dobro, a tudo quanto d'antes possuia.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vieram a elle todos os seus irmãos, e todas as suas irmãs, e todos quantos d'antes o conheceram, e comeram com elle pão em sua casa, e se condoeram d'elle, e o consolaram ácerca de todo o mal que o Senhor lhe havia enviado: e cada um d'elles lhe deu uma peça de dinheiro, e cada um um pendente de oiro.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abençoou o Senhor ao ultimo estado de Job, mais do que o primeiro: porque teve quatorze mil ovelhas, e seis mil camelos, e mil juntas de bois, e mil jumentas.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teve sete filhos e tres filhas.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o nome da primeira Jemima, e o nome da outra Cassia, e o nome da terceira Keren-happuch.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toda a terra não se acharam mulheres tão formosas como as filhas de Job; e seu pae lhes deu herança entre seus irmãos.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d'isto viveu Job cento e quarenta annos: e viu a seus filhos, e aos filhos de seus filhos, até á quarta geração.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42:17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morreu Job, velho e farto de dias.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