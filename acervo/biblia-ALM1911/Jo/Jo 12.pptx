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Job respondeu,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que só vós sois o povo, e comvosco morrerá a sabedoria.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eu tenho um coração como vós, e não vos sou inferior: e quem não sabe taes coisas como estas?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irrisão aos meus amigos; eu, que invoco a Deus, e elle me responde; o justo e o recto servem de irrisão.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Tocha desprezivel é na opinião do que está descançado, aquelle que está prompto a tropeçar com os pés.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tendas dos assoladores teem descanço, e os que provocam a Deus estão seguros; nas suas mãos Deus lhes põe tudo.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pergunta agora ás bestas, e cada uma d'ellas t'o ensinará: e ás aves dos céus, e ellas t'o farão saber;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falla com a terra, e ella t'o ensinará: até os peixes do mar t'o contarão.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não entende por todas estas coisas que a mão do Senhor faz isto?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cuja mão está a alma de tudo quanto vive, e o espirito de toda a carne humana.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o ouvido não provará as palavras, como o paladar gosta as comidas?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os edosos está a sabedoria, e na longura de dias o entendimento.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elle está a sabedoria e a força: conselho e entendimento 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elle derriba, e não se reedificará: encerra o homem, e não se lhe abrirá.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elle retem as aguas, e se seccam; e as larga, e transtornam a terra.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elle está a força e a sabedoria: seu é o errante e o que o faz errar.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conselheiros leva despojados, e aos juizes faz desvairar.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Solta a atadura dos reis, e ata o cinto aos seus lombos.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principes leva despojados, aos poderosos transtorna.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acreditados tira a falla, e toma o entendimento aos velhos.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Derrama desprezo sobre os principes, e affrouxa o cinto dos violentos.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profundezas das trevas manifesta, e a sombra da morte traz á luz.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Multiplica as gentes e as faz perecer; espalha as gentes, e as guia.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o coração aos chefes das gentes da terra, e os faz vaguear pelos desertos, sem caminho.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trevas andam ás apalpadelas, sem terem luz, e os faz desatinar como ebrios.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