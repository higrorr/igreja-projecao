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do Todo-poderoso se não encobriram os tempos porque, os que o conhecem, não vêem os seus dias?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os limites removem: roubam os rebanhos, e os apascentam.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Levam o jumento do orphão: tomam em penhor o boi da viuva.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Desviam do caminho aos necessitados; e os miseraveis da terra juntos se escondem d'elles.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que, como jumentos montezes no deserto, saem á sua obra, madrugando para a preza: o campo raso dá mantimento a elles e aos seus filhos.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campo segam o seu pasto, e vindimam a vinha do impio.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nu fazem passar a noite sem roupa, não tendo elle coberta contra o frio.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correntes das montanhas são molhados, e, não tendo refugio, abraçam-se com as rochas.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orphãosinho arrancam dos peitos, e penhoram o que ha sobre o pobre.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Fazem com que os nus vão sem vestido e famintos aos que carregam com as espigas.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as suas paredes espremem o azeite: pisam os lagares, e ainda teem sêde.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as cidades gemem os homens, e a alma dos feridos exclama, e comtudo Deus lh'o não imputa como loucura.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estão entre os que se oppõem á luz: não conhecem os seus caminhos d'ella, e não permanecem nas suas veredas.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madrugada se levanta o homicida, mata o pobre e necessitado, e de noite é como o ladrão.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o olho do adultero aguarda o crepusculo, dizendo: Não me verá olho nenhum: e occulta o rosto,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trevas minam as casas que de dia se assignalaram: não conhecem a luz.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manhã para todos elles é como a sombra de morte; porque, sendo conhecidos, sentem os pavores da sombra da morte.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ligeiro sobre a face das aguas; maldita é a sua parte sobre a terra: não se vira pelo caminho das vinhas.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seccura e o calor desfazem as aguas da neve; assim desfará a sepultura aos que peccaram.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madre se esquecerá d'elle, os bichos o comerão gostosamente; nunca mais haverá lembrança d'elle: e a iniquidade se quebrará como arvore.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Afflige á esteril que não pare, e á viuva não faz bem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aos poderosos arrasta com a sua força: se se levanta, não ha vida segura.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Deus lhes dá descanço, estribam-se n'isso: seus olhos porém estão nos caminhos d'elles.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um pouco se alçam, e logo desapparecem: são abatidos, encerrados como todos, e cortados como as cabeças das espigas.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agora não é assim, quem me desmentirá e desfará as minhas razões?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