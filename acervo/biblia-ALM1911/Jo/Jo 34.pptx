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mais Elihu,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vós, sabios, as minhas razões: e vós, entendidos, inclinae, os ouvidos para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ouvido prova as palavras, como o paladar gosta a comida.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é direito escolhamos para nós: e conheçamos entre nós o que é bom.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Job disse: Sou justo; e Deus tirou o meu direito.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direito me é forçoso mentir: dolorosa é a minha frecháda sem transgressão.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homem ha como Job, que bebe a zombaria como agua?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caminha em companhia com os que obram a iniquidade, e anda com homens impios?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disse: De nada aproveita ao homem o comprazer-se em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vós, homens d'entendimento, escutae-me: Deus esteja longe da impiedade, e o Todo-poderoso da perversidade!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segundo a obra do homem, elle lh'o paga; e segundo o caminho de cada um lh'o faz achar.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Tambem, na verdade, Deus não obra impiamente; nem o Todo-poderoso perverte o juizo.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lhe pedia conta do governo da terra? e quem dispoz a todo o mundo?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pozesse o seu coração contra elle, recolheria para si o seu espirito e o seu folego.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carne juntamente expiraria, e o homem se voltaria para o pó.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pois ha em ti entendimento, ouve isto; inclina os ouvidos á voz do meu discurso.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que aborrece o direito ataria as feridas? e tu condemnarias aquelle que é justo?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dir-se-ha a um rei, Oh! Belial? aos principes, Oh! impios?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menos áquelle, que não faz accepção das pessoas de principes, nem estima o rico mais do que o pobre; porque todos são obras de suas mãos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n'um momento morrem; e até á meia noite os povos são perturbados, e passam, e o poderoso será tomado sem mão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seus olhos estão sobre os caminhos de cada um, e elle vê todos os seus passos.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trevas nem sombra de morte, onde se escondam os que obram a iniquidade.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se faz tanto caso do homem que contra Deus possa entrar em juizo.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Quebranta aos fortes, sem que se possa inquirir, e põe outros em seu logar.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conhece pois as suas obras, de noite os transtorna, e ficam moidos.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os bate como impios que são, no logar dos expectadores: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se desviaram d'atraz d'elle, e não comprehenderam nenhum de seus caminhos.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 que o clamor do pobre subisse até elle, e que ouvisse o clamor dos afflictos.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elle aquietar, quem então inquietará? se encobrir o rosto, quem então o poderá contemplar, seja para com um povo, seja para com um homem só?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homem hypocrita nunca mais reine, e não haja laços do povo.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quem a Deus disse: Supportei castigo, não perecerei.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não vejo, ensina-m'o tu: se fiz alguma maldade, nunca mais a hei de fazer.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de ti como o recompensará, pois tu o desprezas? farias tu pois, e não eu, a escolha: que é logo o que sabes? falla.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entendimento dirão comigo, e o varão sabio me ouvirá.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Job fallou sem sciencia; e ás suas palavras falta prudencia.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Pae meu! provado seja Job até ao fim, para as suas respostas entre os homens malignos.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ao seu peccado accrescenta a transgressão; entre nós bateria as palmas das mãos, e multiplicaria contra Deus as suas razões.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