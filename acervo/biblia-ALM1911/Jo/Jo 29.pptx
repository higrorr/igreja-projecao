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proseguiu Job em proferir o seu dito,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quem me dera ser como eu fui nos mezes passados! como nos dias em que Deus me guardava!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fazia resplandecer a sua candeia sobre a minha cabeça e quando eu pela sua luz caminhava pelas trevas: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era nos dias da minha mocidade, quando o segredo de Deus estava sobre a minha tenda: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Todo-poderoso ainda estava comigo, e os meus meninos em redor de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lavava os meus passos na manteiga, e da rocha me corriam ribeiros de azeite: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sahia a porta pela cidade, e na praça fazia preparar a minha cadeira: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moços me viam, e se escondiam, e até os edosos se levantavam e se punham em pé: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principes continham as suas palavras, e punham a mão sobre a sua bocca: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dos chefes se escondia: e a sua lingua se pegava ao seu paladar: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Ouvindo-me algum ouvido, me tinha por bemaventurado: vendo-me algum olho, dava testemunho de mim;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livrava o miseravel, que clamava: como tambem o orfão que não tinha quem o soccoresse.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benção do que ia perecendo vinha sobre mim, e eu fazia que jubilasse o coração da viuva.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Vestia-me da justiça: e ella me servia de vestido: como manto e diadema era o meu juizo.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fui o olho do cego, como tambem os pés do coxo: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necessitados era pae, e as causas de que eu não tinha conhecimento inquiria com diligencia;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quebrava os queixaes do perverso, e dos seus dentes tirava a preza.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dizia: No meu ninho expirarei, e multiplicarei os meus dias como a areia.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raiz se estendia junto ás aguas, e o orvalho fazia assento sobre os meus ramos;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honra se renovava em mim, e o meu arco se reforçava na minha mão.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Ouvindo-me esperavam, e em silencio attendiam ao meu conselho.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Acabada a minha palavra, não replicavam, e minhas razões distillavam sobre elles;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esperavam, como a chuva; e abriam a sua bocca, como a chuva tardia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me ria para elles, não o criam, e não faziam abater a luz do meu rosto;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escolhia o seu caminho, assentava-me como chefe, e habitava como rei entre as tropas: como aquelle que consola os que pranteiam.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