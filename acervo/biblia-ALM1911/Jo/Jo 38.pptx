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o Senhor respondeu a Job d'um redemoinho,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este que escurece o conselho com palavras sem conhecimento?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cinge os teus lombos, como homem; e perguntar-te-hei, e tu me ensina.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estavas tu, quando eu fundava a terra? faze-m'o saber, se tens intelligencia.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lhe poz as medidas? se tu o sabes; ou quem estendeu sobre ella o cordel?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que estão fundadas as suas bases? ou quem assentou a sua pedra da esquina,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estrellas da alva juntas alegremente cantavam, e todos os filhos de Deus jubilavam?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quem encerrou o mar com portas, quando trasbordou e saiu da madre;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puz as nuvens por sua vestidura, e a escuridão por envolvedouro?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passei sobre elle o meu decreto, e lhe puz portas e ferrolhos;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Até aqui virás, e não mais adiante, e aqui se quebrarão as tuas ondas empolladas?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desde os teus dias déste ordem á madrugada? ou mostraste á alva o seu logar;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pegasse dos fins da terra, e os impios fossem sacudidos d'ella;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transformasse como o barro, sob o sello, e se pozessem como vestidos;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impios se desvie a sua luz, e o braço altivo se quebrante;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entraste tu até ás origens do mar? ou passeaste no mais profundo do abysmo?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descobriram-se-te as portas da morte? ou viste as portas da sombra da morte?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 o teu entendimento chegaste ás larguras da terra? faze-m'o saber, se sabes tudo 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o caminho para onde mora a luz? e, quanto ás trevas, onde está o seu logar;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as tragas aos seus limites, e para que saibas as veredas da sua casa?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tu o sabes, porque já então eras nascido, e por ser grande o numero dos teus dias?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entraste tu até aos thesouros da neve? e viste os thesouros da saraiva,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retenho até do tempo da angustia, até ao dia da peleja e da guerra?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o caminho em que se reparte a luz, e se espalha o vento oriental sobre a terra?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abriu para a inundação um leito, e um caminho para os relampagos dos trovões;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chover sobre a terra, onde não ha ninguem, e no deserto, em que não ha gente;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fartar a terra deserta e assolada, e para fazer crescer os renovos da herva?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chuva porventura tem pae? ou quem géra as gottas do orvalho,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cujo ventre procede o gelo? e quem gera a geada do céu?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debaixo de pedra as aguas se escondem: e a superficie do abysmo se coalha.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poderás tu ajuntar as delicias das sete estrellas, ou soltar os atilhos do Orion?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produzir as constellações a seu tempo? e guiar a Ursa com seus filhos?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Sabes tu as ordenanças dos céus? ou podes dispor do dominio d'elles sobre a terra?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podes levantar a tua voz até ás nuvens, para que a abundancia das aguas te cubra?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enviarás aos raios para que saiam, e te digam: Eis-nos aqui?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poz a sabedoria nas entranhas? ou quem deu ao sentido o entendimento?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numerará as nuvens pela sabedoria? ou os odres dos céus, quem os abaixará,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funde o pó n'uma massa, e se apegam os torrões uns aos outros?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caçarás tu preza para a leôa? ou fartaras a fome dos filhos dos leões,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agacham nos covis, e estão á espreita nas covas?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prepara aos corvos o seu alimento, quando os seus pintainhos gritam a Deus e andam vagueando, por não terem de comer?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