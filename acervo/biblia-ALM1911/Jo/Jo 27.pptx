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proseguiu Job em proferir o seu dito,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Deus, que desviou a minha causa, e o Todo-poderoso, que amargurou a minha alma.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emquanto em mim houver alento, e o sopro de Deus nos meus narizes,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fallarão os meus labios iniquidade, nem a minha lingua pronunciará engano.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mim que eu vos justifique: até que eu expire, nunca apartarei de mim a minha sinceridade.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justiça me apegarei e não a largarei: não me remorderá o meu coração em toda a minha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como o impio o meu inimigo, e o que se levantar contra mim como o perverso.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 será a esperança do hypocrita, havendo sido avaro, quando Deus lhe arrancar a sua alma?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Deus ouvirá o seu clamor, sobrevindo-lhe a tribulação?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deleitar-se-ha no Todo-poderoso? ou invocará a Deus em todo o tempo?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Ensinar-vos-hei ácerca da mão de Deus, e não vos encobrirei o que está com o Todo-poderoso.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todos vós já o vistes: porque pois vos desvaneceis na vossa vaidade?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pois é a porção do homem impio para com Deus, e a herança, que os tyrannos receberão do Todo-poderoso.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seus filhos se multiplicarem, será para a espada, e os seus renovos se não fartarão de pão.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ficarem d'elle na morte serão enterrados, e as suas viuvas não chorarão.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amontoar prata como pó, e apparelhar vestidos como lodo;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os apparelhará, porém o justo os vestirá, e o innocente repartirá a prata.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edificará a sua casa como a traça, e como o guarda que faz a cabana.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Rico se deita, e não será recolhido: seus olhos abre, e elle não será.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Pavores se apoderam d'elle como aguas: de noite o arrebatará a tempestade.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oriental o levará, e ir-se-ha, e o tempestuoso o arrebatará do seu logar.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lançará isto sobre elle, e não lhe poupará; irá fugindo da sua mão.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baterá contra elle as palmas das mãos, e do seu logar o assobiará.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