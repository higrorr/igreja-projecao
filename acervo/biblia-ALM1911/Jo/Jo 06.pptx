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Job respondeu,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se a minha magoa rectamente se pezasse, e a minha miseria juntamente se alçasse n'uma balança!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 verdade mais pesada seria, do que a areia dos mares: por isso é que as minhas palavras se me afogam.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frechas do Todo-poderoso estão em mim, cujo ardente veneno me chupa o espirito: os terrores de Deus se armam contra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zurrará o jumento montez junto á relva? ou berrará o boi junto ao seu pasto?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comer-se-ha sem sal o que é insipido? ou haverá gosto na clara do ovo?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recusa tocal-o, pois é como a minha comida fastienta.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dera que se cumprisse o meu desejo, e que Deus me désse o que espero!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Deus quizesse quebrantar-me, e soltasse a sua mão, e me acabasse!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ainda seria a minha consolação, e me refrigeraria no meu tormento, não me perdoando elle; porque não occultei as palavras do Sancto.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é a minha força, para que eu espere? ou qual é o meu fim, para que prolongue a minha vida?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porventura a minha força a força de pedra? Ou é de cobre a minha carne?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não está em mim a minha ajuda? ou desamparou-me a verdadeira sabedoria?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está afflicto devia o amigo mostrar compaixão, ainda ao que deixasse o temor do Todo-poderoso.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 aleivosamente me fallaram, como um ribeiro, como a torrente dos ribeiros que passam.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estão encobertos com a geada, e n'elles se esconde a neve.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tempo em que se derretem com o calor se desfazem, e em se aquentando, desapparecem do seu logar.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Desviam-se as veredas dos seus caminhos: sobem ao vacuo, e perecem.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caminhantes de Tema os vêem; os passageiros de Sheba olham para elles.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envergonhados, por terem confiado e, chegando ali, se confundem.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sois similhantes a elles: vistes o terror, e temestes.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Disse-vos eu: Dae-me ou offerecei-me da vossa fazenda presentes?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livrae-me das mãos do oppressor? ou redemi-me das mãos dos tyrannos?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Ensinae-me, e eu me calarei: e dae-me a entender em que errei.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fortes são as palavras da boa razão! mas que é o que argue a vossa arguição?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buscareis palavras para me reprehenderdes, visto que as razões do desesperado estão como vento?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antes lançaes sortes sobre o orphão; e cavaes uma cova para o vosso amigo.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se sois servidos, virae-vos para mim; e vede se minto em vossa presença.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Voltae pois, não haja iniquidade: tornae-vos, digo, que ainda a minha justiça apparecerá n'isso.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porventura iniquidade na minha lingua? Ou não poderia o meu paladar dar a entender as minhas miserias?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