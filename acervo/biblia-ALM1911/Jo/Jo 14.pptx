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nascido da mulher é curto de dias e farto de inquietação.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Sae como a flor, e se corta; foge tambem como a sombra, e não permanece.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este tal abres os teus olhos, e a mim me fazes entrar no juizo comtigo.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do immundo tirará o puro? Ninguem.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Visto que os seus dias estão determinados, comtigo está o numero dos seus dias; e tu lhe pozeste limites, e não passará além d'elles.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Desvia-te d'elle, para que tenha repouso, até que, como o jornaleiro, tenha contentamento no seu 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ha esperança para a arvore que, se fôr cortada, ainda se renovará, e não cessarão os seus renovos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se envelhecer na terra a sua raiz, e morrer o seu tronco no pó,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cheiro das aguas brotará, e dará ramos para a planta.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morrendo o homem, está abatido: e dando o homem o espirito, então onde está?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as aguas se retiram do mar, e o rio se esgota, e fica secco,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homem se deita, e não se levanta: até que não haja mais céus não acordarão nem se erguerão de seu somno.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Oxalá me escondesses na sepultura, e me occultasses até que a tua ira se desviasse: e me pozesses um limite, e te lembrasses de mim!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Morrendo o homem, porventura tornará a viver? todos os dias de meu combate esperaria, até que viesse a minha mudança?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Chama-me, e eu te responderei, e affeiçoa-te á obra de tuas mãos.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agora contas os meus passos: porventura não vigias sobre o meu peccado?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transgressão está sellada n'um sacco, e amontoas as minhas iniquidades.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na verdade, caindo a montanha, desfaz-se: e a rocha se remove do seu logar.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aguas gastam as pedras, as cheias afogam o pó da terra: e tu fazes perecer a esperança do homem.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para sempre prevaleces contra elle, e elle passa; tu, mudando o seu rosto, o despedes.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filhos estão em honra, sem que elle o saiba: ou ficam minguados sem que elle o perceba: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 sua carne n'elle tem dôres: e a sua alma n'elle lamenta.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