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 mais Elihu e disse: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 por direito dizeres: Maior é a minha justiça do que a de Deus?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disseste: De que te serviria elle? ou de que mais me aproveitarei do que do meu peccado?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 farei resposta, a ti e aos teus amigos comtigo.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Attenta para os céus, e vê; e contempla as mais altas nuvens, que são mais altas do que tu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peccares, que effectuarás contra elle? se as tuas transgressões se multiplicarem, que lhe farás.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fôres justo, que lhe darás? ou que receberá da tua mão?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impiedade damnaria outro tal como tu; e a tua justiça aproveitaria ao filho do homem.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causa da grandeza da oppressão fazem clamar aos opprimidos: exclamam por causa do braço dos grandes.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ninguem diz: Onde está Deus que me fez, que dá psalmos na noite.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faz mais doutos do que os animaes da terra, e nos faz mais sabios do que as aves dos céus.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clamam, porém elle não responde, por causa da arrogancia dos maus.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Certo é que Deus não ouvirá a vaidade, nem attentará para ella o Todo-poderoso.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quanto ao que disseste, que o não verás: juizo ha perante elle; por isso espera n'elle.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agora, ainda que a ninguem a sua ira visitasse, nem advertisse muito na multidão dos peccadores: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Logo Job em vão abriu a sua bocca, e sem sciencia multiplicou palavras.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