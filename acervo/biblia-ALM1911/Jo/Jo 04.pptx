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Eliphaz o temanita,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intentarmos fallar-te, enfadar-te-has? mas quem poderia conter as palavras?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ensinaste a muitos, e esforçaste as mãos fracas.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palavras levantaram os que tropeçavam e os joelhos desfallecentes fortificaste.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a ti te vem, e te enfadas: e, tocando-te a ti, te perturbas.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era o teu temor de Deus a tua confiança, e a tua esperança a sinceridade dos teus caminhos?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agora qual é o innocente que jamais perecesse? e onde foram os sinceros destruidos?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eu tenho visto, os que lavram iniquidade, e semeam trabalho segam o mesmo.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bafo de Deus perecem; e com o assopro da sua ira se consomem.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bramido do leão, e a voz do leão feroz, e os dentes dos leõezinhos se quebrantam.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Perece o leão velho, porque não ha preza; e os filhos da leoa andam esparzidos.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palavra se me disse em segredo; e os meus ouvidos perceberam um sussurro d'ella.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imaginações de visões da noite, quando cae sobre os homens o somno profundo;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Sobreveiu-me o espanto e o tremor, e todos os meus ossos estremeceram.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 espirito passou por diante de mim; fez-me arrepiar os cabellos da minha carne;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Parou elle, porém não conheci a sua feição; um vulto estava diante dos meus olhos: e, calando-me, ouvi uma voz que dizia: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Seria porventura o homem mais justo do que Deus? seria porventura o varão mais puro do que o seu Creador?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Eis-que nos seus servos não confiaria, e aos seus anjos imputaria loucura: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menos n'aquelles que habitam em casas de lodo, cujo fundamento está no pó, e são machucados como a traça!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 manhã até á tarde são despedaçados: e eternamente perecem sem que d'isso se faça caso.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se não passa com elles a sua excellencia? morrem, porém sem sabedoria.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