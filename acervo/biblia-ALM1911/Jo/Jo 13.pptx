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tudo isto viram os meus olhos, e os meus ouvidos o ouviram e entenderam.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vós o sabeis, o sei eu tambem; não vos sou inferior.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fallarei ao Todo-poderoso, e quero defender-me para com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 porém sois inventores de mentiras, e vós todos medicos que não valem nada.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vos calasseis de todo! que isso seria a vossa sabedoria.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agora a minha defeza, e escutae os argumentos dos meus labios.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por Deus fallareis perversidade? e por elle fallareis engano?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fareis acceitação da sua pessoa? ou contendereis por Deus?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Ser-vos-hia bom, se elle vos esquadrinhasse? ou zombareis d'elle, como se zomba d'algum homem?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Certamente vos reprehenderá, se em occulto fizerdes acceitação de pessoas.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vos espantará a sua alteza? e não cairá sobre vós o seu temor?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vossas memorias são como a cinza: as vossas alturas como alturas de lodo.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Calae-vos perante mim, e fallarei eu, e que fique alliviado algum tanto.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que razão tomo eu a minha carne com os meus dentes, e ponho a minha vida na minha mão?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me matasse, n'elle esperarei; comtudo os meus caminhos defenderei diante d'elle.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elle será a salvação minha: porém o hypocrita não virá perante o seu rosto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com attenção as minhas razões, e com os vossos ouvidos a minha declaração.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já tenho ordenado a minha causa, e sei que serei achado justo.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é o que contenderá comigo? se eu agora me calasse, daria o espirito.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Duas coisas sómente não faças para comigo; então me não esconderei do teu rosto: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 a tua mão para longe, de sobre mim, e não me espante o teu terror.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Chama, pois, e eu responderei; ou eu fallarei, e tu responde-me.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culpas e peccados tenho eu? notifica-me a minha transgressão e o meu peccado.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escondes o teu rosto, e me tens por teu inimigo?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quebrantarás a folha arrebatada do vento? e perseguirás o restolho secco?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escreves contra mim amarguras e me fazes herdar as culpas da minha mocidade?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pões no tronco os meus pés, e observas todos os meus caminhos, e marcas as solas dos meus pés.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Envelhecendo-se entretanto elle com a podridão, e como o vestido, ao qual roe a traça.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