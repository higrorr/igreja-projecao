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 outro dia, em que os filhos de Deus vieram apresentar-se perante o Senhor, veiu tambem Satanaz entre elles, apresentar-se perante 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disse a Satanaz: D'onde vens? E respondeu Satanaz ao Senhor, e disse: De rodeiar a terra, e passeiar por ella.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Satanaz: Consideraste ao meu servo Job? porque ninguem ha na terra similhante a elle, homem sincero e recto, temente a Deus, e desviando-se do mal, e que ainda retem a sua sinceridade; havendo-me tu incitado contra elle, para o consumir sem causa.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Satanaz respondeu ao Senhor, e disse: Pelle por pelle, e tudo quanto o homem tem dará pela sua vida.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estende a tua mão, e toca-lhe nos ossos, e na carne, e verás se te não amaldiçoa na tua 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Satanaz: Eis-*que elle está na tua mão; porém guarda a sua vida.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Satanaz da presença do Senhor, e feriu a Job d'uma chaga maligna, desde a planta do pé até ao alto da cabeça.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um caco para se raspar com elle: e estava assentado no meio da cinza.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sua mulher lhe disse: Ainda retens a tua sinceridade? amaldiçoa a Deus, e morre.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lhe disse: Como falla qualquer das doidas, fallas tu; receberemos o bem de Deus, e não receberiamos o mal? Em tudo isto não peccou Job com os seus labios.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tres amigos de Job todo este mal que tinha vindo sobre elle, vieram cada um do seu logar; Eliphaz o temanita, e Bildad o suhita, e Sofar o naamathita; e concertaram juntamente de virem condoer-se d'elle, e para o consolarem.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 de longe os seus olhos, não o conheceram: e levantaram a sua voz e choraram; e rasgaram cada um o seu manto, e sobre as suas cabeças lançaram pó ao 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assentaram juntamente com elle na terra, sete dias e sete noites: e nenhum lhe dizia palavra alguma, porque viam que a dôr era mui grande.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