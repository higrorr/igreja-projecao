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Bildad, o suhita,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não fareis fim de palavras? considerae bem, e então fallaremos.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somos estimados como bestas, e immundos aos vossos olhos?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 tu, que despedaças a tua alma na tua ira, será a terra deixada por tua causa? e remover-se-hão as rochas do seu logar?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a luz dos impios se apagará, e a faisca do seu fogo não resplandecerá.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se escurecerá nas suas tendas, e a sua lampada sobre elle se apagará.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passos do seu poder se estreitarão, e o seu conselho o derribará.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seus proprios pés é lançado na rede, e andará nos fios enredados.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laço o apanhará pelo calcanhar, e prevalecerá contra elle o salteador.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escondida debaixo da terra uma corda, e uma armadilha na vereda,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assombros o espantarão em redor, e o farão correr d'uma parte para a outra, por onde quer que apresse os passos.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faminto o seu rigor, e a destruição está prompta ao seu lado.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primogenito da morte consumirá as costellas da sua pelle: consumirá, digo, os seus membros.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confiança será arrancada da sua tenda, e isto o fará caminhar para o rei dos assombros.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Morará na sua mesma tenda, não lhe ficando nada: espalhar-se-ha enxofre sobre a sua habitação.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debaixo se seccarão as suas raizes, e por de cima serão cortados os seus 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memoria perecerá da terra, e pelas praças não terá nome.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luz o lançarão nas trevas, e afugental-o-hão do mundo.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terá filho nem neto entre o seu povo, e resto nenhum d'elle ficará nas suas moradas.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seu dia se espantarão os vindouros, e os antigos serão sobresaltados de horror.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Taes são, na verdade, as moradas do perverso, e este é o logar do que não conhece a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