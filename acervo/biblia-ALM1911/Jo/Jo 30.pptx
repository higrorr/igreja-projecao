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se riem de mim os de menos edade do que eu, cujos paes eu teria desdenhado de pôr com os cães do meu rebanho.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tambem me serviria a força das suas mãos?já de velhice se tinham esgotado n'elles.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mingua e fome andavam sós, e recolhiam-se para os logares seccos, tenebrosos, assolados e desertos.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Apanhavam malvas junto aos arbustos, e o seu mantimento eram as raizes dos zimbros.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meio dos homens foram expulsos, e gritavam contra elles, como contra o ladrão: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habitarem nos barrancos dos valles, e nas cavernas da terra e das rochas.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Bramavam entre os arbustos, e ajuntavam-se debaixo das ortigas.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Eram filhos de doidos, e filhos de gente sem nome, e da terra foram expulsos.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sou a sua canção, e lhes sirvo de rifão.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Abominam-me, e fogem para longe de mim, e do meu rosto não reteem o seu escarro.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desatou o meu cordão, e me opprimiu, pelo que sacudiram de si o freio perante o meu rosto.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direita se levantam os moços; empurram os meus pés, e preparam contra mim os seus caminhos de destruição.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Desbarataram-me o meu caminho: promovem a minha miseria: não teem ajudador.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Veem contra mim como por uma grande brecha, e revolvem-se entre a assolação.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Sobrevieram-me pavores; como vento perseguem a minha honra, e como nuvem passou a minha felicidade.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derrama-se em mim a minha alma: os dias da afflicção se apoderaram de mim.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noite se me traspassam os meus ossos, e os pulsos das minhas veias não descançam.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grandeza da força das dôres se demudou o meu vestido, e elle como o cabeção da minha tunica me cinge.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Lançou-me na lama, e fiquei similhante ao pó e á cinza.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Clamo a ti, porém tu não me respondes: estou em pé, porém para mim não attentas.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Tornaste-te a ser cruel contra mim: com a força da tua mão resistes violentamente.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Levantas-me sobre o vento, fazes-me cavalgar sobre elle, e derretes-me o ser.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sei que me levarás á morte e á casa do ajuntamento determinado a todos os viventes.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estenderá a mão para o montão de terra, se houve clamor n'elles contra mim na sua desventura.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Porventura, não chorei sobre aquelle que estava afflicto? ou não se angustiou a minha alma pelo necessitado?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aguardando eu o bem, então me veiu o mal, e esperando eu a luz, veiu a escuridão.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entranhas ferveram e não estão quietas: os dias da afflicção me surprehenderam.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Denegrido ando, porém não do sol, e, levantando-me na congregação, clamo por soccorro.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 me fiz dos dragões, e companheiro dos abestruzes.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Ennegreceu-se a minha pelle sobre mim, e os meus ossos estão queimados do calor.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se trocou a minha harmonia em lamentação, e o meu orgão em voz dos que choram.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