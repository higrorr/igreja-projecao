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Proseguiu ainda Elihu,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Espera-me um pouco, e mostrar-te-hei que ainda ha razões a favor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longe repetirei a minha opinião; e ao meu Creador attribuirei a justiça.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verdade, as minhas palavras não serão falsas: comtigo está um que é sincero na sua opinião.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Deus é mui grande, comtudo a ninguem despreza: grande é em força de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deixa viver ao impio, e faz justiça aos afflictos.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justo não tira os seus olhos; antes estão com os reis no throno; ali os assenta para sempre, e assim são exaltados.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estando presos em grilhões, os detem amarrados com cordas de afflicção,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faz saber a obra d'elles, e as suas transgressões; porquanto prevaleceram n'ellas.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revela-lh'o aos seus ouvidos, para seu ensino; e diz-lhes que se convertam da maldade.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ouvirem, e o servirem, acabarão seus dias em bem, e os seus annos em delicias.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o não ouvirem, á espada os passarão, e expirarão sem conhecimento.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hypocritas de coração amontoam para si a ira; e amarrando-os elle, não clamam por soccorro.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alma morre na mocidade, e a sua vida entre os sodomitas.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afflicto livra, da sua afflicção, e na oppressão o revelará aos seus ouvidos.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te desviará da bocca da angustia para um logar espaçoso, em que não haja aperto, e as iguarias da tua mesa serão cheias de gordura.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estarás satisfeito com o juizo do impio: o juizo e a justiça te sustentarão.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ha furor, guarda-te de que porventura te não tire de pancada, pois por grande preço te não poderiam retirar d'ali.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Estimaria elle tanto tuas riquezas, ou alguns esforços da força, que por isso não estivesses em aperto?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suspires pela noite, em que os povos sejam tomados do seu logar.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Guarda-te, e não declines para a iniquidade: porquanto n'isto a escolheste, por causa da tua miseria.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Deus exalta com a sua força; quem ensina como elle?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lhe pedirá conta do seu caminho? ou, quem lhe disse: Tu commetteste maldade?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 que engrandeças a sua obra que os homens contemplam.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homens a veem, e o homem a enxerga de longe.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Deus é grande, e nós o não comprehendemos, e o numero dos seus annos se não pode esquadrinhar.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faz miudas as gottas das aguas que derramam a chuva do seu vapor.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as nuvens distillam e gotejam sobre o homem abundantemente.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tambem se poderão entender as extensões das nuvens, e os estalos da sua tenda?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estende sobre ellas a sua luz, e encobre os altos do mar.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estas coisas julga os povos e lhes dá mantimento em abundancia.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mãos encobre a luz, e faz-lhe prohibição pela que passa por entre ellas.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dá a entender o seu pensamento, como tambem aos gados, ácerca do temporal que sobe.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