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tem o homem guerra sobre a terra? e não são os seus dias como os dias do jornaleiro?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cervo que suspira pela sombra, e como o jornaleiro que espera pela sua paga,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me deram por herança mezes de vaidade: e noites de trabalho me prepararam.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Deitando-me a dormir, então digo, Quando me levantarei? mas comprida é a noite, e farto-me de me voltar na cama até á alva.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carne se tem vestido de bichos e de torrões de pó: a minha pelle está gretada, e se fez abominavel.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dias são mais velozes do que a lançadeira do tecelão, e pereceram sem esperança.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de que a minha vida é como o vento; os meus olhos não tornarão a ver o bem.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dos que agora me vêem não me verão mais: os teus olhos estarão sobre mim, porém não serei mais.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a nuvem se desfaz e passa, assim aquelle que desce á sepultura nunca tornará a subir.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mais tornará á sua casa, nem o seu logar jámais o conhecerá.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não reprimirei a minha bocca: fallarei na angustia do meu espirito; queixar-me-hei na amargura da minha alma.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eu porventura o mar, ou a baleia, para que me ponhas uma guarda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 eu: Consolar-me-ha a minha cama: meu leito alliviará a minha ancia;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espantas com sonhos, e com visões me assombras: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 minha alma escolheria antes a estrangulação: e antes a morte do que a vida.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vida abomino, pois não viveria para sempre: retira-te de mim; pois vaidade são os meus dias.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o homem, para que tanto o estimes, e ponhas sobre elle o teu coração,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cada manhã o visites, e cada momento o proves?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me não deixarás, nem me largarás, até que engula o meu cuspo?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pequei, que te farei, ó Guarda dos homens? porque fizeste de mim um alvo para ti por tropeço, para que a mim mesmo me seja pesado?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porque me não perdoas a minha transgressão, e não tiras a minha iniquidade? porque agora me deitarei no pó, e de madrugada me buscarás, e não estarei lá.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