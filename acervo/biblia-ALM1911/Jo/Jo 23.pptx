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porém Job,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hoje a minha queixa está em amargura: a violencia da minha praga mais se aggrava do que o meu gemido.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se eu soubesse que o poderia achar! então me chegaria ao seu tribunal.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boa ordem exporia ante elle a minha causa, e a minha bocca encheria d'argumentos.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Saberia as palavras com que elle me responderia, e entenderia o que me dissesse.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segundo a grandeza de seu poder contenderia comigo? não; elle só o põe em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o recto pleitearia com elle, e eu me livraria para sempre do meu Juiz.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se me adianto, ali não está: se torno para traz, não o percebo.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obra a mão esquerda, não o vejo: se se encobre á mão direita, não o diviso.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sabe o meu caminho: prove-me, e sairei como o oiro.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suas pizadas os meus pés se affirmaram: guardei o seu caminho, e não me desviei d'elle.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preceito de seus labios nunca me apartei, e as palavras da sua bocca guardei mais do que a minha porção.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elle está contra alguem, quem então o desviará? o que a sua alma quizer isso fará.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cumprirá o que está ordenado a meu respeito, e muitas coisas como estas ainda tem comsigo.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me perturbo perante elle, considero, e temo-me d'elle.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macerou o meu coração, e o Todo-poderoso me perturbou.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fui desarreigado antes das trevas, e nem encobriu com a escuridão o meu rosto.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