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Eliphaz o themanita,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dará o sabio por resposta sciencia de vento? e encherá o seu ventre de vento oriental?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Arguindo com palavras que de nada servem e com razões, com que nada aproveita?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tens feito vão o temor, e diminues os rogos diante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tua bocca declara a tua iniquidade; e tu escolheste a lingua dos astutos.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bocca te condemna, e não eu, e os teus labios testificam contra 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tu porventura o primeiro homem que foi nascido? ou foste gerado antes dos outeiros?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ouviste o secreto conselho de Deus? e a ti só limitaste a sabedoria?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sabes tu, que nós não sabemos? e que entendes, que não haja em nós?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 entre nós encanecidos e edosos, muito mais edosos do que teu pae.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as consolações de Deus te são pequenas? ou alguma coisa se occulta em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arrebata o teu coração? e porque acenam os teus olhos?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virares contra Deus o teu espirito, e deixares sair taes palavras da tua bocca?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homem, para que seja puro? e o que nasce da mulher, para que fique justo?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nos seus sanctos não confiaria, e nem os céus são puros aos seus olhos.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mais abominavel e fedorento é o homem que bebe a iniquidade como a agua?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Escuta-me, mostrar-t'o-hei: e o que vi te contarei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 que os sabios annunciaram, ouvindo-o de seus paes, e o não occultaram.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sómente se déra a terra, e nenhum estranho passou por meis d'elles):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o impio se dá pena a si mesmo, e se reservam para o tyranno um certo numero d'annos.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sonido dos horrores está nos seus ouvidos: até na paz lhe sobrevem o assolador.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crê que tornará das trevas, e que está esperado da espada.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 vagueando por pão, dizendo: Onde está? Bem sabe que já o dia das trevas lhe está preparado á mão.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Assombram-n'o a angustia e a tribulação; prevalecem contra elle, como o rei preparado para a peleja.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estende a sua mão contra Deus, e contra o Todo-poderoso se embravece.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Arremette contra elle com a dura cerviz, e contra os pontos grossos dos seus escudos.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cobriu o seu rosto com a sua gordura, e criou enxundia nas ilhargas.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habitou em cidades assoladas, em casas em que ninguem morava, que estavam a ponto de fazer-se montões de ruinas.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enriquecerá, nem subsistirá a sua fazenda, nem se estenderão pela terra as suas possessões.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escapará das trevas; a chamma do fogo seccará os seus renovos, e ao assopro da sua bocca desapparecerá.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confie pois na vaidade enganando-se a si mesmo, porque a vaidade será a sua recompensa.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do seu dia ella se lhe cumprirá; e o seu ramo não reverdecerá.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Sacudirá as suas uvas verdes, como as da vide, e deixará cair a sua flor como a da oliveira.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ajuntamento dos hypocritas se fará esteril, e o fogo consumirá as tendas do soborno.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Concebem o trabalho, e parem a iniquidade, e o seu ventre prepara enganos.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