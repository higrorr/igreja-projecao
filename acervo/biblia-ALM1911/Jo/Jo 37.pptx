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isto tambem treme o meu coração, e salta do seu logar.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Attentamente ouvi o movimento da sua voz, e o sonido que sae da sua bocca.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o envia por debaixo de todos os céus, e a sua luz até aos confins da terra.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brama com grande voz, troveja com a sua alta voz; e, ouvida a sua voz, não tarda com estas coisas.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sua voz troveja Deus maravilhosamente: faz grandes coisas, e nós as não comprehendemos.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á neve diz: Está sobre a terra: como tambem ao aguaceiro e á sua forte chuva.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sella as mãos de todo o homem, para que conheça todos os homens de sua obra.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bestas entram nos seus esconderijos e ficam nas suas cavernas.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recamara sae o pé de vento, e dos ventos dispersivos o frio.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assopro de Deus se dá a geada, e as largas aguas se endurecem.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com a humidade carrega as grossas nuvens, e esparge a nuvem da sua luz.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ellas, segundo o seu prudente conselho, se tornam pelas espheras, para que façam tudo quanto lhes ordena sobre a superficie do mundo habitavel,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que por vara, ou para a sua terra, ou por beneficencia as faça vir.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isto, ó Job, inclina os teus ouvidos: põe-te em pé, e considera as maravilhas de Deus.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sabes tu quando Deus considera n'ellas, e faz resplandecer a lua da sua nuvem?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tu noticia do equilibrio das grossas nuvens e das maravilhas de aquelle que é perfeito nos conhecimentos,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de como os teus vestidos aquecem, quando do sul ha calma sobre a terra?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estendeste com elle os céus, que estão firmes como espelho fundido?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Ensina-nos o que lhe diremos; porque nós nada poderemos pôr em boa ordem, por causa das trevas.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ser-lhe-hia contado, quando eu assim fallasse? dir-lhe-ha alguem isso? pois será devorado.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se não pode olhar para o sol, quando resplandece nos céus; passando e purificando-os o vento.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esplendor de oiro vem do norte: pois em Deus ha uma tremenda magestade.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Todo-poderoso não podemos alcançar; grande é em potencia; porém a ninguem opprime em juizo e grandeza de justiça.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o temem os homens: elle não respeita aos sabios de coração.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