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Sabes tu o tempo em que as cabras montezes parem? ou consideraste as dôres das cervas?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Contarás os mezes que cumprem? ou sabes o tempo do seu parto?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encurvam, produzem seus filhos, e lançam de si as suas dôres.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filhos enrijam, crescem com o trigo: saem, e nunca mais tornam a ellas.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despediu livre o jumento montez? e quem soltou as prisões ao jumento bravo?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dei o ermo por casa, e a terra salgada por suas moradas.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Ri-se do arroido da cidade: não ouve os muitos gritos do exactor.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descobre nos montes é o seu pasto, e anda buscando tudo que está verde.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querer-te-ha servir o unicornio? ou ficará na tua cavallariça?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amarrarás o unicornio com a sua corda no rego? ou estorroará apoz ti os valles?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confiarás n'elle, por ser grande a sua força? ou deixarás a seu cargo o teu trabalho?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fiarás d'elle que te torne o que semeaste e o recolherá na tua eira?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de ti as alegres azas dos pavões, que teem pennas de cegonha e d'aguia?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deixa os seus ovos na terra, e os aquenta no pó.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esquece de que algum pé os pise, ou os animaes do campo os calquem.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Endurece-se para com seus filhos, como se não fossem seus: debalde é seu trabalho, porquanto está sem temor.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a privou de sabedoria, e não lhe repartiu entendimento.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seu tempo se levanta ao alto: ri-se do cavallo, e do que vae montado n'elle.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darás tu força ao cavallo? ou vestirás o seu pescoço com trovão?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espantal-o-has, como ao gafanhoto? terrivel é o fogoso respirar das suas ventas.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Escarva a terra, e folga na sua força, e sae ao encontro dos armados.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Ri-se do temor, e não se espanta, e não torna atraz por causa da espada.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elle rangem a aljava, o ferro flammante da lança e do dardo.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Sacudindo-se, e removendo-se, escarva a terra, e não faz caso do som da buzina.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furia do som das buzinas diz: Eia! e de longe cheira a guerra, e o trovão dos principes, e o alarido.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vôa o gavião pela tua intelligencia, e estende as suas azas para o sul?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 remonta a aguia ao teu mandado, e põe no alto o seu ninho?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penhas mora e habita: no cume das penhas, e nos logares seguros.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ali descobre a preza: seus olhos a avistam desde longe.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filhos chupam o sangue, e onde ha mortos ahi está.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