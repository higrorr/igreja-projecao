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ha veia d'onde se tira a prata, e para o oiro logar em que o derretem.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ferro se toma do pó, e da pedra se funde o metal.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poz fim ás trevas, e toda a extremidade elle esquadrinha, a pedra da escuridão e da sombra da morte.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Trasborda o ribeiro junto ao que habita ali, de maneira que se não possa passar a pé: então se esgota do homem, e as aguas se vão.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terra procede o pão, e debaixo d'ella se converte como em fogo.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pedras são o logar da saphira, e tem pósinhos d'oiro.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Vereda que ignora a ave de rapina, e que não viu os olhos da gralha.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a pisaram filhos d'animaes altivos, nem o feroz leão passou por ella.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Estendeu a sua mão contra o rochedo, e transtorna os montes desd'as suas raizes.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rochedos faz sair rios, e o seu olho viu tudo o que ha precioso.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rios tapa, e nem uma gotta sae d'elles, e tira á luz o que estava escondido.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d'onde se achará a sabedoria? e onde está o logar da intelligencia?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não sabe a sua valia, e não se acha na terra dos viventes.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abysmo diz: Não está em mim: e o mar diz: Ella não está comigo.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dará por ella oiro fino, nem se pesará prata em cambio d'ella.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se pode comprar por oiro fino d'Ophir, nem pelo precioso onyx, nem pela saphira.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ella se não póde comparar o oiro nem o crystal; nem se dá em troca d'ella joia d'oiro fino.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fará menção de coral nem de perolas; porque o desejo da sabedoria é melhor que o dos rubins.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lhe igualará o topazio de Cus, nem se póde comprar por oiro puro.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D'onde pois vem a sabedoria? e onde está o logar da intelligencia?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está encoberta aos olhos de todo o vivente, e occulta ás aves do céu.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perdição e a morte dizem: Ouvimos com os nossos ouvidos a sua fama.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entende o seu caminho, e elle sabe o seu logar.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vê as extremidades da terra; e vê tudo o que ha debaixo dos céus: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 peso ao vento, e tomando a medida das aguas.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Prescrevendo lei para a chuva e caminho para o relampago dos trovões.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viu e relatou, a preparou, e tambem a esquadrinhou.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disse ao homem: Eis que o temor do Senhor é a sabedoria, e apartar-se do mal, a intelligencia.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