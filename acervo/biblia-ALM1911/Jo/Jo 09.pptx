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Job respondeu,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sei que assim é; porque como se justificaria o homem para com Deus?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quizer contender com elle, nem a uma de mil coisas lhe poderá responder.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é sábio de coração, e forte de forças: quem se endureceu contra elle, e teve paz?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é o que transporta as montanhas, sem que o sintam, e o que as transtorna no seu furor.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remove a terra do seu logar, e as suas columnas estremecem.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falla ao sol, e não sae, e sella as estrellas.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só estende os céus, e anda sobre os altos do mar.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faz a Ursa, o Orion, e o Setestrello, e as recamaras do sul.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faz coisas grandes, que se não podem esquadrinhar: e maravilhas taes que se não podem contar.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passa por diante de mim, e não o vejo: e torna a passar perante mim, e não o sinto.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arrebata; quem lh'o fará restituir? quem lhe dirá: Que é o que fazes?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não revogará a sua ira: debaixo d'elle se encurvam os auxiliadores soberbos.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menos lhe responderia eu! ou escolheria diante d'elle as minhas palavras!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quem, ainda que eu fosse justo, lhe não responderia: antes ao meu Juiz pediria misericordia.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chamasse, e elle me respondesse, nem por isso creria que désse ouvidos á minha voz.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 quebranta com uma tempestade, e multiplica as minhas chagas sem causa.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me concede o respirar, antes me farta d'amarguras.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ás forças, eis que elle é o forte: e, quanto ao juizo, quem me citará com elle?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me justificar, a minha bocca me condemnará: se fôr recto, então me declarará por perverso.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fôr recto, não estimo a minha alma: deprezo a minha vida.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coisa é esta; por isso eu digo que elle consome ao recto e ao impio.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Matando o açoite de repente, então se ri da prova dos innocentes.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terra se entrega na mão do impio; elle cobre o rosto dos juizes: se não é elle, quem é logo?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meus dias são mais velozes do que um correio: fugiram, e nunca viram o bem.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Passam como navios veleiros: como aguia que se lança á comida.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disser: Me esquecerei da minha queixa, e mudarei o meu rosto, e tomarei alento;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Receio todas as minhas dôres, porque bem sei que me não terás por innocente.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eu impio, por que trabalharei em vão?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me lave com agua de neve, e purifique as minhas mãos com sabão,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me submergirás no fosso, e os meus proprios vestidos me abominarão.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não é homem, como eu, a quem eu responda, vindo juntamente a juizo.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 entre nós arbitro que ponha a mão sobre nós ambos.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Tire elle a sua vara de cima de mim, e não me amedronte o seu terror.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fallarei, e não o temerei; porque assim não estou comigo.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