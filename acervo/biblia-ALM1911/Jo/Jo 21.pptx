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porém Job,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attentamente as minhas razões; e isto vos sirva de consolações.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Soffrei-me, e eu fallarei: e, havendo eu fallado, zombae.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eu me queixo a algum homem? porém, ainda que assim fosse, porque se não angustiaria o meu espirito?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para mim, e pasmae: e ponde a mão sobre a bocca.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me lembro d'isto, me perturbo, e a minha carne é sobresaltada d'horror.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vivem os impios? envelhecem, e ainda se esforçam em poder?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semente se estabelece com elles perante a sua face; e os seus renovos perante os seus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casas teem paz, sem temor; e a vara de Deus não está sobre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touro gera, e não falha: pare a sua vacca, e não aborta.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Mandam fóra as suas creanças, como a um rebanho, e seus filhos andam saltando.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Levantam a voz, ao som do tamboril e da harpa, e alegram-se ao som dos orgãos.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prosperidade gastam os seus dias, e n'um momento descem á sepultura.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todavia, dizem a Deus: Retirate de nós; porque não desejamos ter conhecimento dos teus caminhos.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o Todo-poderoso, para que nós o sirvamos? e que nos aproveitará que lhe façamos orações?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porém que o seu bem não está na mão d'elles: esteja longe de mim o conselho dos impios!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vezes succede que se apaga a candeia dos impios, e lhes sobrevem a sua destruição? e Deus na sua ira lhes reparte dôres!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como a palha diante do vento, e como a pragana, que arrebata o redemoinho.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guarda a sua violencia para seus filhos, e lhe dá o pago, que o sente.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olhos vêem a sua ruina, e elle bebe do furor do Todo-poderoso.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prazer teria na sua casa, depois de si, cortando-se-lhe o numero dos seus mezes?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 Deus se ensinaria sciencia, a elle que julga os excelsos?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morre na força da sua plenitude, estando todo quieto e socegado.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baldes estão cheios de leite, e os seus ossos estão regados de tutanos.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 morre, ao contrario, na amargura do seu coração, não havendo comido do bem.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jazem no pó, e os bichos os cobrem.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conheço bem os vossos pensamentos: e os maus intentos com que injustamente me fazeis violencia.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direis: Onde está a casa do principe? e onde a tenda das moradas dos impios?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não perguntastes aos que passam pelo caminho? e não conheceis os seus signaes?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mau é preservado para o dia da destruição; e são levados no dia do furor.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accusará diante d'elle o seu caminho? e quem lhe dará o pago do que faz?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Finalmente é levado ás sepulturas, e vigia no montão.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torrões do valle lhe são doces, e attrahe a si a todo o homem; e diante de si ha innumeraveis.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me consolaes com vaidade? pois nas vossas respostas ainda resta a transgressão.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