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alma tem tedio á minha vida: darei livre curso á minha queixa, fallarei na amargura da minha alma.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Direi a Deus: Não me condemnes: faze-me saber porque contendes comigo.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Parece-te bem que me opprimas? que rejeites o trabalho das tuas mãos? e resplandeças sobre o conselho dos impios?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Tens tu porventura olhos de carne? vês tu como vê o homem?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São os teus dias como os dias do homem? Ou são os teus annos como os annos de um homem,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te informares da minha iniquidade, e averiguares o meu peccado?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 sabes tu que eu não sou impio: todavia ninguem ha que me livre da tua mão.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tuas mãos me fizeram e me formaram todo em roda; comtudo me consomes.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Peço-te que te lembres de que como barro me formaste e me farás tornar em pó.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não me vasaste como leite, e como queijo me não coalhaste?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pelle e carne me vestiste, e com ossos e nervos me ligaste.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Vida e beneficencia me fizeste: e o teu cuidado guardou o meu espirito.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estas coisas as occultaste no teu coração: bem sei eu que isto esteve comtigo.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eu peccar, tu me observas; e da minha iniquidade não me escusarás.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fôr impio, ai de mim! e se fôr justo, não levantarei a minha cabeça: farto estou de affronta; e olho para a minha miseria.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se vae crescendo; tu me caças como a um leão feroz: tornas-te, e fazes maravilhas contra mim.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renovas contra mim as tuas testemunhas, e multiplicas contra mim a tua ira; revezes e combate estão comigo.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quepois me tiraste da madre? Ah se então dera o espirito, e olhos nenhuns me vissem!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tivera sido como se nunca fôra: e desde o ventre fôra levado á sepultura!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não são poucos os meus dias? cessa pois, e deixa-me, para que por um pouco eu tome alento;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10:21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 que vá e d'onde nunca torne, á terra da escuridão e da sombra da morte;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10:22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Terra escurissima, como a mesma escuridão, terra da sombra, da morte e sem ordem alguma e onde a luz é como a escuridão.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