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Sofar, o naamathita,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é que os meus pensamentos me fazem responder, e portanto me apresso.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ouvi a reprehensão, que me envergonha, mas o espirito do meu entendimento responderá por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sabes isto, que foi desde todo o tempo, desde que o homem foi posto sobre a terra?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saber: que o jubilo dos impios é breve, e a alegria dos hypocritas como d'um momento?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a sua altura subisse até ao céu, e a sua cabeça chegasse até ás nuvens,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como o seu proprio esterco perecerá para sempre: e os que o viam dirão: Onde está?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um sonho vôa, e não será achado, e será afugentado como uma visão da noite.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olho que já o viu jamais o verá, nem olhará mais para elle o seu logar.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filhos procurarão agradar aos pobres, e as suas mãos restaurarão a sua fazenda.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ossos se encherão dos seus peccados occultos, e juntamente se deitarão com elle no pó.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o mal lhe seja doce na bocca, e elle o esconda debaixo da sua lingua,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guarde, e o não deixe, antes o retenha no seu paladar,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a sua comida se mudará nas suas entranhas; fel d'aspides será interiormente.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Enguliu fazendas, porém vomitalas-ha; do seu ventre Deus as lançará.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Veneno d'aspides sorverá; lingua de vibora o matará.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verá as correntes, os rios e os ribeiros de mel e manteiga.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Restituirá do seu trabalho, e não o engulirá: conforme ao poder de sua mudança, e não saltará de gozo.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opprimiu, desamparou os pobres, e roubou a casa que não edificou.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sentiu socego no seu ventre; da sua tão desejada fazenda coisa nenhuma reterá.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lhe sobejará do que coma; pelo que a sua fazenda não será duravel.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já cheia a sua abastança, estará angustiado: toda a mão dos miseraveis virá sobre elle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Haja porém ainda de que possa encher o seu ventre; comtudo Deus mandará sobre elle o ardor da sua ira, e a fará chover sobre elle quando elle fôr a comer.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fuja das armas de ferro, o arco d'aço o atravessará.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Desembainhada a espada, sairá do seu corpo, e resplandecendo virá do seu fel: e haverá sobre elle assombros.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escuridão se occultará nos seus esconderijos: um fogo não assoprado o consumirá: e com o que ficar na sua tenda irá mal.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céus manifestarão a sua iniquidade: e a terra se levantará contra elle.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rendas de sua casa serão transportadas: no dia da sua ira todas se derramarão.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Esta, da parte de Deus, é a porção do homem impio: e, da parte de Deus, a herança dos seus ditos.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