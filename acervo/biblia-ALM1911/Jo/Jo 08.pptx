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Bildad o suhita,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fallarás taes coisas, e as razões da tua bocca serão como um vento impetuoso?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perverteria Deus o direito? e perverteria o Todo-poderoso a justiça?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teus filhos peccaram contra elle, tambem elle os lançou na mão da sua transgressão.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tu de madrugada buscares a Deus, e ao Todo-poderoso pedires misericordia,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fôres puro e recto, certamente logo despertará por ti, e restaurará a morada da tua justiça.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principio, na verdade, terá sido pequeno, porém o teu ultimo estado crescerá em extremo.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pergunta agora ás gerações passadas: e prepara-te para a inquirição de seus paes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nós somos de hontem, e nada sabemos; porquanto nossos dias sobre a terra são como a sombra.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te ensinarão elles, e não te fallarão, e do seu coração não tirarão razões?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sobe o junco sem lodo? ou cresce a espadana sem agua?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ainda na sua verdura, ainda que a não cortem, todavia antes de qualquer outra herva se secca.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são as veredas de todos quantos se esquecem de Deus: e a esperança do hypocrita perecerá.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Cuja esperança fica frustrada: e a sua confiança será como a teia d'aranha.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Encostar-se-ha á sua casa, mas não se terá firme: apegar-se-ha a ella, mas não ficará em pé.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sumarento antes que venha o sol, e os seus renovos saem sobre o seu jardim;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raizes se entrelaçam junto á fonte, para o pedregal attenta.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Absorvendo-o elle do seu logar, negal-o-ha este, dizendo: Nunca te vi?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este é alegria do seu caminho, e outros brotarão do pó.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Deus não rejeitará ao recto; nem toma pela mão aos malfeitores: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de riso te encha a bocca, e os teus labios de jubilação.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aborrecedores se vestirão de confusão, e a tenda dos impios não existirá mais.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