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concerto com os meus olhos: como pois attentaria n'uma virgem?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 seria a parte de Deus de cima? ou a herança do Todo-poderoso para mim desde as alturas?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a perdição para o perverso, o desastre para os que obram iniquidade?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vê elle os meus caminhos, e não conta todos os meus passos?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andei com vaidade, e se o meu pé se apressou para o engano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(Pese-me em balanças fieis, e saberá Deus a minha sinceridade),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meus passos se desviavam do caminho, e se o meu coração segue os meus olhos, e se ás minhas mãos se apegou coisa alguma,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semeie eu e outro coma, e seja a minha descendencia arrancada até á raiz.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meu coração se deixou seduzir por uma mulher, ou se eu armei traições á porta do meu proximo,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môa minha mulher para outro, e outros se encurvem sobre 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uma infamia, e é delicto pertencente aos juizes.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fogo é que consomem até á perdição, e desarreigaria toda a minha renda.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desprezei o direito do meu servo ou da minha serva, quando elles contendiam comigo,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que faria eu quando Deus se levantasse? e, inquirindo a causa, que lhe responderia?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me fez no ventre não o fez tambem a elle? ou não nos formou do mesmo modo na madre?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retive o que os pobres desejavam, ou fiz desfallecer os olhos da viuva,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só comi o meu bocado, e o orphão não comeu d'elle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desde a minha mocidade cresceu comigo como com seu pae, e o guiei desde o ventre de minha mãe),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alguem vi perecer por falta de vestido, e ao necessitado por não ter coberta,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seus lombos me não abençoaram, se elle não se aquentava com as pelles dos meus cordeiros,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levantei a minha mão contra o orphão, porquanto na porta via a minha ajuda,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caia do hombro a minha espadoa, e quebre-se o meu braço do osso.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castigo de Deus era para mim um assombro, e eu não podia supportar a sua alteza.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 oiro puz a minha esperança, ou disse ao oiro fino: Tu és a minha confiança;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me alegrei de que era muita a minha fazenda, e de que a minha mão tinha alcançado muito;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olhei para o sol, quando resplandecia, ou para a lua, caminhando gloriosa,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coração se deixou enganar em occulto, e a minha bocca beijou a minha mão,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isto seria delicto pertencente ao juiz: pois assim negaria a Deus que está em cima.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me alegrei da desgraça do que me tem odio, e se eu exultei quando mal o achou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(Tambem não deixei peccar o meu paladar, desejando a sua morte com maldição),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gente da minha tenda não disse: Ah, quem nos désse da sua carne! nunca nos fartariamos d'ella: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estrangeiro não passava a noite na rua; as minhas portas abria ao viandante.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como Adão, encobri as minhas transgressões, occultando o meu delicto no meu seio;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temia a grande multidão, e o desprezo das familias me apavoraria, e eu me calaria, e não sairia da porta.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quem me dera um que me ouvisse! eis que o meu intento é que o Todo-poderoso me responda, e que o meu adversario escreva um livro.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certo que o levaria sobre o meu hombro, sobre mim o ataria por corôa.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numero dos meus passos lhe mostraria: como principe me chegaria a elle.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minha terra clamar contra mim, e se os seus regos juntamente chorarem,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comi a sua novidade sem dinheiro, e suffoquei a alma dos seus donos,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trigo me produza cardos, e por cevada joio. Acabaram-se as palavras de Job.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