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respondeu Sofar, o naamathita, e disse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não se dará resposta á multidão de palavras? E o homen fallador será justificado?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A's tuas mentiras se hão de calar os homens? E zombarás tu sem que ninguem te envergonhe?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tu disseste: A minha doutrina é pura, e limpo sou aos teus olhos.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na verdade, oxalá que Deus fallasse e abrisse os seus labios contra ti!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 fizesse saber os segredos da sabedoria, que ella é multiplice em efficacia; pelo que sabe que Deus exige de ti menos do que merece a tua iniquidade.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alcançarás os caminhos de Deus? ou chegarás á perfeição do Todo-poderoso?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as alturas dos céus é a sua sabedoria; que poderás tu fazer? mais profunda do que o inferno, que poderás tu saber?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comprida é a sua medida do que a terra: e mais larga do que o mar.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elle destruir, e encerrar, ou se recolher, quem o fará tornar para traz?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elle conhece aos homens vãos, e vê o vicio; e não o terá em consideração?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homem vão é falto de entendimento; sim, o homem nasce como a cria do jumento montez.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tu preparaste o teu coração, e estendeste as tuas mãos para elle!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ha iniquidade na tua mão, lança-a para longe de ti e não deixes habitar a injustiça nas tuas tendas.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então o teu rosto levantarás sem macula: e estarás firme, e não temerás.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te esquecerás dos trabalhos, e te lembrarás d'elles como das aguas que já passaram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tua vida mais clara se levantará do que o meio dia; ainda que seja trevas, será como a manhã.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terás confiança; porque haverá esperança; e buscarás e repousarás seguro.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deitar-te-has, e ninguem te espantará; muitos supplicarão o teu rosto.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os olhos dos impios desfallecerão, e perecerá o seu refugio: e a sua esperança será o expirar da alma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