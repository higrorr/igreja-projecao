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aquelles tres homens cessaram de responder a Job; porque era justo aos seus proprios olhos.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accendeu-se a ira d'Elihu, filho de Baracheel o buzita, da familia de Ram: contra Job se accendeu a sua ira, porque se justificava a si mesmo, mais do que a Deus.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a sua ira se accendeu contra os seus tres amigos: porque, não achando que responder, todavia condemnavam a Job.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Elihu porém esperou que Job fallasse; porquanto tinham mais edade do que elle.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pois Elihu que já não havia resposta na bocca d'aquelles tres homens, a sua ira se accendeu.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respondeu Elihu, filho de Baracheel o buzita, e disse: Eu sou de menos edade, e vós sois edosos; receei-me e temi de vos declarar a minha opinião.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Dizia eu: Fallem os dias, e a multidão doa annos ensine a sabedoria.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verdade, ha um espirito no homem, e a inspiração do Todo-poderoso os faz entendidos.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grandes não são os sabios, nem os velhos entendem juizo.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digo: Dae-me ouvidos, e tambem eu declararei a minha opinião.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aguardei as vossas palavras, e dei ouvidos ás vossas considerações, até que buscasseis razões.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Attentando pois para vós, eis que nenhum de vós ha que possa convencer a Job, nem que responda ás suas razões: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não digaes: Achamos a sabedoria; Deus o derribou, e não homem algum.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elle não dirigiu contra mim palavra alguma, nem lhe responderei com as vossas palavras.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Estão pasmados, não respondem mais, faltam-lhes as palavras.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Esperei pois, porém não fallam: porque já pararam, e não respondem mais.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eu responderei pela minha parte: tambem eu declararei a minha opinião.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estou cheio de palavras, e aperta-me o espirito do meu ventre.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o meu ventre é como o mosto, sem respiradouro, e virá a arrebentar, como odres novos.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Fallarei, e respirarei: abrirei os meus labios, e responderei.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Oxalá eu não faça accepção de pessoas, nem use de sobrenomes com o homem!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32:22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não sei usar de sobrenomes: em breve me levaria o meu Creador.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