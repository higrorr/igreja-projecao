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Bildad o suhita,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elle estão dominio e temor; elle faz paz nas suas alturas.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teem numero as suas tropas? e sobre quem não surge a sua luz?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seria justo o homem para com Deus? e como seria puro aquelle que nasce da mulher?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Olha, até a lua não resplandece, e as estrellas não são puras aos seus olhos.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menos o homem, que é um verme, e o filho do homem, que é um bicho.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