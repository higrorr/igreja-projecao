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espirito se vae corrompendo, os meus dias se vão apagando, e tenho perante mim as sepulturas.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estão zombadores comigo? e os meus olhos não passam a noite chorando pelas suas amarguras?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Promette agora, e dá-me um fiador para comtigo: quem ha que me dê a mão?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aos seus corações encobriste o entendimento, pelo que não os exaltarás.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lisongeando falla aos amigos tambem os olhos de seus filhos desfallecerão.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mim me poz por um proverbio dos povos, de modo que já sou uma abominação perante o rosto de cada 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já se escureceram de magoa os meus olhos, e já todos os meus membros são como a sombra: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rectos pasmarão d'isto, e o innocente se levantará contra o hypocrita.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justo seguirá o seu caminho firmemente, e o puro de mãos irá crescendo em força.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 verdade, tornae todos vós, e vinde cá; porque sabio nenhum acho entre vós.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dias passam, os meus propositos se quebraram, os pensamentos do meu coração.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Trocaram o dia em noite; a luz está perto do fim, por causa das trevas.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esperar, a sepultura será a minha casa; nas trevas estenderei a minha cama.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corrupção clamo: Tu és meu pae; e aos bichos: Vós sois minha mãe e minha irmã.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pois estaria agora a minha esperança? emquanto á minha esperança, quem a poderá 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barras da sepultura descerão quando juntamente no pó haverá descanço.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