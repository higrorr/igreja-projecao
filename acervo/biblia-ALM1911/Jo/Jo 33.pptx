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na verdade, ó Job, ouve as minhas razões, e dá ouvidos a todas as minhas palavras.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já abri a minha bocca: já fallou a minha lingua debaixo do meu paladar.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razões sairão da sinceridade do meu coração, e a pura sciencia dos meus labios.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Espirito de Deus me fez: e a inspiração do Todo-poderoso me deu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podes responde-me, põe por ordem diante de mim a tua causa, e levanta-te.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sou de Deus, como tu: do lodo tambem eu fui cortado.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não te perturbará o meu terror, nem será pesada sobre ti a minha mão.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disseste aos meus ouvidos; e eu ouvi a voz das palavras,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Limpo estou, sem transgressão: puro sou; e não tenho culpa.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acha contra mim achaques, e me considerou como seu inimigo.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no tronco os meus pés, e observa todas as minhas veredas.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n'isto te respondo: Não foste justo; porque maior é Deus do que o homem.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razão contendeste com elle? porque não responde ácerca de todos os seus feitos.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Deus falla uma e duas vezes; porém ninguem attenta para isso.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sonho ou em visão de noite, quando cae somno profundo sobre os homens, e adormecem na cama,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revela ao ouvido dos homens, e lhes sella a sua instrucção.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apartar o homem d'aquillo que faz, e esconder do homem a soberba.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desviar a sua alma da cova, e a sua vida de passar pela espada.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na sua cama é com dôres castigado; como tambem a multidão de seus ossos com fortes dôres.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modo que a sua vida abomina até o pão, e a sua alma a comida appetecivel.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Desapparece a sua carne á vista d'olhos, e os seus ossos, que se não viam, agora apparecem: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alma se vae chegando á cova, e a sua vida ao que traz morte.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 elle pois houver um mensageiro, um interprete, um entre milhares, para declarar ao homem a sua rectidão,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terá misericordia d'elle, e lhe dirá: Livra-o, que não desça á cova; já achei resgate.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carne se reverdecerá mais do que era na mocidade, e tornará aos dias da sua juventude.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 orará a Deus, o qual se agradará d'elle, e verá a sua face com jubilo, e restituirá ao homem a sua justiça.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Olhará para os homens, e dirá: Pequei, e perverti o direito, o que de nada me aproveitou.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Deus livrou a minha alma de que não passasse a cova; assim que a minha vida vê a luz.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tudo isto obra Deus, duas e tres vezes para com o homem;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desviar a sua alma da perdição, e o alumiar com a luz dos viventes.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pois, ó Job, ouve-me: cala-te, e eu fallarei.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tens alguma coisa que dizer, responde-me: falla, porque desejo justificar-te.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não, escuta-me tu: cala-te, e ensinar-te-hei a sabedoria.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