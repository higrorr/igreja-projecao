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Poderás tirar com anzol o leviathan? ou ligarás a sua lingua com a corda?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pôr um junco no seu nariz? ou com um espinho furarás a sua queixada?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multiplicará muitas supplicações para comtigo? ou brandamente fallará?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 elle concertos comtigo? ou o tomarás tu por escravo para sempre?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Brincarás com elle, como com um passarinho? ou o atarás para tuas meninas?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companheiros farão d'elle um banquete? ou o repartirão entre os negociantes?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Encherás a sua pelle de ganchos? ou a sua cabeça com arpéos de pescadores?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a tua mão sobre elle, lembra-te da peleja, e nunca mais tal intentarás.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sua esperança falhará: porventura tambem á sua vista será derribado?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ha tão atrevido, que a despertal-o se atreva: quem pois é aquelle que ousa pôr-se em pé diante de mim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preveniu, para que eu haja de retribuir-lhe? pois o que está debaixo de todos os céus é meu.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calarei os meus membros, nem a relação das suas forças, nem a graça da sua formação.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descobriria a superficie do seu vestido? quem entrará entre as suas queixadas dobradas?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abriria as portas do seu rosto? pois em roda dos seus dentes está o terror.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fortes escamas são excellentissimas, cada uma fechada como com sello apertado.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á outra se chega tão perto, que nem um assopro passa por entre ellas.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Umas ás outras se apegam: tanto se travam entre si, que não se podem separar.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dos seus espirros faz resplandecer a luz, e os seus olhos são como as pestanas da alva.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sua bocca saem tochas: faiscas de fogo arrebentam d'ella.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seus narizes procede fumo, como d'uma panella fervente, ou d'uma grande caldeira.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halito faria incender os carvões: e da sua bocca sae chamma.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pescoço pousa a força: perante elle até a tristeza salta de prazer.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musculos da sua carne estão pegados entre si: cada um está firme n'elle, e nenhum se move.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coração é firme como uma pedra e firme como parte da mó de baixo.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Levantando-se elle, tremem os valentes: em razão dos seus abalos se purificam.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lhe tocar com a espada, essa não poderá penetrar, nem lança, dardo ou couraça.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reputa o ferro por palha, e o cobre por pau podre.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setta o não fará fugir: as pedras das fundas se lhe tornam em rastolho.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pedras atiradas estima como arestas, e ri-se do brandir da lança.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Debaixo de si tem conchas ponteagudas: estende-se sobre coisas ponteagudas como na lama.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profundezas faz ferver, como uma panella: torna o mar como quando os unguentos fervem.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Apoz elle allumia o caminho: parece o abysmo tornado em brancura de cãs.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terra não ha coisa que se lhe possa comparar, pois foi feito para estar sem pavor.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alto vê: é rei sobre todos os filhos d'animaes altivos.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