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respondeu Job, e disse: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 ouvido muitas coisas como estas: todos vós sois consoladores molestos.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não terão fim estas palavras de vento? ou que te irrita, para assim responderes?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Fallaria eu tambem como vós fallaes, se a vossa alma estivesse em logar da minha alma? ou amontoaria palavras contra vós, e menearia contra vós a minha cabeça?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 vos fortaleceria com a minha bocca, e a consolação dos meus labios abrandaria a dôr.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eu fallar, a minha dôr não cessa, e, calando-me eu, que mal me deixa?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verdade, agora me molestou: tu assolaste toda a minha companhia.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Testemunha d'isto é que já me fizeste enrugado, e a minha magreza já se levanta contra mim, e no meu rosto testifica contra mim.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sua ira me despedaçou, e elle me perseguiu; rangeu os seus dentes contra mim: aguça o meu adversario os seus olhos contra mim.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Bocejam com a sua bocca contra mim; com desprezo me feriram nos queixos, e contra mim se ajuntam todos.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Entrega-me Deus ao perverso, e nas mãos dos impios me faz cair.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Descançado estava eu, porém elle me quebrantou; e pegou-me pela cerviz, e me despedaçou; tambem me poz por seu alvo.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Cercam-me os seus frecheiros; atravessa-me os rins, e não me poupa, e o meu fel derrama em terra.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Quebranta-me com quebranto sobre quebranto: arremette contra mim como um valente.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Cosi sobre a minha pelle o sacco, e revolvi a minha cabeça no pó.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rosto todo está descorado de chorar, e sobre as minhas palpebras está a sombra da morte: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havendo porém violencia nas minhas mãos, e sendo pura a minha oração.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Ah! terra, não cubras o meu sangue; e não haja logar para o meu clamor!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tambem agora está a minha testemunha no céu, e a minha testemunha nas alturas.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meus amigos são os que zombam de mim; os meus olhos se desfazem em lágrimas diante de Deus.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Ah! se se podesse contender com Deus pelo homem, como o filho do homem pelo seu amigo!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se passarão poucos annos; e eu seguirei o caminho por onde não tornarei.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