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Resta, irmãos meus, que vos regozijeis no Senhor. Não me é molesto escrever-vos as mesmas coisas, e é segurança para vós.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Guardae-vos dos cães, guardae-vos dos maus obreiros, guardae-vos da circumcisão;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circumcisão somos nós, que servimos a Deus em espirito, e que nos gloriamos em Jesus Christo, e não confiamos na carne.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tambem tenho de que confiar na carne; se algum outro cuida que tem de que confiar na carne, ainda mais eu: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Circumcidado ao oitavo dia, da linhagem de Israel, da tribu de Benjamin, hebreo de hebreos, segundo a lei, phariseo,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o zelo, perseguidor da egreja, segundo a justiça que ha na lei, irreprehensivel.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que para mim era ganho tive-o por perda por amor de Christo.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na verdade, tenho tambem por perda todas as coisas, pela excellencia do conhecimento de Christo Jesus, meu Senhor, por amor do qual contei por perda todas estas coisas, e as considero como esterco, para que possa ganhar a Christo,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seja achado n'elle, não tendo a minha justiça que vem de lei, mas a que vem da fé em Christo, a saber, a justiça que vem de Deus pela fé;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conhecel-o, e á virtude da sua resurreição, e á communicação de suas afflicções, sendo feito conforme a sua morte;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ver se de alguma maneira posso chegar á resurreição dos mortos.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que já a tenha alcançado, ou que seja perfeito, mas prosigo para alcançar aquillo para o que fui tambem preso por Christo Jesus.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quanto a mim, não julgo que o haja alcançado;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uma coisa faço, e é que, esquecendo-me das coisas que atraz ficam, e avançando para as que estão diante de mim, prosigo para o alvo, ao premio da soberana vocação de Deus em Christo Jesus.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todos quantos já somos perfeitos, sintamos isto mesmo; e, se sentis alguma coisa d'outra maneira, tambem Deus vol-o revelará.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n'aquillo a que já chegámos, andemos segundo a mesma regra, e sintamos o mesmo.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Sêde tambem meus imitadores, irmãos, e tende cuidado, segundo o exemplo que tendes em nós, pelos que assim andam.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muitos andam, dos quaes muitas vezes vos disse, e agora tambem digo, chorando, que são inimigos da cruz de Christo.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Cujo fim é a perdição; cujo Deus é o ventre; e cuja gloria é para confusão d'elles, que só pensam nas coisas terrenas.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nossa cidade está nos céus, d'onde tambem esperamos o Salvador, o Senhor Jesus Christo.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transformará o nosso corpo abatido, para ser conforme o seu corpo glorioso, segundo o seu efficaz poder de sujeitar tambem a si todas as coisas.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