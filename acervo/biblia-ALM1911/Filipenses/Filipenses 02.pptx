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se ha algum conforto em Christo, se alguma consolação de amor, se alguma communicação de Espirito, se alguns entranhaveis affectos e compaixões,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Cumpri o meu gozo, para que sintaes o mesmo, tendo o mesmo amor, o mesmo animo, sentindo uma mesma coisa.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Nada façaes por contenda ou por vangloria, mas por humildade; cada um considere os outros superiores a si mesmo.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attente cada um para o que é seu, mas cada qual tambem para o que é dos outros.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sorte que haja em vós o mesmo sentimento que houve tambem em Christo Jesus,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qual, sendo em fórma de Deus, não teve por usurpação ser egual a Deus,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aniquilou-se a si mesmo, tomando a fórma de servo, fazendo-se similhante aos homens;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achado em fórma como homem, humilhou-se a si mesmo, sendo obediente até á morte, e morte de cruz.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tambem Deus o exaltou soberanamente, e lhe deu um nome que é sobre todo o nome;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ao nome de Jesus se dobre todo o joelho dos que estão nos céus, e na terra, e debaixo da terra,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 a lingua confesse que Jesus Christo é o Senhor, para a gloria de Deus Pae.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sorte que, meus amados, assim como sempre obedecestes, não só na minha presença, mas muito mais agora na minha ausencia, assim tambem operae a vossa salvação com temor e tremor,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Deus é o que opera em vós tanto o querer como o effectuar, segundo a sua boa vontade.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Fazei todas as coisas sem murmurações nem contendas;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sejaes irreprehensiveis e sinceros, filhos de Deus, inculpaveis no meio d'uma geração corrompida e perversa, no meio da qual resplandeceis como luminares no mundo.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Retendo a palavra da vida, para que no dia de Christo possa gloriar-me de não ter corrido nem trabalhado em vão.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ainda que seja offerecido por libação sobre o sacrificio e serviço da vossa fé, folgo e me regozijo com todos vós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vós tambem regozijae-vos e alegrae-vos comigo por isto mesmo.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espero no Senhor Jesus de em breve vos mandar Timotheo, para que tambem eu esteja de bom animo, sabendo os vossos negocios.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ninguem tenho de tão egual animo, que sinceramente cuide dos vossos negocios.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todos buscam o que é seu, e não o que é de Christo Jesus.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bem sabeis a sua experiencia, que serviu comigo no evangelho, como filho ao pae.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sorte que espero enviar-vol-o logo que tenha provido a meus negocios.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confio no Senhor, que tambem eu mesmo em breve irei ter comvosco.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julguei necessario mandar-vos Epaphrodito, meu irmão, e cooperador, e companheiro nos combates, e vosso enviado, e ministrador nas minhas necessidades.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tinha muitas saudades de vós todos, e estava muito angustiado de que tivesseis ouvido que elle estivera doente.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facto esteve doente, e quasi á morte; porém Deus se apiedou d'elle, e não sómente d'elle, mas tambem de mim, para que eu não tivesse tristeza sobre tristeza.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vol-o enviei mais depressa, para que, vendo-o outra vez, vos regozijeis, e eu tenha menos tristeza.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Recebei-o pois no Senhor com todo o gozo, e tende em honra aos taes.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pela obra de Christo chegou até bem proximo da morte, não fazendo caso da vida, para supprir para comigo a falta do vosso serviço.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