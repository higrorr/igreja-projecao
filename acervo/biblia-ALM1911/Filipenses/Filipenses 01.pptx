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Paulo e Timotheo, servos de Jesus Christo, a todos os sanctos em Christo Jesus, que estão em Philippos, com os bispos e diaconos: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 a vós, e paz da parte de Deus nosso Pae e da do Senhor Jesus Christo.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Dou graças ao meu Deus todas as vezes que me lembro de vós,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Fazendo sempre com gosto oração por vós em todas as minhas orações,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vossa communicação no evangelho desde o primeiro dia até agora.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por certo isto mesmo, que aquelle que em vós começou a boa obra, a aperfeiçoará até ao dia de Jesus Christo;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tenho por justo sentir isto de vós todos, porquanto retenho em meu coração que todos vós fostes participantes da minha graça, tanto nas minhas prisões como na minha defeza e confirmação do evangelho.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Deus me é testemunha das muitas saudades que de todos vós tenho, em entranhavel affeição de Jesus Christo.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peço isto: que a vossa caridade abunde mais e mais em sciencia e em todo o conhecimento,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approveis as coisas excellentes, para que sejaes sinceros, e sem escandalo algum até ao dia de Christo;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Cheios de fructos de justiça, que são por Jesus Christo, para gloria e louvor de Deus.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quero, irmãos, que saibaes que as coisas que me aconteceram contribuiram para maior proveito do evangelho.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 as minhas prisões em Christo foram manifestas em toda a guarda pretoriana, e em todos os demais logares;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muitos dos irmãos no Senhor, tomando animo com as minhas prisões, ousam fallar a palavra mais confiadamente, sem temor.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Verdade é que tambem alguns prégam a Christo por inveja e porfia, mas outros tambem de boamente.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Uns por amor, sabendo que fui posto para defeza do evangelho.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outros, na verdade, annunciam a Christo por contenção, não puramente, cuidando accrescentar afflicção ás minhas prisões.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que importa? comtanto que Christo seja annunciado em toda a maneira, ou com fingimento ou em verdade, n'isto me regozijo, e me regozijarei ainda.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sei que d'isto me resultará salvação, pela vossa oração e pelo soccorro do Espirito de Jesus Christo,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Segundo a minha intensa expectação e esperança, de que em nada serei confundido; antes, com toda a confiança, Christo será, tanto agora como sempre, engrandecido no meu corpo, seja pela vida seja pela morte.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para mim o viver é Christo, e o morrer é ganho.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o viver na carne este é o fructo da minha obra, não sei então o que deva escolher.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 ambos os lados estou em aperto, tendo desejo de ser desatado, e estar com Christo, porque isto é ainda muito melhor.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julgo mais necessario, por amor de vós, ficar na carne.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confio n'isto, e sei que ficarei, e permanecerei com todos vós, para proveito vosso e gozo da fé.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a vossa gloria abunde por mim em Christo Jesus, pela minha nova ida a vós.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Sómente vos porteis dignamente conforme o evangelho de Christo, para que, quer vá e vos veja, ou quer esteja ausente, ouça ácerca de vós, que estaes n'um mesmo espirito, combatendo juntamente com o mesmo animo pela fé do evangelho.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nada vos espanteis dos que resistem, o que para elles, na verdade, é indicio de perdição, mas para vós de salvação, e isto de Deus.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vós vos foi gratuitamente concedido, em relação a Christo, não sómente crêr n'elle, como tambem padecer por elle,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Filipenses 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o mesmo combate, que já em mim tendes visto, e agora ouvis de mim.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