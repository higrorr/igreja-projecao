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meus amados e mui queridos irmãos, minha alegria e corôa, estae assim firmes no Senhor, amados.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Rogo a Evodia, e rogo a Syntyche, que sintam o mesmo no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peço-te tambem a ti, meu verdadeiro companheiro, que ajudes essas mulheres que trabalharam comigo no evangelho, e com Clemente, e com os outros cooperadores, cujos nomes estão no livro da vida.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Regozijae-vos sempre no Senhor; outra vez digo, regozijae-vos.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a vossa equidade notoria a todos os homens. Perto está 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nada estejaes solicitos: antes as vossas petições sejam em tudo conhecidas diante de Deus pela oração e supplicas com acção de graças.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paz de Deus, que excede todo o entendimento, guardará os vossos corações e os vossos sentimentos em Christo Jesus.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mais, irmãos, tudo o que é verdadeiro, tudo o que é honesto, tudo o que é justo, tudo o que é puro, tudo o que é amavel, tudo o que é de boa fama, se ha alguma virtude, e se ha algum louvor, n'isso pensae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tambem aprendestes, e recebestes, e ouvistes, e vistes em mim, isso fazei; e o Deus de paz será comvosco.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muito me regozijei no Senhor por finalmente reviver a vossa lembrança de mim; visto que vos tendes lembrado, mas não tinheis tido opportunidade.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 digo como por necessidade, porque já aprendi a contentar-me com o que tenho.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 estar abatido, e sei tambem ter abundancia: em toda a maneira, e em todas as coisas estou instruido, assim a ter fartura como a ter fome, assim a ter abundancia, como a padecer necessidade.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Posso todas as coisas n'aquelle que me fortalece.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fizestes bem em tomar parte na minha afflicção.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bem sabeis tambem vós, ó philippenses, que, no principio do evangelho, quando parti da Macedonia, nenhuma egreja communicou comigo em razão de dar e receber, senão vós sómente;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uma e outra vez me mandastes o necessario a Thessalonica.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que procure dadivas, mas procuro o fructo que abunde para a vossa conta.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tudo tenho recebido, e tenho abundancia: estou cheio, depois que recebi de Epaphrodito o que da vossa parte me foi enviado, como cheiro de suavidade e sacrificio agradavel e aprazivel a Deus.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meu Deus, segundo as suas riquezas, supprirá todas as vossas necessidades em gloria, por Christo Jesus.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ao nosso Deus e Pae seja gloria para todo o sempre. Amen.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 a todos os sanctos em Christo Jesus. Os irmãos que estão comigo vos saudam.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sanctos vos saudam, mas principalmente os que são da casa de Cesar.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de nosso Senhor Jesus Christo seja com vós todos.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