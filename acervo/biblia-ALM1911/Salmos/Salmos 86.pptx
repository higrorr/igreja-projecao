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Inclina, Senhor, os teus ouvidos, e ouve-me, porque estou necessitado e afflicto.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a minha alma, pois sou sancto; oh Deus meu, salva o teu servo, que em ti confia.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ó Senhor, pois a ti clamo todo o 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 a alma do teu servo, pois a ti, Senhor, levanto a minha alma.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Senhor, és bom, e prompto a perdoar, e abundante em benignidade para todos os que te invocam.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ouvidos, Senhor, á minha oração, e attende á voz das minhas supplicas.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da minha angustia clamo a ti, porquanto me respondes.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deuses não ha similhante a ti, Senhor, nem ha obras como as tuas.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nações que fizeste virão e se prostrarão perante a tua face, Senhor, e glorificarão o teu nome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és grande e fazes maravilhas; só tu és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Ensina-me, Senhor, o teu caminho, e andarei na tua verdade: une o meu coração ao temor do teu nome.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Louvar-te-hei, Senhor Deus meu, com todo o meu coração, e glorificarei o teu nome para sempre.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grande é a tua misericordia para comigo; e livraste a minha alma da sepultura mais profunda.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os soberbos se levantaram contra mim, e as assembléas dos tyrannos procuraram a minha alma; e não te pozeram perante os seus olhos.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tu, Senhor, és um Deus cheio de compaixão, e piedoso, soffredor, e grande em benignidade e em verdade.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Volta-te para mim, e tem misericordia de mim; dá a tua fortaleza ao teu servo, e salva ao filho da tua serva.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Mostra-me um signal para bem, para que o vejam aquelles que me aborrecem, e se confundam; porque tu, Senhor, me ajudaste e me consolaste.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