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habita no esconderijo do Altissimo, á sombra do Omnipotente descançará.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 do Senhor: Elle é o meu Deus, o meu refugio, a minha fortaleza, e n'elle confiarei.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te livrará do laço do passarinheiro, e da peste perniciosa.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te cobrirá com as suas pennas, e debaixo das suas azas te confiarás: a sua verdade será o teu escudo e rodella.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terás medo do terror de noite nem da setta que vôa de dia,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da peste que anda na escuridão, nem da mortandade que assola ao meio-dia.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cairão ao teu lado, e dez mil á tua direita, mas não chegará a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com os teus olhos contemplarás, e verás a recompensa dos impios.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tu, ó Senhor, és o meu refugio: no Altissimo fizeste a tua habitação.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mal te succederá, nem praga alguma chegará á tua tenda.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aos seus anjos dará ordem a teu respeito para te guardarem em todos os teus caminhos.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te sustentarão nas suas mãos, para que não tropeces com o teu pé em pedra.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Pisarás o leão e a cobra; calcarás aos pés o filho do leão e o dragão.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tão encarecidamente me amou, tambem eu o livrarei; pôl-o-hei em retiro alto, porque conheceu o meu nome.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me invocará, e eu lhe responderei; estarei com elle na angustia; d'ella o retirarei, e o glorificarei.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Fartal-o-hei com longura de dias, e lhe mostrarei a minha salvação.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