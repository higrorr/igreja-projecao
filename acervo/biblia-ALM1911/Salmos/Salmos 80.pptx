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que és pastor d'Israel, dá ouvidos: tu, que guias a José como a um rebanho: tu, que te assentas entre os cherubins, resplandece.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Perante Ephraim, Benjamin e Manasseh, desperta o teu poder, e vem salvar-nos.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Faze-nos voltar, ó Deus, e faze resplandecer o teu rosto, e seremos salvos.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 Deus dos Exercitos, até quando te indignarás contra a oração do teu povo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os sustentas com pão de lagrimas, e lhes dás a beber lagrimas, com abundancia.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nos pões em contendas com os nossos visinhos: e os nossos inimigos zombam de nós entre 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Faze-nos voltar, ó Deus dos Exercitos, e faze resplandecer o teu rosto; e seremos salvos.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Trouxeste uma vinha do Egypto: lançaste fóra as nações, e a plantaste.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Preparaste-lhe logar, e fizeste com que ella deitasse raizes; e encheu 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foram cobertos da sua sombra, e os seus ramos se fizeram como os formosos cedros.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Ella estendeu a sua ramagem até ao mar, e os seus ramos até ao 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quebraste então os seus vallados, de modo que todos os que passam por ella a vindimam?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javali da selva a devasta, e as feras do campo a devoram.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Deus dos Exercitos, volta-te, nós te rogamos, attende dos céus, e vê, e visita esta vide;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videira que a tua dextra plantou, e o sarmento que fortificaste para ti.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queimada pelo fogo, está cortada: pereceu pela reprehensão da tua face.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a tua mão sobre o varão da tua dextra, sobre o filho do homem, que fortificaste para ti.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nós não te viraremos as costas; guarda-nos em vida, e invocaremos o teu nome.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Faze-nos voltar, Senhor Deus dos Exercitos: faze resplandecer o teu rosto; e seremos salvos.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