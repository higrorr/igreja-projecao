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Senhor confio; como dizeis á minha alma: Foge para a vossa montanha como passaro?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eis que os impios armam o arco, põem as frechas na corda, para com ellas atirarem ás escuras aos rectos de coração.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verdade que já os fundamentos se transtornam: o que pode fazer o justo?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está no seu sancto templo: o throno do Senhor está nos céus; os seus olhos attendem, e as suas palpebras provam os filhos dos homens.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prova ao justo; porém ao impio e ao que ama a violencia aborrece a sua alma.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os impios fará chover laços, fogo, enxofre e vento tempestuoso: isto será a porção do seu copo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Senhor é justo, e ama a justiça; o seu rosto olha para os rectos.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