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ouve a minha oração, e chegue a ti o meu clamor.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escondas de mim o teu rosto no dia da minha angustia, inclina para mim os teus ouvidos; no dia em que eu clamar, ouve-me depressa.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meus dias se consomem como o fumo, e os meus ossos ardem como um 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coração está ferido e secco como a herva, pelo que me esqueço de comer o meu pão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voz do meu gemido os meus ossos se apegam á minha pelle.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similhante ao pelicano no deserto: sou como um mocho nas solidões.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Vigio, sou como o pardal solitario no telhado.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inimigos me affrontam todo o dia: os que se enfurecem contra mim teem jurado.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tenho comido cinza como pão, e misturado com lagrimas a minha bebida.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tua ira e da tua indignação, pois tu me levantaste e me arremeçaste.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dias são como a sombra que declina, e como a herva me vou seccando.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Senhor, permanecerás para sempre, e a tua memoria de geração em geração.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te levantarás e terás piedade de Sião; pois o tempo de te compadeceres d'ella, o tempo determinado, já chegou.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teus servos teem prazer nas suas pedras, e se compadecem do seu pó.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as nações temerão o nome do Senhor, e todos os reis da terra a tua gloria.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Senhor edificar a Sião, apparecerá na sua gloria.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attenderá á oração do desamparado, e não desprezará a sua oração.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se escreverá para a geração futura; e o povo que se crear louvará ao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olhou desde o alto do seu sanctuario, desde os céus o Senhor contemplou a terra.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ouvir o gemido dos presos, para soltar os sentenciados á morte;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annunciarem o nome do Senhor em Sião, e o seu louvor em Jerusalem;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povos se ajuntarem, e os reinos, para servirem ao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Abateu a minha força no caminho; abreviou os meus dias.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 eu: Meu Deus, não me leves no meio dos meus dias, os teus annos são por todas as gerações.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 antiguidade fundaste a terra: e os céus são obra das tuas mãos.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perecerão, mas tu permanecerás: todos elles se envelhecerão como um vestido; como roupa os mudarás, e ficarão mudados.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és o mesmo, e os teus annos nunca terão fim.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dos teus servos continuarão, e a sua semente ficará firmada perante ti.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