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Verdadeiramente bom é Deus para com Israel, para com os limpos de coração.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Emquanto a mim, os meus pés quasi que se desviaram; pouco faltou para que escorregassem os meus passos.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eu tinha inveja dos loucos, quando via a prosperidade dos impios.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não ha apertos na sua morte, mas firme está a sua força.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se acham em trabalhos como outra gente, nem são afflictos como outros homens.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a soberba os cerca como um colar; vestem-se de violencia como de adorno.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olhos d'elles estão inchados de gordura: elles teem mais do que o coração podia desejar.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São corrompidos e tratam maliciosamente de oppressão; fallam arrogantemente.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Põem as suas boccas contra os céus, e as suas linguas andam pela terra.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o seu povo volta aqui, e aguas de copo cheio se lhes espremem.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dizem: Como o sabe Deus? ou ha conhecimento no Altissimo?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estes são impios, e prosperam no mundo; augmentam em riquezas.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verdade que em vão tenho purificado o meu coração; e lavei as minhas mãos na innocencia.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todo o dia tenho sido afflicto, e castigado cada manhã.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eu dissesse: Fallarei assim; eis que offenderia a geração de teus filhos.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pensava em entender isto foi para mim muito doloroso;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que entrei no sanctuario de Deus: então entendi eu o fim d'elles.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Certamente tu os pozeste em logares escorregadios: tu os lanças em destruição.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caem na desolação, quasi n'um momento! ficam totalmente consumidos de terrores.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um sonho, quando se acorda, assim, ó Senhor, quando acordares, desprezarás a apparencia d'elles.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o meu coração se azedou, e sinto picadas nos meus rins.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me embruteci, e nada sabia; fiquei como uma besta perante ti.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73:23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Todavia estou de continuo comtigo; tu me sustentaste pela minha mão direita.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73:24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Guiar-me-has com o teu conselho, e depois me receberás em gloria.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73:25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tenho eu no céu senão a ti? e na terra não ha a quem eu deseje além de ti.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73:26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minha carne e o meu coração desfallecem; mas Deus é a fortaleza do meu coração, e a minha porção para sempre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73:27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eis que os que se alongam de ti, perecerão; tu tens destruido todos aquelles que se desviam de ti.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73:28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para mim, bom é approximar-me de Deus; puz a minha confiança no Senhor Deus, para annunciar todas as tuas obras.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