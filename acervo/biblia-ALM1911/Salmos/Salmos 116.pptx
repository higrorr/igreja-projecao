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 ao Senhor, porque elle ouviu a minha voz e a minha supplica.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inclinou a mim os seus ouvidos; portanto o invocarei emquanto viver.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cordeis da morte me cercaram, e angustias do inferno se apoderaram de mim: encontrei aperto e tristeza.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invoquei o nome do Senhor, dizendo: Ó Senhor, livra a minha alma.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Piedoso é o Senhor e justo: o nosso Deus tem misericordia.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guarda aos simplices: fui abatido, mas elle me livrou.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Alma minha, volta para o teu repouso, pois o Senhor te fez bem.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tu, Senhor, livraste a minha alma da morte, os meus olhos das lagrimas, e os meus pés da queda.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Andarei perante a face do Senhor na terra dos viventes.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Cri, por isso fallei: estive muito afflicto.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na minha pressa: Todos os homens são mentirosos.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darei eu ao Senhor, por todos os beneficios que me tem feito?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Tomarei o calix da salvação, e invocarei o nome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Pagarei os meus votos ao Senhor, agora, na presença de todo o seu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Preciosa é á vista do Senhor a morte dos seus sanctos.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devéras sou teu servo: sou teu servo, filho da tua serva; soltaste as minhas ataduras.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Offerecer-te-hei sacrificios de louvor, e invocarei o nome do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Pagarei os meus votos ao Senhor, na presença de todo o meu povo.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atrios da casa do Senhor, no meio de ti, ó Jerusalem.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