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Senhor não edificar a casa, em vão trabalham os que edificam: se o Senhor não guardar a cidade, em vão vigia a sentinella.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Inutil vos será levantar de madrugada, repousar tarde, comer o pão de dôres, pois assim dá elle aos seus amados o somno.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filhos são herança do Senhor, e o fructo do ventre o seu galardão.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frechas na mão d'um homem valente, assim são os filhos da mocidade.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que enche d'elles a sua aljava: não serão confundidos, mas fallarão com os seus inimigos á porta.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