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ao Senhor em todo o tempo: o seu louvor estará continuamente na minha bocca.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se gloriará no Senhor: os mansos o ouvirão e se alegrarão.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Engrandecei ao Senhor comigo; e juntos exaltemos o seu nome.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Busquei ao Senhor, e elle me respondeu: livrou-me de todos os meus temores.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Olharam para elle, e foram illuminados; e os seus rostos não ficaram confundidos.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Clamou este pobre, e o Senhor o ouviu, e o salvou de todas as suas angustias.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anjo do Senhor acampa-se em redor dos que o temem, e os livra.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Provae, e vêde que o Senhor é bom; bemaventurado o homem que n'elle confia.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Temei ao Senhor, vós, os seus sanctos, pois não teem falta alguma aquelles que o temem.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dos leões necessitam e soffrem fome, mas aquelles que temem ao Senhor não teem falta de coisa alguma.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meninos, ouvi-me: eu vos ensinarei o temor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o homem que deseja a vida, que quer largos dias para vêr o bem?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a tua lingua do mal, e os teus labios de fallarem o engano.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Aparta-te do mal, e faze o bem: procura a paz, e segue-a.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do Senhor estão sobre os justos, e os seus ouvidos attentos ao seu clamor.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do Senhor está contra os que fazem o mal, para desarreigar da terra a memoria d'elles.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justos clamam, e o Senhor os ouve, e os livra de todas as suas angustias.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está o Senhor dos que teem o coração quebrantado, e salva os contritos de espirito.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são as afflicções do justo, mas o Senhor o livra de todas.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lhe guarda todos os seus ossos; nem sequer um d'elles se quebra.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malicia matará o impio, e os que aborrecem o justo serão desolados.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resgata a alma dos seus servos, e nenhum dos que n'elle confiam será desolado.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