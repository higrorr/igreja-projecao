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Livra-me, meu Deus, dos meus inimigos, defende-me d'aquelles que se levantam contra mim.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Livra-me dos que obram a iniquidade, e salva-me dos homens sanguinarios.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eis que põem ciladas á minha alma; os fortes se ajuntam contra mim, não por transgressão minha ou por peccado meu, ó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correm, e se preparam, sem culpa minha: desperta para me ajudares, e olha.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pois, ó Senhor, Deus dos Exercitos, Deus d'Israel, desperta para visitares todos os gentios: não tenhas misericordia de nenhum dos perfidos que obram a iniquidade (Selah).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Voltam á tarde: dão ganidos como cães, e rodeiam a cidade.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elles dão gritos com as suas boccas; espadas estão nos seus labios, porque dizem elles: Quem ouve?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tu, Senhor, te rirás d'elles: zombarás de todos os gentios.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da sua força eu te aguardarei; pois Deus é a minha alta defeza.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Deus da minha misericordia me prevenirá: Deus me fará ver o meu desejo sobre os meus inimigos.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os mates, para que o meu povo se não esqueça: espalha-os pelo teu poder, e abate-os, ó Senhor, nosso escudo.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peccado da sua bocca e pelas palavras dos seus labios fiquem presos na sua soberba, e pelas maldições e pelas mentiras que fallam.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Consome-os na tua indignação, consome-os, para que não existam, e para que saibam que Deus reina em Jacob até aos fins da terra (Selah).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tornem a vir á tarde, e dêem ganidos como cães, e cerquem a cidade.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Vagueiem para cima e para baixo por mantimento, e passem a noite sem se saciarem.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porém cantarei a tua força; pela manhã louvarei com alegria a tua misericordia; porquanto tu foste o meu alto refugio, e protecção no dia da minha angustia.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ó fortaleza minha, cantarei psalmos; porque Deus é a minha defeza e o Deus da minha misericordia.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