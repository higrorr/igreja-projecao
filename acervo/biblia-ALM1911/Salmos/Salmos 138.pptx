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louvarei, Senhor, de todo o meu coração: na presença dos deuses a ti cantarei louvores.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Inclinar-me-hei para o teu sancto templo, e louvarei o teu nome pela sua benignidade, e pela tua verdade: pois engrandeceste a tua palavra acima de todo o teu nome.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eu clamei, me escutaste; e alentaste com força a minha alma.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reis da terra te louvarão, ó Senhor, quando ouvirem as palavras da tua bocca;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cantarão os caminhos do Senhor; pois grande é a gloria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o Senhor é excelso, attende todavia para o humilde; mas ao soberbo conhece-o de longe.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Andando eu no meio da angustia, tu me reviverás: estenderás a tua mão contra a ira dos meus inimigos, e a tua dextra me salvará.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aprefeiçoará o que me toca; a tua benignidade, ó Senhor, dura para sempre; não desampares as obras das tuas mãos.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