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Eis-aqui, bemdizei ao Senhor todos vós, servos do Senhor, que assistis na casa do Senhor todas as noites.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 as vossas mãos no sanctuario, e bemdizei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que fez o céu e a terra, te abençõe desde Sião.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