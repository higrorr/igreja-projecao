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Senhor, porque elle é bom; porque a sua benignidade dura para sempre.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Deus dos deuses; porque a sua benignidade dura para sempre.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Senhor dos senhores; porque a sua benignidade dura para sempre.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só faz maravilhas; porque a sua benignidade dura para sempre.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por entendimento fez os céus, porque a sua benignidade dura para sempre.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estendeu a terra sobre as aguas; porque a sua benignidade dura para sempre.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fez os grandes luminares; porque a sua benignidade dura para sempre.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sol para governar de dia; porque a sua benignidade dura para sempre.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lua e as estrellas para presidirem á noite; porque a sua benignidade dura para sempre.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feriu o Egypto nos seus primogenitos; porque a sua benignidade dura para sempre.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tirou a Israel do meio d'elles; porque a sua benignidade dura para sempre.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mão forte, e com braço estendido; porque a sua benignidade dura para sempre.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dividiu o Mar Vermelho em duas partes; porque a sua benignidade dura para sempre.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passar Israel por meio d'elles; porque a sua benignidade dura para sempre.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derribou a Pharaó com o seu exercito no Mar Vermelho, porque a sua benignidade dura para sempre.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guiou o seu povo pelo deserto; porque a sua benignidade dura para sempre.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feriu os grandes reis; porque a sua benignidade dura para sempre.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matou reis famosos; porque a sua benignidade dura para sempre.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Sehon, rei dos amorrheos; porque a sua benignidade dura para sempre.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Og, rei de Basan; porque a sua benignidade dura para sempre.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a terra d'elles em herança; porque a sua benignidade dura para sempre.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mesmo em herança a Israel, seu servo; porque a sua benignidade dura para sempre.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 lembrou da nossa baixeza; porque a sua benignidade dura para sempre.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remiu dos nossos inimigos; porque a sua benignidade dura para sempre.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dá mantimento a toda a carne; porque a sua benignidade dura para sempre.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Louvae ao Deus dos céus; porque a sua benignidade dura para sempre.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