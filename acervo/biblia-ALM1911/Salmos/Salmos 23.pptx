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o meu pastor, nada me faltará.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Deitar-me faz em verdes pastos, guia-me mansamente a aguas mui quietas.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Refrigera a minha alma; guia-me pelas veredas da justiça, por amor do seu nome.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eu andasse pelo valle da sombra da morte, não temeria mal algum, porque tu estás comigo; a tua vara e o teu cajado me consolam.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Preparas uma mesa perante mim na presença dos meus inimigos, unges a minha cabeça com oleo, o meu calix trasborda.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que a bondade e a misericordia me seguirão todos os dias da minha vida: e habitarei na casa do Senhor por longos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