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Bemdize, ó alma minha ao Senhor, e tudo o que ha em mim, bemdiga o seu sancto nome.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Bemdize, ó alma minha, ao Senhor, e não te esqueças de nenhum de seus beneficios.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perdôa todas as tuas iniquidades, que sara todas as tuas enfermidades,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redime a tua vida da perdição; que te corôa de benignidade e de misericordia,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farta a tua bocca de bens, de sorte que a tua mocidade se renove como a da aguia.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faz justiça e juizo a todos os opprimidos.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conhecidos os seus caminhos a Moysés, e os seus feitos aos filhos d'Israel.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Misericordioso e piedoso é o Senhor; longanimo e grande em benignidade.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reprovará perpetuamente, nem para sempre reterá a sua ira.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nos tratou segundo os nossos peccados, nem nos recompensou segundo as nossas iniquidades.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assim como o céu está elevado acima da terra, assim é grande a sua misericordia para com os que o temem.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está longe o oriente do occidente, assim affasta de nós as nossas transgressões.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um pae se compadece de seus filhos, assim o Senhor se compadece d'aquelles que o temem.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elle conhece a nossa estructura, lembra-se de que somos pó.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ao homem, os seus dias são como a herva, como a flor do campo assim floresce.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Passando por ella o vento, logo se vae, e o seu logar não será mais conhecido.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misericordia do Senhor é desde a eternidade e até á eternidade sobre aquelles que o temem, e a sua justiça sobre os filhos dos filhos;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aquelles que guardam o seu concerto, e sobre os que se lembram dos seus mandamentos para os cumprirem.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tem estabelecido o seu throno nos céus, e o seu reino domina sobre tudo.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Bemdizei ao Senhor, todos os seus anjos, vós que excedeis em força, que guardaes os seus mandamentos, obedecendo á voz da sua palavra.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Bemdizei ao Senhor, todos os seus exercitos, vós, ministros seus, que executaes o seu beneplacito.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Bemdizei ao Senhor, todas as suas obras, em todos os logares do seu dominio; bemdize, ó alma minha,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