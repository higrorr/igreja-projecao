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levanto os meus olhos, ó tu que habitas nos céus.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os olhos dos servos attentam para as mãos dos seus senhores, e os olhos da serva para as mãos de sua senhora, assim os nossos olhos attentam para o Senhor nosso Deus, até que tenha piedade de nós.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piedade de nós, ó Senhor, tem piedade de nós, pois estamos assaz fartos de desprezo.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alma está extremamente cheia da zombaria d'aquelles que estão á sua vontade e com o desprezo dos soberbos.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