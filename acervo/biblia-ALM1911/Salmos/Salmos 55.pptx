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55:1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Inclina ó Deus os teus ouvidos á minha oração, e não te escondas da minha supplica.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55:2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Attende-me, e ouve-me: lamento na minha queixa, e faço ruido,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55:3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clamor do inimigo e por causa da oppressão do impio: pois lançou sobre mim a iniquidade, e com furor me aborrecem.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55:4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meu coração está dolorido dentro de mim, e terrores da morte cairam sobre mim.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55:5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Temor e tremor vieram sobre mim; e o horror me cobriu.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55:6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disse: Oh! quem me déra azas como de pomba! porque então voaria, e estaria em descanço.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55:7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fugiria para longe, e pernoitaria no deserto (Selah).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55:8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Apressar-me-hia a escapar da furia do vento e da tempestade.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55:9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Despedaça, Senhor, e divide as suas linguas, pois tenho visto violencia e contenda na cidade.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55:10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dia e de noite a cercam sobre os seus muros; iniquidade e malicia estão no meio d'ella.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55:11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Maldade ha dentro d'ella: astucia e engano não se apartam das suas ruas.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55:12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não era um inimigo que me affrontava: então eu o houvera supportado: nem era o que me aborrecia que se engrandecia contra mim, porque d'elle me teria escondido.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55:13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eras tu, homem meu egual, meu guia e meu intimo amigo.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55:14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Consultavamos juntos suavemente, e andavamos em companhia na casa de Deus.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55:15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morte os assalte, e vivos desçam ao inferno; porque ha maldade nas suas habitações e no meio d'elles.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55:16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eu invocarei a Deus, e o Senhor me salvará.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55:17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tarde e de manhã e ao meio dia orarei; e clamarei, e elle ouvirá a minha voz.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55:18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Livrou em paz a minha alma da peleja que havia contra mim; pois havia muitos comigo.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55:19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ouvirá, e os affligirá, Aquelle que preside desde a antiguidade (Selah), porque não ha n'elles nenhuma mudança, e portanto não temem a Deus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55:20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Elle poz as suas mãos n'aquelles que teem paz com elle: quebrou a sua alliança.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55:21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palavras da sua bocca eram mais macias do que a manteiga, mas havia guerra no seu coração: as suas palavras eram mais brandas do que o azeite: comtudo, eram espadas nuas.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55:22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Lança a tua carga sobre o Senhor, e elle te susterá: não permittirá nunca que o justo seja abalado.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55:23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tu, ó Deus, os farás descer ao poço da perdição; homens de sangue e de fraude não viverão metade dos seus dias; mas eu em ti confiarei.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