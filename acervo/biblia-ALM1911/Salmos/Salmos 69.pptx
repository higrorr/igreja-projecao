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Livra-me, ó Deus, pois as aguas entraram até á minha alma.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Atolei-me em profundo lamaçal, onde se não póde estar em pé; entrei na profundeza das aguas, onde a corrente me leva.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cançado de clamar; a minha garganta se seccou: os meus olhos desfallecem esperando o meu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que me aborrecem sem causa são mais do que os cabellos da minha cabeça; aquelles que procuram destruir-me, sendo injustamente meus inimigos, são poderosos: então restitui o que não furtei.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Deus, bem conheces a minha insipiencia; e os meus peccados não te são encobertos.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sejam envergonhados por minha causa aquelles que esperam em ti, ó Senhor, Senhor dos Exercitos; não sejam confundidos por minha causa aquelles que te buscam, ó Deus d'Israel.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amor de ti tenho supportado affrontas; a confusão cobriu o meu rosto.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Tenho-me tornado um estranho para com meus irmãos, e um desconhecido para com os filhos de minha mãe.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zelo da tua casa me devorou, e as affrontas dos que te affrontam cairam sobre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chorei, e castiguei com jejum a minha alma, isto se me tornou em affrontas.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Puz por vestido um sacco, e me fiz um proverbio para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que se assentam á porta fallam contra mim; e fui o cantico dos bebedores de bebida forte.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faço a minha oração a ti, Senhor, n'um tempo acceitavel: ó Deus, ouve-me segundo a grandeza da tua misericordia, segundo a verdade da tua salvação.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Tira-me do lamaçal, e não me deixes atolar; seja eu livre dos que me aborrecem, e das profundezas das aguas.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leve a corrente das aguas, e não me absorva ao profundo, nem o poço cerre a sua bocca sobre mim.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Ouve-me, Senhor, pois boa é a tua misericordia: olha para mim segundo a tua muitissima piedade.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escondas o teu rosto do teu servo, porque estou angustiado: ouve-me depressa.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Approxima-te da minha alma, e resgata-a; livra-me por causa dos meus inimigos.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tens conhecido a minha affronta, e a minha vergonha, e a minha confusão; diante de ti estão todos os meus adversarios.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Affrontas me quebrantaram o coração, e estou fraquissimo: esperei por alguem que tivesse compaixão, mas não houve nenhum; e por consoladores, mas não os achei.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Deram-me fel por mantimento, e na minha sêde me deram a beber vinagre.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Torne-se-lhes a sua mesa diante d'elles em laço e para sua recompensa em ruina.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Escureçam-se-lhes os seus olhos, para que não vejam, e faze com que os seus lombos tremam constantemente.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sobre elles a tua indignação, e prenda-os o ardor da tua ira.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Fique desolado o seu palacio; e não haja quem habite nas suas tendas.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perseguem áquelle a quem feriste, e conversam sobre a dôr d'aquelles a quem chagaste.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Accrescenta iniquidade á iniquidade d'elles, e não entrem na tua justiça.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riscados do livro dos vivos, e não sejam escriptos com os justos.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sou pobre, e estou triste: ponha-me a tua salvação, ó Deus, n'um alto retiro.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o nome de Deus com um cantico, e engrandecel-o-hei com acção de graças.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será mais agradavel ao Senhor do que o boi ou bezerro que tem pontas e unhas.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mansos verão isto, e se agradarão; o vosso coração viverá, pois que buscaes a Deus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ouve os necessitados, e não despreza os seus captivos.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Louvem-n'o os céus e a terra, os mares e tudo quanto n'elles se move.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salvará a Sião, e edificará as cidades de Judah, para que habitem n'ella e as possuam.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herdal-a-ha a semente de seus servos, e os que amam o seu nome habitarão n'ella.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