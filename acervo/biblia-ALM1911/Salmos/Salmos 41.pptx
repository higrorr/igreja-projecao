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é aquelle que attende ao pobre; o Senhor o livrará no dia do 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o livrará, e o conservará em vida; será abençoado na terra, e tu não o entregarás á vontade de seus inimigos.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o sustentará no leito da enfermidade; tu farás toda a sua cama na doença.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 eu: Senhor, tem piedade de mim; sára a minha alma, porque pequei contra 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inimigos fallam mal de mim, dizendo: Quando morrerá elle, e perecerá o seu nome?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algum d'elles vem ver-me, falla coisas vãs; no seu coração amontoa a maldade; saindo para fóra, falla d'ella.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me aborrecem murmuram á uma contra mim; contra mim imaginam o mal, dizendo: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má doença se lhe tem apegado; e, agora que está deitado, não se levantará mais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o meu proprio amigo intimo, em quem eu tanto confiava, que comia do meu pão, levantou contra mim o seu calcanhar.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tu, Senhor, tem piedade de mim, e levanta-me, para que eu lhes dê o pago.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isto conheço eu que tu me favoreces: que o meu inimigo não triumpha de mim.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a mim, tu me sustentas na minha sinceridade, e me pozeste diante da tua face para sempre.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Senhor Deus d'Israel, de seculo em seculo: Amen e Amen.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