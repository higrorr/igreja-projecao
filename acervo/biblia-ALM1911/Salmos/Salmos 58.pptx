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Acaso fallaes vós devéras, ó congregação, a justiça? Julgaes realmente, ó filhos dos homens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no coração obraes perversidades: sobre a terra pesaes a violencia das vossas mãos.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Alienam-se os impios desde a madre; andam errados desde que nasceram, fallando mentiras.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veneno é similhante ao veneno da serpente; são como a vibora surda que tapa os ouvidos,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não ouvir a voz dos encantadores, do encantador sabio em encantamentos.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quebra-lhes os dentes nas suas boccas; arranca, Senhor, os dentes queixaes aos filhos dos leões.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Escorram como aguas que correm constantemente; quando elle armar as suas frechas, fiquem feitos em pedaços.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lesma se derrete, assim se vá cada um d'elles, como o aborto d'uma mulher, que nunca viu o sol.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que as vossas panellas sintam os espinhos, elle os arrebatará na sua indignação como com um redemoinho.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justo se alegrará quando vir a vingança; lavará os seus pés no sangue do impio.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dirá o homem: Devéras ha uma recompensa para o justo; devéras ha um Deus que julga na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