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Abençoaste, Senhor, a tua terra: fizeste voltar o captiveiro de Jacob.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Perdoaste a iniquidade do teu povo: cobriste todos os seus peccados. (Selah)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Fizeste cessar toda a tua indignação: desviaste-te do ardor da tua ira.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Torna-nos a trazer, ó Deus da nossa salvação, e faze cessar a tua ira de sobre nós.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Acaso estarás sempre irado contra nós? ou estenderás a tua ira a todas as gerações?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tornarás a reviver-nos, para que o teu povo se alegre em ti?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Mostra-nos, Senhor, a tua misericordia, e concede-nos a tua salvação.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Escutarei o que Deus, o Senhor, fallar; porque fallará de paz ao seu povo, e aos sanctos para que não voltem á loucura.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que a salvação está perto d'aquelles que o temem, para que a gloria habite na nossa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misericordia e a verdade se encontraram: a justiça e a paz se beijaram.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verdade brotará da terra, e a justiça olhará desde os céus.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Senhor dará o que é bom, e a nossa terra dará o seu fructo.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justiça irá adiante d'elle, e a porá no caminho das suas pisadas.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