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Senhor, a justiça, attende ao meu clamor; dá ouvidos á minha oração, que não é feita com labios enganosos.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Saia o meu juizo de diante do teu rosto; attendam os teus olhos á razão.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Provaste o meu coração; visitaste-me de noite; examinaste-me, e nada achaste; propuz que a minha bocca não transgredirá.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trato dos homens, pela palavra dos teus labios me guardei das veredas do destruidor.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Dirige os meus passos nos teus caminhos, para que as minhas pégadas não vacillem.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invoquei, ó Deus, pois me queres ouvir; inclina para mim os teus ouvidos, e escuta as minhas palavras.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maravilhosas as tuas beneficencias, ó tu que livras aquelles que em ti confiam dos que se levantam contra a tua mão direita.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Guarda-me como á menina do olho, esconde-me debaixo da sombra das tuas azas,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impios que me opprimem, dos meus inimigos mortaes que me andam cercando.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gordura se encerram, com a bocca fallam soberbamente.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Teem-nos cercado agora nossos passos; e abaixaram os seus olhos para a terra;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Parecem-se com o leão que deseja arrebatar a sua preza, e com o leãosinho que se põe em esconderijos.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Senhor, detem-n'a, derriba-o, livra a minha alma do impio, com a espada tua,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homens que são a tua mão, Senhor, dos homens do mundo, cuja porção está n'esta vida, e cujo ventre enches do teu thesouro occulto: estão fartos de filhos e dão os seus sobejos ás suas creanças.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a mim, contemplarei a tua face na justiça; satisfazer-me-hei da tua similhança quando acordar.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