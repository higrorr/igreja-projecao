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estás ao longe, Senhor? Porque te escondes nos tempos de angustia?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impios na sua arrogancia perseguem furiosamente o miseravel; sejam apanhados nas ciladas que machinaram.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 impio gloria-se do desejo da sua alma; bemdiz ao avarento, e blasphema do Senhor.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altivez do seu rosto o impio não busca a Deus: todas as suas cogitações são que não ha Deus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caminhos atormentam sempre: os teus juizos estão longe da vista d'elle em grande altura, e despreza aos seus inimigos.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 em seu coração: Não serei commovido, porque nunca me verei na adversidade.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sua bocca está cheia d'inprecações, d'enganos e d'astucia; debaixo da sua lingua ha molestia e maldade.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Põe-se nas emboscadas das aldeias; nos logares occultos mata ao innocente; os seus olhos estão occultamente fitos contra o pobre.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Arma ciladas no esconderijo, como o leão no seu covil; arma ciladas para roubar ao miseravel; rouba ao miseravel, trazendo-o na sua rede.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Encolhe-se, abaixa-se, para que os pobres caiam em suas fortes garras.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 em seu coração: Deus esqueceu-se, cobriu o seu rosto, e nunca o verá.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Senhor: oh! Deus, levanta a tua mão; não te esqueças dos miseraveis.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blasphema o impio de Deus? dizendo no seu coração: Tu não o esquadrinharás?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o viste, porque attentas para o trabalho e enfado, para o entregar em tuas mãos; a ti o pobre se encommenda, tu és o auxilio do orphão.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Quebra o braço do impio e malvado; busca a sua impiedade, até que nenhuma encontres.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é Rei eterno; da sua terra perecerão os gentios.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tu ouviste os desejos dos mansos; confortarás os seus corações; os teus ouvidos estarão abertos para elles;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fazer justiça ao orphão e ao opprimido, afim de que o homem da terra não prosiga mais em usar da violencia.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