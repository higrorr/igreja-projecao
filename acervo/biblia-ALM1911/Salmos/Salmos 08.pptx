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nosso Senhor, quão admiravel é o teu nome em toda a terra, pois pozeste a tua gloria sobre os céus!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ordenaste força da bocca das creanças e dos que mamam, por causa dos teus inimigos, para fazer calar ao inimigo e ao vingador.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vejo os teus céus, obra dos teus dedos, a lua e as estrellas que preparaste;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homem mortal para que te lembres d'elle? e o filho do homem, para que o visites?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pouco menor o fizeste do que os anjos, e de gloria e de honra o coroaste.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Fazes com que elle tenha dominio sobre as obras das tuas mãos; tudo pozeste debaixo de seus pés: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ovelhas e bois, assim como os animaes do campo,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aves dos céus, e os peixes do mar, e tudo o que passa pelas veredas dos mares.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nosso Senhor, quão admiravel é o teu nome sobre toda a terra!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