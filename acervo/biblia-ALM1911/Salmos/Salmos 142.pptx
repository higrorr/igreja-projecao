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minha voz clamei ao Senhor, com a minha voz suppliquei ao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Derramei a minha queixa perante a sua face; expuz-lhe a minha angustia.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meu espirito estava angustiado em mim, então conheceste a minha vereda: no caminho em que eu andava, esconderam-me um laço.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Olhei para a minha direita, e vi; mas não havia quem me conhecesse: refugio me faltou, ninguem cuidou da minha alma.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Senhor, clamei; disse: Tu és o meu refugio, e a minha porção na terra dos viventes.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 ao meu clamor; porque estou muito abatido: livra-me dos meus perseguidores; porque são mais fortes do que 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 a minha alma da prisão, para que louve o teu nome; os justos me rodearão, pois me fizeste bem.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