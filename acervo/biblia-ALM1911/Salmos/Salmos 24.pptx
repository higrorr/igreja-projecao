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Senhor é a terra e a sua plenitude, o mundo e aquelles que n'elle habitam.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a fundou sobre os mares, e a firmou sobre os 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subirá ao monte do Senhor, ou quem estará no seu logar sancto?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é limpo de mãos e puro de coração, que não entrega a sua alma á vaidade, nem jura enganosamente,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receberá a benção do Senhor e a justiça do Deus da sua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geração d'aquelles que buscam, d'aquelles que buscam a tua face, ó Deus de Jacob (Selah).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Levantae, ó portas, as vossas cabeças; levantae-vos ó entradas eternas, e entrará o Rei da Gloria.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este Rei da Gloria? O Senhor forte e poderoso, o Senhor poderoso na guerra.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Levantae, ó portas, as vossas cabeças, levantae-vos ó entradas eternas, e entrará o Rei da Gloria.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este Rei da Gloria? O Senhor dos Exercitos, elle é o Rei da Gloria (Selah).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