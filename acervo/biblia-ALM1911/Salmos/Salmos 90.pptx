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tu tens sido o nosso refugio, de geração em geração.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que os montes nascessem, ou que tu formasses a terra e o mundo, mesmo de eternidade em eternidade, tu és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reduzes o homem á destruição; e dizes: Tornae-vos, filhos dos homens.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mil annos são aos teus olhos como o dia de hontem quando passou, e como a vigilia da noite.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os levas como com uma corrente d'agua: são como um somno: de manhã são como a herva que cresce.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madrugada floresce e se muda: á tarde se corta e se secca.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somos consumidos pela tua ira, e pelo teu furor somos angustiados.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Diante de ti pozeste as nossas iniquidades: os nossos peccados occultos á luz do teu rosto.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todos os nossos dias vão passando na tua indignação; passamos os nossos annos como um conto que se conta.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dias da nossa vida chegam a setenta annos, e se alguns pela sua robustez chegam a oitenta annos, o orgulho d'elles é canceira e enfado, pois cedo se corta e vamos voando.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conhece o poder da tua ira? segundo és tremendo, assim é o teu furor.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Ensina-nos a contar os nossos dias, de tal maneira que alcancemos corações sabios.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Volta-te para nós, Senhor: até quando? e aplaca-te para com os teus servos.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Farta-nos de madrugada com a tua benignidade, para que nos regozijemos, e nos alegremos todos os nossos dias.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Alegra-nos pelos dias em que nos affligiste, e pelos annos em que vimos o mal.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Appareça a tua obra aos teus servos, e a tua gloria sobre seus filhos.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seja sobre nós a formosura do Senhor, nosso Deus: e confirma sobre nós a obra das nossas mãos; sim, confirma a obra das nossas mãos.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