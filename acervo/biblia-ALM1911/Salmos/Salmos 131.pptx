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o meu coração não se elevou nem os meus olhos se levantaram: não me exercito em grandes materias, nem em coisas muito elevadas para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que me tenho portado e socegado como uma creança desmamada de sua mãe: a minha alma está como uma creança desmamada.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Espere Israel no Senhor, desde agora e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