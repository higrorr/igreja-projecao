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Disse: Guardarei os meus caminhos para não delinquir com a minha lingua: guardarei a bocca com um freio, emquanto o impio estiver diante de mim.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silencio fiquei mudo; calava-me mesmo ácerca do bem, e a minha dôr se aggravou.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Esquentou-se-me o coração dentro de mim; emquanto eu meditava se accendeu um fogo: então fallei com a minha lingua.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Faze-me conhecer, Senhor, o meu fim, e a medida dos meus dias qual é, para que eu sinta quanto sou fragil.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fizeste os meus dias como a palmos, o tempo da minha vida é como nada diante de ti; na verdade que todo o homem, por mais firme que esteja, é totalmente vaidade (Selah).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 que todo o homem anda como uma apparencia; na verdade que em vão se inquietam: amontoam riquezas, e não sabem quem as levará.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Senhor, que espero eu? A minha esperança está em 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Livra-me de todas as minhas transgressões; não me faças o opprobrio dos loucos.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Emmudeci: não abro a minha bocca, porquanto tu o fizeste.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 de sobre mim a tua praga; estou desfallecido pelo golpe da tua mão.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castigas o homem, por causa da iniquidade, com reprehensões, fazes com que a sua belleza se consuma como a traça: assim todo o homem é vaidade (Selah.)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Ouve, Senhor, a minha oração, e inclina os teus ouvidos ao meu clamor; não te cales perante as minhas lagrimas, porque sou estranho para ti e peregrino como todos os meus paes.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Poupa-me, até que tome alento, antes que me vá, e não seja mais.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