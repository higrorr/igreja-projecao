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ouve a minha oração, inclina os ouvidos ás minhas supplicas: escuta-me segundo a tua verdade, e segundo a tua justiça,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entres em juizo com o teu servo, porque á tua vista não se achará justo nenhum vivente.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inimigo perseguiu a minha alma; atropellou-me até ao chão; fez-me habitar na escuridão, como aquelles que morreram ha muito.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meu espirito se angustia em mim; e o meu coração em mim está desolado.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Lembro-me dos dias antigos; considero todos os teus feitos; medito na obra das tuas mãos.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Estendo para ti as minhas mãos; a minha alma tem sêde de ti, como terra sedenta (Selah).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Ouve-me depressa, ó Senhor; o meu espirito desmaia; não escondas de mim a tua face, para que não seja similhante aos que descem á cova.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Faze-me ouvir a tua benignidade pela manhã, pois em ti confio; faze-me saber o caminho que devo seguir, porque a ti levanto a minha alma.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Livra-me, ó Senhor, dos meus inimigos; fujo para ti, para me esconder.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Ensina-me a fazer a tua vontade, pois és o meu Deus: o teu Espirito é bom; guia-me por terra plana.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Vivifica-me, ó Senhor, por amor do teu nome; por amor da tua justiça, tira a minha alma da angustia.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tua misericordia desarreiga os meus inimigos, e destroe a todos os que angustiam a minha alma: pois sou teu servo.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