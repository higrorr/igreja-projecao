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Bemaventurado o homem que teme ao Senhor, que em seus mandamentos tem grande prazer.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semente será poderosa na terra: a geração dos rectos será abençoada.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Fazenda e riquezas haverá na sua casa, e a sua justiça permanece para sempre.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justos nasce luz nas trevas: elle é piedoso, misericordioso e justo.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bom se compadece, e empresta: disporá as suas coisas com juizo.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 nunca será commovido: o justo estará em memoria eterna.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temerá maus rumores: o seu coração está firme, confiando no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coração bem confirmado, elle não temerá, até que veja o seu desejo sobre os seus inimigos.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espalhou, deu aos necessitados: a sua justiça permanece para sempre, e a sua força se exaltará em gloria.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o verá, e se entristecerá: rangerá com os dentes, e se consumirá o desejo dos impios perecerá.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