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ti, Senhor, levanto a minha alma.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meu, em ti confio, não me deixes confundido, nem que os meus inimigos triumphem sobre mim.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Como, na verdade, não serão confundidos os que esperam em ti; confundidos serão os que transgridem sem causa.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Faz-me saber os teus caminhos, Senhor; ensina-me as tuas veredas.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Guia-me na tua verdade, e ensina-me, pois tu és o Deus da minha salvação; por ti estou esperando todo o dia.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Lembra-te, Senhor, das tuas misericordias e das tuas benignidades, porque são desde a eternidade.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lembres dos peccados da minha mocidade, nem das minhas transgressões: mas segundo a tua misericordia, lembra-te de mim, por tua bondade, Senhor.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Bom e recto é o Senhor: pelo que ensinará o caminho aos peccadores.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Guiará os mansos em direitura: e aos mansos ensinará o seu caminho.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veredas do Senhor são misericordia e verdade para aquelles que guardam o seu concerto e os seus testemunhos.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amor do teu nome, Senhor, perdoa a minha iniquidade, pois é grande.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é o homem que teme ao Senhor? elle o ensinará no caminho que deve escolher.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alma pousará no bem, e a sua semente herdará a terra.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segredo do Senhor é com aquelles que o temem; e elle lhes mostrará o seu concerto.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olhos estão continuamente no Senhor, pois elle tirará os meus pés da rede.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 para mim, e tem piedade de mim, porque estou solitario e afflicto.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ancias do meu coração se teem multiplicado: tira-me dos meus apertos.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 para a minha afflicção e para a minha dôr, e perdoa todos os meus peccados.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 para os meus inimigos, pois se vão multiplicando e me aborrecem com odio cruel.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 a minha alma, e livra-me; não me deixes confundido, porquanto confio em ti.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Guardem-me a sinceridade e a direitura, porquanto espero em ti.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Redime, ó Deus, a Israel de todas as suas angustias.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