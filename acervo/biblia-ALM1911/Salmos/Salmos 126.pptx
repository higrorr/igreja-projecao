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trouxe do captiveiro os que voltaram a Sião estavamos com os que sonham.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nossa bocca se encheu do riso e a nossa lingua de cantico: então se dizia entre as nações: Grandes coisas fez o Senhor a estes.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Grandes coisas fez o Senhor por nós, pelas quaes estamos alegres.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Traze-nos outra vez, ó Senhor, do captiveiro, como as correntes das aguas no sul.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semeiam em lagrimas segarão com alegria.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leva a preciosa semente, andando e chorando, voltará sem duvida com alegria, trazendo comsigo os seus molhos.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