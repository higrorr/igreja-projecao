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ouvidos ás minhas palavras, ó Senhor, entende a minha meditação.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 á voz do meu clamor, Rei meu e Deus meu, pois a ti orarei.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manhã ouvirás a minha voz, ó Senhor; pela manhã me apresentarei a ti, e vigiarei.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não és um Deus que tenha prazer na iniquidade, nem comtigo habitará o 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loucos não pararão á tua vista; aborreces a todos os que obram a maldade.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Destruirás aquelles que fallam a mentira; o Senhor aborrecerá o homem sanguinario e fraudulento.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entrarei em tua casa pela grandeza de tua benignidade; e em teu temor me inclinarei para o teu sancto templo.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guia-me na tua justiça, por causa dos meus inimigos: endireita diante de mim o teu caminho.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ha rectidão na bocca d'elles: as suas entranhas são verdadeiras maldades, a sua garganta é um sepulchro aberto; lisongeam com a sua lingua.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Declara-os culpados, ó Deus: caiam por seus proprios conselhos; lança-os fóra por causa da multidão de suas transgressões, pois se rebellaram contra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alegrem-se todos os que confiam em ti; exultem eternamente, porquanto tu os defendes; e em ti se gloriem os que amam o teu nome.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tu, Senhor, abençoarás ao justo; coroal-o-has com a tua benevolencia, como de um escudo.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