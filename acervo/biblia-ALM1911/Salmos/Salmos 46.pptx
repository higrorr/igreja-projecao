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o nosso refugio e fortaleza, soccorro bem presente na angustia.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não temeremos, ainda que a terra se mude, e ainda que os montes se transportem para o meio dos mares.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as aguas rujam e se perturbem, ainda que os montes se abalem pela sua braveza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 rio cujas correntes alegram a cidade de Deus, o sanctuario das moradas do Altissimo.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está no meio d'ella, não se abalará; Deus a ajudará ao romper da manhã.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nações se embraveceram; os reinos se moveram; elle levantou a sua voz e a terra se derreteu.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Exercitos está comnosco: o Deus de Jacob é o nosso refugio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contemplae as obras de Senhor; que desolações tem feito na terra!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faz cessar as guerras até ao fim da terra: quebra o arco e corta a lança; queima os carros no fogo.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Aquietae-vos, e sabei que eu sou Deus; serei exaltado entre as nações; serei exaltado sobre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Exercitos está comnosco: o Deus de Jacob é o nosso refugio (Selah).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