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Levantarei os meus olhos para os montes, de onde vem a minha salvação.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soccorro vem do Senhor, que fez o céu e 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deixará vacillar o teu pé: aquelle que te guarda não tosquenejará.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Eis-que não tosquenejará nem dormirá o guarda d'Israel.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quem te guarda: o Senhor é a tua sombra á tua direita.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não te molestará de dia nem a lua de noite.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guardará de todo o mal: guardará a tua alma.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guardará a tua entrada e a tua saida, desde agora e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