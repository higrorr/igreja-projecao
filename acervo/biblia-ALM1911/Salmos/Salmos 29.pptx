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Senhor, ó filhos dos poderosos, dae ao Senhor gloria e força.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 a gloria devida ao seu nome, adorae o Senhor na belleza da sanctidade.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se ouve sobre as suas aguas; o Deus da gloria troveja; o Senhor está sobre as muitas aguas,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é poderosa; a voz do Senhor é cheia de magestade.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quebra os cedros; sim, o Senhor quebra os cedros do Libano.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os faz saltar como um bezerro; ao Libano e Sirion, como novos unicornios.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separa as labaredas do fogo.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faz tremer o deserto; o Senhor faz tremer o deserto de Kades.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faz parir as cervas, e descobre as brenhas; e no seu templo cada um falla da sua gloria.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assentou sobre o diluvio; o Senhor se assenta como Rei, perpetuamente.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dará força ao seu povo; o Senhor abençoará o seu povo com paz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