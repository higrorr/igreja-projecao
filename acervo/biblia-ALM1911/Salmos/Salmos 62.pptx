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espera sómente em Deus: d'elle vem a minha salvação.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elle é a minha rocha e a minha salvação; é a minha defeza; não serei grandemente abalado.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maquinareis o mal contra um homem? sereis mortos todos vós, sereis como uma parede encurvada e um vallado bambaleante.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sómente consultam como o hão de derribar da sua excellencia: deleitam-se em mentiras; com a bocca bemdizem, mas nas suas entranhas maldizem (Selah).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minha alma, espera sómente em Deus, porque d'elle vem a minha esperança.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elle é a minha rocha e a minha salvação; é a minha defeza; não serei abalado.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Deus está a minha salvação e a minha gloria: a rocha da minha fortaleza, e o meu refugio estão em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Confiae n'elle, ó povo, em todos os tempos; derramae perante elle o vosso coração; Deus é o nosso refugio (Selah).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que os homens de classe baixa são vaidade, e os homens d'ordem elevada são mentira; pesados em balanças, elles juntos são mais leves do que a vaidade.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confieis na oppressão, nem vos ensoberbeçaes na rapina; se as vossas riquezas augmentam, não ponhaes n'ellas o coração.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fallou uma vez; duas vezes tenho ouvido isto: que o poder pertence a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tambem, Senhor, pertence a misericordia; pois retribuirás a cada um segundo a sua obra.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