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tu és o meu Deus, de madrugada te buscarei: a minha alma tem sêde de ti; a minha carne te deseja muito em uma terra secca e cançada, onde não ha agua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ver a tua fortaleza e a tua gloria, como te vi no sanctuario.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tua benignidade é melhor do que a vida; os meus labios te louvarão.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eu te bemdirei emquanto viver: em teu nome levantarei as minhas mãos.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se fartará, como de tutano e de gordura; e a minha bocca te louvará com alegres labios,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me lembrar de ti na minha cama, e meditar em ti nas vigilias da noite.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tu tens sido o meu auxilio; portanto na sombra das tuas azas me regozijarei.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alma te segue de perto: a tua dextra me sustenta.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aquelles que procuram a minha alma para a destruir, irão para as profundezas da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Cairão á espada, serão uma ração para as raposas.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rei se regozijará em Deus; qualquer que por elle jurar se gloriará; porque se taparão as boccas dos que fallam a mentira.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