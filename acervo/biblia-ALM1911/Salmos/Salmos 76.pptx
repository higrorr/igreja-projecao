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Conhecido é Deus em Judah: grande é o seu nome em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Salem está o seu tabernaculo, e a sua morada em Sião.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quebrou as frechas do arco; o escudo, e a espada e a guerra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mais illustre, ó glorioso, do que os montes de preza.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são ousados de coração são despojados; dormiram o seu somno, e nenhum dos homens de força achou as suas mãos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tua reprehensão, ó Deus de Jacob, carros e cavallos são lançados n'um somno profundo.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tu és terrivel; e quem subsistirá á tua vista, uma vez que te irares?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os céus fizeste ouvir o teu juizo; a terra tremeu e se aquietou,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Deus se levantou para fazer juizo, para livrar a todos os mansos da terra (Selah).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colera do homem redundará em teu louvor; o restante da colera tu o restringirás.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 votos, e pagae ao Senhor, vosso Deus: tragam presentes, os que estão em redor d'elle, áquelle que é tremendo.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ceifará o espirito dos principes: é tremendo para com os reis da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