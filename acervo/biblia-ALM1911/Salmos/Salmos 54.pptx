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Salva-me, ó Deus, pelo teu nome, e faze-me justiça pelo teu poder.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Deus, ouve a minha oração, inclina os teus ouvidos ás palavras da minha bocca.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estranhos se levantam contra mim, e tyrannos procuram a minha vida: não teem posto Deus perante os seus olhos (Selah).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Deus é o meu ajudador, o Senhor está com aquelles que susteem a minha alma.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recompensará com o mal aquelles que me andam espiando: destroe-os na tua verdade.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te offerecerei voluntariamente sacrificios, louvarei o teu nome ó Senhor, porque é bom.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me tem livrado de toda a angustia; e os meus olhos viram o meu desejo sobre os meus inimigos.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