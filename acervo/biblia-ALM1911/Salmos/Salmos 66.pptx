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Jubilae a Deus, todas as terras.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 gloria do seu nome; dae gloria ao seu louvor.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 a Deus: Quão terrivel és tu nas tuas obras! pela grandeza do teu poder se submetterão a ti os teus inimigos.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terra te adorará e te cantará louvores: elles cantarão o teu nome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e vêde as obras de Deus: é terrivel nos seus feitos para com os filhos dos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Converteu o mar em terra secca; passaram o rio a pé; ali nos alegrámos n'elle.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domina eternamente pelo seu poder: os seus olhos estão sobre as nações; não se exaltem os rebeldes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Bemdizei, povos, ao nosso Deus, e fazei ouvir a voz do seu louvor: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sustenta com vida a nossa alma, e não consente que sejam abalados os nossos pés.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ó Deus, nos provaste; tu nos afinaste como se afina a prata.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metteste na rede; affligiste os nossos lombos.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com que os homens cavalgassem sobre as nossas cabeças; passámos pelo fogo e pela agua; mas nos trouxeste a um logar copioso.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Entrarei em tua casa com holocaustos; pagar-te-hei os meus votos.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pronunciaram os meus labios, e fallou a minha bocca, quando estava na angustia.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Offerecer-te-hei holocaustos gordurosos com incenso de carneiros; offerecerei novilhos com cabritos (Selah).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e ouvi, todos os que temeis a Deus, e eu contarei o que elle tem feito á minha alma.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elle clamei com a minha bocca, e elle foi exaltado pela minha lingua.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attender á iniquidade no meu coração, o Senhor não me ouvirá;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 verdade, Deus me ouviu; attendeu á voz da minha oração.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Deus, que não rejeitou a minha oração, nem desviou de mim a sua misericordia.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