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Louvae, servos do Senhor, louvae o nome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bemdito o nome do Senhor, desde agora para sempre.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nascimento do sol até ao occaso, seja louvado o nome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Exaltado está o Senhor acima de todas as nações, e a sua gloria sobre 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como o Senhor nosso Deus, que habita nas alturas?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se abate, para vêr o que está nos céus e na terra!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o pobre do pó, e do monturo levanta o necessitado,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fazer assentar com os principes, mesmo com os principes do seu povo.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com que a mulher esteril habite na casa, e seja alegre mãe de filhos.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