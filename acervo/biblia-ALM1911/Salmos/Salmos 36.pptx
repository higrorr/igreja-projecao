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prevaricação do impio diz no intimo do seu coração: Não ha temor de Deus perante os seus olhos.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seus olhos se lisongeia, até que a sua iniquidade se descubra ser detestavel.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da sua bocca são malicia e engano: deixou de entender e de fazer o bem.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Projecta a malicia na sua cama; põe-se no caminho que não é bom: não aborrece o 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misericordia, Senhor, está nos céus, e a tua fidelidade chega até ás mais excelsas nuvens.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justiça é como as grandes montanhas; os teus juizos são um grande abysmo; Senhor, tu conservas os homens e os animaes.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preciosa é, ó Deus, a tua benignidade, pelo que os filhos dos homens se abrigam á sombra das tuas azas.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se fartarão da gordura da tua casa, e os farás beber da corrente das tuas delicias;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ti está o manancial da vida; na tua luz veremos a luz.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 a tua benignidade sobre os que te conhecem, e a tua justiça sobre os rectos de coração.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venha sobre mim o pé dos soberbos, e não me mova a mão dos impios.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caem os que obram a iniquidade; cairão, e não se poderão levantar.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