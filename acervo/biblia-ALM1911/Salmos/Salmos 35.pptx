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Pleiteia, Senhor, com aquelles que pleiteiam comigo: peleja contra os que pelejam contra mim.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Pega do escudo e da rodela, e levanta-te em minha ajuda.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da lança e obstroe o caminho aos que me perseguem; dize á minha alma: Eu sou a tua salvação.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Sejam confundidos e envergonhados os que buscam a minha vida: voltem atraz e envergonhem-se os que contra mim tentam 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Sejam como moinho perante o vento, o anjo do Senhor os faça fugir.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o seu caminho tenebroso e escorregadio, e o anjo do Senhor os persiga.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sem causa encobriram de mim a rede na cova, a qual sem razão cavaram para a minha alma.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Sobrevenha-lhe destruição sem o saber, e prenda-o a rede que occultou; caia elle n'essa mesma destruição.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minha alma se alegrará no Senhor; alegrar-se-ha na sua salvação.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meus ossos dirão: Senhor, quem é como tu, que livras o pobre d'aquelle que é mais forte do que elle? sim, o pobre e o necessitado d'aquelle que o rouba.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Falsas testemunhas se levantaram: depozeram contra mim coisas que eu não sabia.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Tornaram-me o mal pelo bem, roubando a minha alma.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quanto a mim, quando estavam enfermos, o meu vestido era o sacco; humilhava a minha alma com o jejum, e a minha oração voltava para o meu seio.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Portava-me como se elle fôra meu irmão ou amigo; andava lamentando e muito encurvado, como quem chora por sua mãe.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elles com a minha adversidade se alegravam e se congregavam: os objectos se congregavam contra mim, e eu não o sabia; rasgavam-me, e não cessavam.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hypocritas zombadores nas festas, rangiam os dentes contra mim.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até quando verás isto? resgata a minha alma das suas assolações, e a minha predilecta dos leões,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Louvar-te-hei na grande congregação: entre muitissimo povo te celebrarei.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alegrem os meus inimigos de mim sem razão, nem acenem com os olhos aquelles que me aborrecem sem causa.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não fallam de paz; antes projectam enganar os quietos da terra.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Abrem a bocca de par em par contra mim, e dizem: Ólá, Ólá! os nossos olhos o viram.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Senhor, o tens visto, não te cales: Senhor, não te alongues de mim;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Desperta e acorda para o meu julgamento, para a minha causa, Deus meu, e Senhor meu.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Julga-me segundo a tua justiça, Senhor Deus meu, e não deixes que se alegrem de mim.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digam em seus corações: Eia, sus, alma nossa: não digam: Nós o havemos devorado.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Envergonhem-se e confundam-se á uma os que se alegram com o meu mal; vistam-se de vergonha e de confusão os que se engrandecem contra mim.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Cantem e alegrem-se os que amam a minha justiça, e digam continuamente: O Senhor seja engrandecido, o qual ama a prosperidade do seu servo.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a minha lingua fallará da tua justiça e do teu louvor todo o dia.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