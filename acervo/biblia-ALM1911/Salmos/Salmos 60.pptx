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Deus, tu nos rejeitaste, tu nos espalhaste, tu te indignaste; oh, volta-te para nós.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Abalaste a terra, e a fendeste; sara as suas fendas, pois ella treme.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Fizeste ver ao teu povo coisas arduas; fizeste-nos beber o vinho da perturbação.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Déste um estandarte aos que te temem, para arvorarem no alto, por causa da verdade (Selah).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os teus amados sejam livres, salva-nos com a tua dextra, e ouve-nos;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fallou na sua sanctidade: Eu me regozijarei, repartirei a Sichem e medirei o valle de Succoth.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é Galaad, e meu é Manasseh; Ephraim é a força da minha cabeça; Judah é o meu legislador.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Moab é o meu vaso de lavar; sobre Edom lançarei o meu sapato; alegra-te, ó Palestina, por minha causa.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me conduzirá á cidade forte? Quem me guiará até Edom?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serás tu, ó Deus, que nos tinhas rejeitado? tu, ó Deus, que não saiste com os nossos exercitos?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Dá-nos auxilio na angustia, porque vão é o soccorro do homem.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60:12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Deus faremos proezas; porque elle é que pisará os nossos inimigos.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