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reina; tremam as nações: está assentado entre os cherubins; commova-se 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grande em Sião, e mais alto do que todas as 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o teu nome, grande e tremendo, pois é sancto.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poder do Rei ama o juizo: tu firmas a equidade, fazes juizo e justiça em Jacob.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Exaltae ao Senhor nosso Deus, e prostrae-vos diante do escabello de seus pés, pois é sancto.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 e Aarão, entre os seus sacerdotes, e Samuel entre os que invocam o seu nome, clamavam ao Senhor, e Elle os ouvia.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columna de nuvem lhes fallava: elles guardavam os seus testemunhos, e os estatutos que lhes dera.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escutaste, Senhor nosso Deus: tu foste um Deus que lhes perdoaste, ainda que tomaste vingança dos seus feitos.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Exaltae ao Senhor nosso Deus e adorae-o no seu monte sancto, pois o Senhor nosso Deus é sancto.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