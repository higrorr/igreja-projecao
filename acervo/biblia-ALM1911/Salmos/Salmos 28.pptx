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clamarei, ó Senhor, Rocha minha; não emmudeças para comigo: se te calares para comigo, fique eu similhante aos que descem ao abysmo.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voz das minhas supplicas, quando a ti clamar, quando levantar as minhas mãos para o teu sancto oraculo.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arremesses com os impios e com os que obram a iniquidade; que fallam de paz ao seu proximo, mas teem mal nos seus corações.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segundo as suas obras e segundo a malicia dos seus esforços; dá-lhes conforme a obra das suas mãos; torna-lhes a sua recompensa.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attendem ás obras do Senhor, nem á obra das suas mãos; pelo que elle os derribará e não os reedificará.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porque ouviu a voz das minhas supplicas.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minha força e o meu escudo; n'elle confiou o meu coração, e fui soccorrido: pelo que o meu coração salta de prazer, e com o meu canto o louvarei.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força d'elles: tambem é a força salvadora do seu ungido.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 o teu povo, e abençoa a tua herança; e apascenta-os e exalta-os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