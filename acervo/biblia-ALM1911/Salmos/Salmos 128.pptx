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aquelle que teme ao Senhor e anda nos seus caminhos.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comerás do trabalho das tuas mãos: feliz serás, e te irá bem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mulher será como a videira fructifera aos lados da tua casa, os teus filhos como plantas de oliveira á roda da tua mesa.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assim será abençoado o homem que teme ao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 abençoará desde Sião, e tu verás os bens de Jerusalem em todos os dias da tua vida.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verás os filhos de teus filhos, e a paz sobre 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