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124:1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não fôra o Senhor, que esteve ao nosso lado, ora diga Israel;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124:2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não fôra o Senhor, que esteve ao nosso lado, quando os homens se levantaram contra nós,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124:3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Elles então nos teriam engulido vivos, quando a sua ira se accendesse contra nós.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124:4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as aguas teriam trasbordado sobre nós, e a corrente teria passado sobre a nossa alma;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124:5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as aguas altivas teriam passado sobre a nossa alma.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124:6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Bemdito seja o Senhor, que não nos deu por preza aos seus dentes.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124:7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nossa alma escapou, como um passaro do laço dos passarinheiros; o laço quebrou-se, e nós escapámos.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124:8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nosso soccorro está no nome do Senhor, que fez o céu e a terra.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