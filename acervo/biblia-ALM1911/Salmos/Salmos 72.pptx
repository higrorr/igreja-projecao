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dá ao rei dos teus juizos, e a tua justiça ao filho do 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julgará ao teu povo com justiça, e aos teus pobres com juizo.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trarão paz ao povo e os outeiros com justiça.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Julgará os afflictos do povo, salvará os filhos do necessitado, e quebrantará o oppressor.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Temer-te-hão emquanto durar o sol e a lua, de geração em geração.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descerá como a chuva sobre a herva ceifada, como os chuveiros que humedecem a terra.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dias florescerá o justo, e abundancia de paz emquanto durar a lua.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Dominará de mar a mar, e desde o rio até ás extremidades da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Aquelles que habitam no deserto se inclinarão ante elle, e os seus inimigos lamberão o pó.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reis de Tarsis e das ilhas trarão presentes; os reis de Sheba e de Saba offerecerão dons.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reis se prostrarão perante elle; todas as nações o servirão.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livrará ao necessitado quando clamar, como tambem ao afflicto e ao que não tem quem o ajude.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Compadecer-se-ha do pobre e do afflicto, e salvará as almas dos necessitados.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Libertará as suas almas do engano e da violencia, e precioso será o seu sangue aos olhos d'elle.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viverá, e se lhe dará do oiro de Sheba; e continuamente se fará por elle oração; e todos os dias o bemdirão.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Haverá um punhado de trigo em terra sobre as cabeças dos montes; o seu fructo se abalará como o Libano, e os da cidade florescerão como a herva da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nome permanecerá eternamente; o seu nome se irá propagando de paes a filhos emquanto o sol durar, e os homens serão abençoados n'elle; todas as nações lhe chamarão bemaventurado.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 Deus, o Deus d'Israel, que só elle faz maravilhas.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bemdito seja para sempre o seu nome glorioso; e encha-se toda a terra da sua gloria. Amen e Amen.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acabam as orações de David, filho de Jessé.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