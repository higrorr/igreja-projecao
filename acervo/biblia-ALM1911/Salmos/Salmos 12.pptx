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Salva-nos, Senhor, porque faltam os homens bons; porque são poucos os fieis entre os filhos dos homens.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um falla a falsidade ao seu proximo: fallam com labios lisongeiros e coração dobrado.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cortará todos os labios lisongeiros e a lingua que falla soberbamente.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dizem: Com a nossa lingua prevaleceremos: são nossos os beiços; quem é o Senhor sobre nós?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oppressão dos miseraveis, pelo gemido dos necessitados me levantarei agora, diz o Senhor; porei em salvo aquelle para quem elles assopram.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 Senhor são palavras puras, como prata refinada em fornalha de barro, purificada sete vezes.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guardarás, Senhor; d'esta geração os livrarás para sempre.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impios andam cercando, emquanto os mais vis dos filhos dos homens são exaltados.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