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porque elle é bom, porque a sua benignidade dura para sempre.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Digam-n'o os remidos do Senhor, os que remiu da mão do inimigo,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congregou das terras do oriente e do occidente, do norte e do sul.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Andaram desgarrados pelo deserto, por caminhos solitarios; não acharam cidade para habitarem.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Famintos e sedentos, a sua alma n'elles desfallecia.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clamaram ao Senhor na sua angustia, e os livrou das suas necessidades.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levou por caminho direito, para irem a uma cidade de habitação.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ao Senhor pela sua bondade, e pelas suas maravilhas para com os filhos dos homens.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fartou a alma sedenta, e encheu de bondade a alma faminta.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como a que se assenta nas trevas e sombra da morte, presa em afflicção e em ferro;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se rebellaram contra as palavras de Deus, e desprezaram o conselho do Altissimo,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lhes abateu o coração com trabalho; tropeçaram, e não houve quem os ajudasse.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clamaram ao Senhor na sua angustia, e os livrou das suas necessidades.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Tirou-os das trevas e sombra da morte; e quebrou as suas prisões.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ao Senhor pela sua bondade, e pelas suas maravilhas para com os filhos dos homens.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quebrou as portas de bronze; e despedaçou os ferrolhos de ferro.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loucos, por causa da sua transgressão, e por causa das suas iniquidades, são afflictos.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alma aborreceu toda a comida, e chegaram até ás portas da morte.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clamaram ao Senhor na sua angustia: e elle os livrou das suas necessidades.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a sua palavra, e os sarou; e os livrou da sua destruição.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ao Senhor pela sua bondade, e pelas suas maravilhas para com os filhos dos homens.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offereçam os sacrificios de louvor, e relatem as suas obras com regozijo.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descem ao mar em navios, mercando nas grandes aguas,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Esses vêem as obras do Senhor, e as suas maravilhas no profundo.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elle manda, e se levanta o vento tempestuoso, que eleva as suas ondas.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Sobem aos céus; descem aos abysmos, e a sua alma se derrete em angustias.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Andam e cambaleam como ebrios, e perderam todo o tino.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clamam ao Senhor na sua angustia; e elle os livra das suas necessidades.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cessar a tormenta, e calam-se as suas ondas.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alegram, porque se aquietaram; assim os leva ao seu porto desejado.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ao Senhor pela sua bondade, e pelas suas maravilhas para com os filhos dos homens.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Exaltem-n'o na congregação do povo, e glorifiquem-n'o na assembléa dos anciãos.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converte os rios em um deserto, e as fontes em terra sedenta: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fructifera em esteril, pela maldade dos que n'ella habitam.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 o deserto em lagoa, e a terra secca em fontes.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 habitar ali os famintos, para que edifiquem cidade para habitação;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semeiam os campos e plantam vinhas, que produzem fructo abundante.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abençoa, de modo que se multiplicam muito; e o seu gado não diminue.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se diminuem e se abatem, pela oppressão, afflicção e tristeza.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o desprezo sobre os principes, e os faz andar desgarrados pelo deserto, onde não ha caminho.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livra ao necessitado da oppressão em um logar alto, e multiplica as familias como rebanhos.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rectos o verão, e se alegrarão, e toda a iniquidade tapará a bocca.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sabio observará estas coisas, e elles comprehenderão as benignidades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