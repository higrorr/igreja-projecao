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Faze-me justiça, ó Deus, e pleiteia a minha causa contra a gente impia: livra-me do homem fraudulento e injusto.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 és o Deus da minha fortaleza; porque me rejeitas? porque ando lamentando por causa da oppressão do inimigo?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 a tua luz e a tua verdade, para que me guiem e me levem ao teu sancto monte, e aos teus tabernaculos.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irei ao altar de Deus, a Deus, que é a minha grande alegria, e com harpa te louvarei, ó Deus, Deus meu.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estás abatida, ó alma minha? e porque te perturbas dentro de mim? Espera em Deus, pois ainda o louvarei, o qual é a salvação da minha face e Deus meu.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