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poderoso, o Senhor, fallou e chamou a terra desde o nascimento do sol até ao seu occaso.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Sião, a perfeição da formosura, resplandeceu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o nosso Deus, e não se calará; um fogo se irá consumindo diante d'elle, e haverá grande tormenta ao redor d'elle.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Chamará os céus lá do alto, e a terra, para julgar o seu povo.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Ajuntae-me os meus sanctos, aquelles que fizeram comigo um concerto com sacrificios.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céus annunciarão a sua justiça; pois Deus mesmo é o Juiz (Selah).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povo meu, e eu fallarei; Ó Israel, e eu protestarei contia ti: Sou Deus, sou o teu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reprehenderei pelos teus sacrificios, ou holocaustos, que estão continuamente perante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tua casa não tirarei bezerro nem bodes dos teus curraes.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meu é todo o animal da selva, e o gado sobre milhares de montanhas.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Conheço todas as aves dos montes; e minhas são todas as feras do campo.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eu tivesse fome, não t'o diria, pois meu é o mundo e toda a sua plenitude.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Comerei eu carne de toiros? ou beberei sangue de bodes?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Offerece a Deus sacrificio de louvor, e paga ao Altissimo os teus votos.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invoca-me no dia da angustia: eu te livrarei, e tu me glorificarás.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 impio diz Deus: Que fazes tu em recitar os meus estatutos, e em tomar o meu concerto na tua bocca?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aborreces a correcção, e lanças as minhas palavras para detraz de ti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vês o ladrão, consentes com elle, e tens a tua parte com adulteros.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Soltas a tua bocca para o mal, e a tua lingua compõe o engano.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Assentas-te a fallar contra teu irmão; fallas mal contra o filho de tua mãe.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tens feito, e eu me calei; pensavas que era tal como tu; mas eu te arguirei, e as porei por ordem diante dos teus olhos.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pois isto, vós que vos esqueceis de Deus; para que vos não faça em pedaços, sem haver quem vos livre.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offerece o sacrificio de louvor me glorificará; e áquelle que bem ordena o seu caminho eu mostrarei a salvação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