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varão que não anda no conselho dos impios, nem está no caminho dos peccadores, nem se assenta no assento dos escarnecedores.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tem o seu prazer na lei do Senhor, e na sua lei medita de dia e de noite.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será como a arvore plantada junto a ribeiros de aguas, que dá o seu fructo no seu tempo; as suas folhas não cairão, e tudo quanto fizer prosperará.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são assim os impios: mas são como a moinha que o vento espalha.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impios não subsistirão no juizo, nem os peccadores na congregação dos justos.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conhece o caminho dos justos; porém o caminho dos impios perecerá.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