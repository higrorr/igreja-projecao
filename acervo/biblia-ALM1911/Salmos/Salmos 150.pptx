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Louvae a Deus no seu sanctuario, louvae-o no firmamento do seu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 pelos seus actos poderosos, louvae-o conforme a excellencia da sua grandeza.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 com o som de trombeta, louvae-o com o psalterio e a harpa.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 com o adufe e a flauta, louvae-o com instrumento de cordas e com orgãos.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 com os cymbalos sonoros, louvae-o com cymbalos altisonantes.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tem folego louve ao Senhor. Louvae ao Senhor.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