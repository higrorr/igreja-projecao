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Cantarei a misericordia e o juizo: a ti, Senhor, cantarei.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Portar me-hei com intelligencia no caminho recto. Quando virás a mim? Andarei em minha casa com um coração sincero.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porei coisa má diante dos meus olhos: aborreço a obra d'aquelles que se desviam; não se me pegará a mim.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coração perverso se apartará de mim: não conhecerei o homem mau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murmura do seu proximo ás escondidas, eu o destruirei: aquelle que tem olhar altivo, e coração soberbo, não soffrerei.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olhos estarão sobre os fieis da terra, para que se assentem comigo: o que anda n'um caminho recto esse me servirá.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usa de engano não ficará dentro da minha casa: o que falla mentiras não está firme perante os meus olhos.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manhã destruirei todos os impios da terra, para desarreigar da cidade do Senhor todos os que obram a iniquidade.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