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te oiça no dia da angustia, o nome do Deus de Jacob te proteja.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Envie-te soccorro desde o seu sanctuario, e te sustenha desde Sião.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Lembre-se de todas as tuas offertas, e acceite os teus holocaustos (Selah).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Conceda-te conforme ao teu coração, e cumpra todo o teu conselho.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nos alegraremos pela tua salvação, e em nome do nosso Deus arvoraremos pendões; cumpra o Senhor todas as tuas petições.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sei que o Senhor salva ao seu ungido: elle o ouvirá desde o seu sancto céu, com a força salvadora da sua mão direita.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Uns confiam em carros e outros em cavallos, mas nós faremos menção do nome do Senhor nosso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Uns encurvam-se e caem, mas nós nos levantamos e estamos de pé.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20:9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Salva-nos, Senhor, oiça-nos o Rei quando clamarmos.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