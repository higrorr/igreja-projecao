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fundamento está nos montes sanctos.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ama as portas de Sião, mais do que todas as habitações de Jacob.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Coisas gloriosas se dizem de ti, ó cidade de Deus. (Selah)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 menção de Rahab e de Babylonia áquelles que me conhecem: eis-*que da Philisteia, e de Tyro, e da Ethiopia, se dirá: Este homem nasceu ali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Sião se dirá: Este e aquelle nasceu ali; e o mesmo Altissimo a estabelecerá.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contará na descripção dos povos que este homem nasceu ali. (Selah)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os cantores e tocadores de instrumentos estarão lá, todas as minhas fontes estão dentro de ti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