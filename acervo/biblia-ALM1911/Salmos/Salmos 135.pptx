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Senhor. Louvae o nome do Senhor; louvae-o, servos do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que assistis na casa do Senhor, nos atrios da casa do nosso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Senhor, porque o Senhor é bom: cantae louvores ao seu nome, porque é agradavel.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escolheu para si a Jacob, e a Israel para seu proprio thesouro.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conheço que o Senhor é grande e que o nosso Deus está acima de todos os deuses.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o que o Senhor quiz fez, nos céus e na terra, nos mares e em todos os abysmos.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 subir os vapores das extremidades da terra; faz os relampagos para a chuva; produz os ventos dos seus thesouros.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feriu os primogenitos do Egypto, desde os homens até ás bestas.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enviou signaes e prodigios no meio de ti, ó Egypto, contra Pharaó e contra os seus servos.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feriu muitas nações, e matou poderosos reis;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Sehon, rei dos amorrheos, e a Og, rei de Basan, e a todos os reinos de Canaan.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a sua terra em herança, em herança a Israel, seu povo.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nome, ó Senhor, dura perpetuamente; e a tua memoria, ó Senhor, de geração em geração.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Senhor julgará o seu povo, e se arrependerá com respeito aos seus servos.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idolos das nações são prata e oiro, obra das mãos dos homens.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Teem bocca, mas não fallam; teem olhos, e não vêem.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Teem ouvidos, mas não ouvem, nem ha respiro algum nas suas boccas.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Similhantes a elles se tornem os que os fazem, e todos os que confiam n'elles.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Casa d'Israel, bemdizei ao Senhor; casa d'Aarão bemdizei ao Senhor.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Casa de Levi, bemdizei ao Senhor: vós, os que temeis ao Senhor, louvae ao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seja o Senhor desde Sião, que habita em Jerusalem. Louvae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