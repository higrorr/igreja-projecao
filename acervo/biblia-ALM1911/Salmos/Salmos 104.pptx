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Bemdize, ó alma minha, ao Senhor: Senhor Deus meu, tu és magnificentissimo, estás vestido de gloria e de magestade.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se cobre de luz como de um vestido, estende os céus como uma cortina.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Põe nas aguas as vigas das suas camaras; faz das nuvens o seu carro, anda sobre as azas do vento.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dos seus anjos espiritos, dos seus ministros um fogo abrazador.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Lançou os fundamentos da terra, para que não vacille em tempo algum.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a cobres com o abysmo, como com um vestido: as aguas estavam sobre os montes.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 tua reprehensão fugiram: á voz do teu trovão se apressaram.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Sobem aos montes, descem aos valles, até ao logar que para ellas fundaste.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Termo lhes pozeste, que não ultrapassarão, para que não tornem mais a cobrir a terra.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que fazes sair as fontes nos valles, as quaes correm entre os montes.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Dão de beber a todo o animal do campo; os jumentos montezes matam a sua sêde.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d'ellas as aves do céu terão a sua habitação, cantando entre os ramos.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Elle rega os montes desde as suas camaras: a terra se farta do fructo das suas obras.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Faz crescer a herva para as bestas, e a verdura para o serviço do homem, para fazer sair da terra o pão,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vinho que alegra o coração do homem, e o azeite que faz reluzir o seu rosto, e o pão que fortalece o coração do homem.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arvores do Senhor fartam-se de seiva, os cedros do Libano que elle plantou,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 as aves se aninham: emquanto á cegonha, a sua casa é nas faias.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altos montes são um refugio para as cabras montezes, e as rochas para os coelhos.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Designou a lua para as estações: o sol conhece o seu occaso.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Ordenas a escuridão, e faz-se noite, na qual saem todos os animaes da selva.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leõesinhos bramam pela preza, e de Deus buscam o seu sustento.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Nasce o sol e logo se acolhem, e se deitam nos seus covis.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sae o homem á sua obra e ao seu trabalho, até á tarde.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Senhor, quão variadas são as tuas obras! todas as coisas fizeste com sabedoria; cheia está a terra das tuas riquezas.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é este mar grande e muito espaçoso, onde ha reptis sem numero, animaes pequenos e grandes.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Ali andam os navios; e o leviathan que formaste para n'elle folgar.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esperam de ti, que lhes dês o seu sustento em tempo opportuno.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Dando-lh'o tu, elles o recolhem; abres a tua mão, e se enchem de bens.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Escondes o teu rosto, e ficam perturbados: se lhes tiras o folego, morrem, e voltam para o seu pó.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Envias o teu Espirito, e são creados, e assim renovas a face da terra.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gloria do Senhor durará para sempre: o Senhor se alegrará nas suas obras.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Olhando elle para a terra, ella treme; tocando nos montes, logo fumegam.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Cantarei ao Senhor emquanto eu viver; cantarei louvores ao meu Deus, emquanto eu tiver existencia.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meditação ácerca d'elle será suave: eu me alegrarei no Senhor.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104:35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Desçam da terra os peccadores, e os impios não sejam mais. Bemdize, ó alma minha, ao Senhor. Louvae ao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