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bom e quão suave é que os irmãos habitem em união.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como o oleo precioso sobre a cabeça, que desce sobre a barba, a barba, d'Aarão, e que desce á orla dos seus vestidos.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orvalho de Hermon e como o que desce sobre os montes de Sião, porque ali o Senhor ordena a benção e vida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