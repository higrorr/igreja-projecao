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Senhor. Ó alma minha, louva ao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Louvarei ao Senhor durante a minha vida; cantarei louvores ao meu Deus emquanto eu fôr vivo.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confieis em principes, nem no filho do homem, em quem não ha salvação.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Sae-lhe o espirito, volta para a terra: n'aquelle mesmo dia perecem os seus pensamentos.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aquelle que tem o Deus de Jacob por seu auxilio, e cuja esperança está posta no Senhor seu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fez os céus e a terra, o mar e tudo quanto ha n'elles, e o que guarda a verdade para sempre;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faz justiça aos opprimidos, o que dá pão aos famintos. O Senhor solta os encarcerados.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abre os olhos aos cegos: O Senhor levanta os abatidos: o Senhor ama os justos.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guarda os estrangeiros: sustem o orphão e a viuva, mas transtorna o caminho dos impios.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reinará eternamente; o teu Deus, ó Sião, é de geração em geração. Louvae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