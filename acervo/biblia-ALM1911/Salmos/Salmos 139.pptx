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tu me sondaste, e me conheces.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sabes o meu assentar e o meu levantar: de longe entendes o meu pensamento.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Cercas o meu andar, e o meu deitar; e conheces todos os meus caminhos.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havendo ainda palavra alguma na minha lingua, eis que logo, ó Senhor, tudo conheces.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me cercaste por detraz e por diante; e pozeste sobre mim a tua mão.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Tal sciencia é para mim maravilhosissima; tão alta que não a posso attingir.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onde me irei do teu Espirito, ou para onde fugirei da tua face?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subir ao céu, lá tu estás: se fizer no inferno a minha cama, eis que tu ali estás tambem.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tomar as azas da alva, se habitar nas extremidades do mar,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ali a tua mão me guiará e a tua dextra me susterá.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disser: Decerto que as trevas me encobrirão; então a noite será luz á roda de mim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ainda as trevas me encobrem de ti: mas a noite resplandece como o dia; as trevas e a luz são para ti a mesma coisa.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possuiste os meus rins; cobriste-me no ventre de minha mãe.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 louvarei, porque de um modo terrivel, e tão maravilhoso fui feito; maravilhosas são as tuas obras, e a minha alma o sabe muito bem.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meus ossos não te foram encobertos, quando no occulto fui feito, e entretecido nas profundezas da terra.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teus olhos viram o meu corpo ainda informe; e no teu livro todas estas coisas foram escriptas; as quaes em continuação foram formadas, quando nem ainda uma d'ellas havia.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quão preciosos me são, ó Deus, os teus pensamentos! Quão grandes são as sommas d'elles!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as contasse, seriam em maior numero do que a areia: quando acordo ainda estou comtigo.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Deus, tu matarás decerto o impio: apartae-vos portanto de mim, homens de sangue.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fallam malvadamente contra ti; e os teus inimigos tomam o teu nome em vão.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aborreço eu, ó Senhor, aquelles que te aborrecem, e não me afflijo por causa dos que se levantam contra ti?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Aborreço-os com odio perfeito: tenho-os por inimigos.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Sonda-me, ó Deus, e conhece o meu coração: prova-me, e conhece os meus pensamentos.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vê se ha em mim algum caminho mau, e guia-me pelo caminho eterno.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