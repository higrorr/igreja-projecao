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4:1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Ouve-me; quando eu clamo, ó Deus da minha justiça, na angustia me déste largueza; tem misericordia de mim e ouve a minha oração.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4:2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Filhos dos homens, até quando convertereis a minha gloria em infamia? até quando amareis a vaidade e buscareis a mentira? (Selah).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4:3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Sabei pois que o Senhor separou para si aquelle que lhe é querido; o Senhor ouvirá quando eu clamar a elle.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4:4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Perturbae-vos e não pequeis: fallae com o vosso coração sobre a vossa cama, e calae-vos. (Selah).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4:5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Offerecei sacrificios de justiça, e confiae no Senhor.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4:6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Muitos dizem: Quem nos mostrará o bem? Senhor, exalta sobre nós a luz do teu rosto.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4:7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Pozéste alegria no meu coração, mais do que no tempo em que se multiplicaram o seu trigo e o seu vinho.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4:8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Em paz tambem me deitarei e dormirei, porque só tu, Senhor, me fazes habitar em segurança.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