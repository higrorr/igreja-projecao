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Apressa-te, ó Deus, em me livrar; Senhor, apressa-te em ajudar-me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Fiquem envergonhados e confundidos os que procuram a minha alma; voltem para traz e confundam-se os que me desejam 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Virem as costas por causa da recompensa da sua vergonha os que dizem: Ha! ha!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Folguem e alegrem-se em ti todos os que te buscam; e aquelles que amam a tua salvação digam continuamente: Engrandecido seja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porém estou afflicto e necessitado: apressa-te a mim, ó Deus; tu és o meu auxilio e o meu libertador: Senhor, não te detenhas.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