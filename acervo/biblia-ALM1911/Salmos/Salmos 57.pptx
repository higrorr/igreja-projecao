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ó Deus, tem misericordia de mim, porque a minha alma confia em ti; e na sombra das tuas azas me abrigo, até que passem as calamidades.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Clamarei ao Deus altissimo, ao Deus que por mim tudo executa.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enviará desde os céus, e me salvará do desprezo d'aquelle que procurava devorar-me (Selah). Deus enviará a sua misericordia e a sua verdade.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está entre leões, e eu estou entre aquelles que estão abrazados, filhos dos homens, cujos dentes são lanças e frechas, e a sua lingua espada afiada.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exaltado, ó Deus, sobre os céus; seja a tua gloria sobre toda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Armaram uma rede aos meus passos; a minha alma está abatida; cavaram uma cova diante de mim, porém elles mesmos cairam no meio d'ella (Selah).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Preparado está o meu coração, ó Deus, preparado está o meu coração; cantarei, e direi psalmos.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Desperta, gloria minha, desperta, alaude e harpa; eu mesmo despertarei ao romper da alva.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Louvar-te-hei, Senhor, entre os povos; eu te cantarei entre as 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tua misericordia é grande até aos céus, e a tua verdade até ás nuvens.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exaltado, ó Deus, sobre os céus; e seja a tua gloria sobre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