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como se teem multiplicado os meus adversarios! são muitos os que se levantam contra mim.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dizem da minha alma: Não ha salvação para elle em Deus (Selah).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tu, Senhor, és um escudo para mim, a minha gloria, e o que exalta a minha cabeça.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minha voz clamei ao Senhor, e ouviu-me desde o seu sancto monte (Selah).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me deitei e dormi: acordei; porque o Senhor me sustentou.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temerei os milhares de povo que se pozeram contra mim e me cercam.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Senhor; salva-me, Deus meu; pois feriste a todos os meus inimigos nos queixos; quebraste os dentes aos impios.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salvação vem do Senhor; sobre o teu povo seja a tua benção. (Selah).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