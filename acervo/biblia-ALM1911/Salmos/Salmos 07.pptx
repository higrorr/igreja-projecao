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meu Deus, em ti confio: salva-me de todos os que me perseguem, e livra-me;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elle não arrebate a minha alma, como leão, despedaçando-a, sem que haja quem a livre;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meu Deus, se eu fiz isto, se ha perversidade nas minhas mãos,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paguei com o mal áquelle que tinha paz comigo (antes livrei ao que me opprimia sem causa):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Persiga o inimigo a minha alma e alcance-a, calque aos pés a minha vida sobre a terra, e reduza a pó a minha gloria. (Selah.)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Levanta-te Senhor, na tua ira; exalta-te por causa do furor dos meus oppressores; e desperta por mim para o juizo que ordenaste.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te rodeará o ajuntamento de povos; por causa d'elles pois volta-te para as alturas.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julgará aos povos; julga-me, Senhor, conforme a minha justiça e conforme a integridade que ha em mim.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Tenha já fim a malicia dos impios; mas estabeleça-se o justo; pois tu, ó justo Deus, provas os corações e os rins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escudo é de Deus, que salva os rectos de coração.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é um juiz justo, um Deus que se ira todos os dias.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elle se não converter, amolará a sua espada; já tem armado o seu arco, e está apparelhado.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já para elle preparou armas mortaes; e porá em obra as suas settas inflammadas contra os perseguidores.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elle está com dôres de perversidade; concebeu trabalhos, e parirá mentiras,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Cavou um poço e o fez fundo, e caiu na cova que fez.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obra cairá sobre a sua cabeça; e a sua violencia descerá sobre a sua mioleira.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louvarei ao Senhor segundo a sua justiça, e cantarei louvores ao nome do Senhor altissimo.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