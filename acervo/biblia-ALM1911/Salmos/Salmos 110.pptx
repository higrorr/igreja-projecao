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Senhor ao meu Senhor: Assenta-te á minha mão direita, até que ponha aos teus inimigos por escabello dos teus pés.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enviará o sceptro da tua fortaleza desde Sião, dizendo: Domina no meio dos teus inimigos.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povo será mui voluntario no dia do teu poder, nos ornamentos de sanctidade, desde a madre da alva: tu tens o orvalho da tua mocidade.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Jurou o Senhor, e não se arrependerá: tu és um sacerdote eterno, segundo a ordem de Melchisedec.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á tua direita, ferirá os reis no dia da sua ira.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Julgará entre as nações: tudo encherá de corpos mortos: ferirá os cabeças de grandes terras.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Beberá do ribeiro no caminho, pelo que exaltará a cabeça.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