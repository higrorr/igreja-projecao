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reina; regozije-se a terra: alegrem-se as muitas ilhas.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Nuvens e obscuridade estão ao redor d'elle: justiça e juizo são a base do seu throno.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fogo vae adiante d'elle, e abraza os seus inimigos em redor.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seus relampagos alumiam o mundo; a terra viu e tremeu.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montes se derretem como cera na presença do Senhor, na presença do Senhor de toda a terra.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céus annunciam a sua justiça, e todos os povos vêem a sua gloria.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Confundidos sejam todos os que servem imagens de esculptura, que se gloriam de idolos: prostrae-vos diante d'elle, todos os deuses.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Sião ouviu e se alegrou; e os filhos de Judah se alegraram por causa da tua justiça, ó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tu, Senhor, és o mais alto sobre toda a terra; tu és muito mais exaltado do que todos os deuses.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Vós, que amaes ao Senhor, aborrecei o mal: elle guarda as almas dos seus sanctos, elle os livra das mãos dos impios.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luz semeia-se para o justo, e a alegria para os rectos de coração.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97:12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Alegrae-vos, ó justos, no Senhor, e dae louvores á memoria da sua sanctidade.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