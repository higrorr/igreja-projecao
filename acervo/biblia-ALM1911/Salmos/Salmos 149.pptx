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Cantae ao Senhor um cantico novo, e o seu louvor na congregação dos sanctos.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Alegre-se Israel n'aquelle que o fez, gozem-se os filhos de Sião no seu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o seu nome com flauta; cantem-lhe o seu louvor com adufe e harpa.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se agrada do seu povo; ornará os mansos com 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Exultem os sanctos na gloria, alegrem-se nas suas camas.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Estejam na sua garganta os altos louvores de Deus, e espada de dois fios nas suas mãos,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tomarem vingança das nações, e darem reprehensões aos povos;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aprisionarem os seus reis com cadeias, e os seus nobres com grilhões de ferro;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fazerem n'elles o juizo escripto; esta será a gloria de todos os sanctos.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