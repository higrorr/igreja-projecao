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Senhor. Louvarei ao Senhor de todo o meu coração, na assembléa dos justos e na congregação.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Grandes são as obras do Senhor, procuradas por todos os que n'elles tomam prazer.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obra tem gloria e magestade, e a sua justiça permanece para sempre.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com que as suas maravilhas fossem lembradas: piedoso e misericordioso é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 mantimento aos que o temem; lembrar-se-ha sempre do seu concerto.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Annunciou ao seu povo o poder das suas obras, para lhe dar a herança das nações.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obras das suas mãos são verdade e juizo, seguros todos os seus mandamentos.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Permanecem firmes para sempre, e sempre; e são feitos em verdade e rectidão.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Redempção enviou ao seu povo; ordenou o seu concerto para sempre; sancto e tremendo é o seu nome.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 do Senhor é o principio da sabedoria: bom entendimento teem todos os que cumprem os seus mandamentos: o seu louvor permanece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