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 todas as nações, louvae-o todos os povos.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benignidade é grande para comnosco, e a verdade do Senhor dura para sempre.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