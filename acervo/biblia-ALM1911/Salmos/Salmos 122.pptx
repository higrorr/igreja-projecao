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Alegrei-me quando me disseram: Vamos á casa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nossos pés estão dentro das tuas portas, ó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Jerusalem está edificada como uma cidade que é compacta,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sobem as tribus, as tribus do Senhor, até o testemunho d'Israel, para darem graças ao nome do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ali estão os thronos do juizo, os thronos da casa de David.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Orae pela paz de Jerusalem: prosperarão aquelles que te amam.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Haja paz dentro de teus muros, e prosperidade dentro dos teus palacios.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dos meus irmãos e amigos, direi: Paz esteja em 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da casa do Senhor, nosso Deus, buscarei o teu bem.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