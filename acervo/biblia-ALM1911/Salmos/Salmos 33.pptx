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Regozijae-vos no Senhor, vós, justos, pois aos rectos convem o louvor.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Louvae ao Senhor com harpa, cantae a elle com psalterio de dez cordas.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Cantae-lhe um cantico novo: tocae bem e com jubilo.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 palavra do Senhor é recta, e todas as suas obras são fieis.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Elle ama a justiça e o juizo: a terra está cheia da bondade do Senhor.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33:6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Pela palavra do Senhor foram feitos os céus, e todo o exercito d'elles pelo espirito da sua bocca.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33:7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Elle ajunta as aguas do mar como n'um montão; põe os abysmos em thesouros.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33:8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Tema toda a terra ao Senhor; temam-n'o todos os moradores do mundo.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33:9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fallou, e foi feito: mandou, e logo appareceu.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33:10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desfaz o conselho das nações, quebranta os intentos dos povos.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33:11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conselho do Senhor permanece para sempre: os intentos do seu coração de geração em geração.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33:12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Bemaventurada é a nação cujo Deus é o Senhor, e o povo ao qual escolheu para sua herança.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33:13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olha desde os céus e está vendo a todos os filhos dos homens.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33:14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logar da sua habitação contempla todos os moradores da terra,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33:15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Aquelle que forma o coração de todos elles, que contempla todas as suas obras.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33:16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ha rei que se salve com a grandeza d'um exercito, nem o homem valente se livra pela muita força.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33:17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cavallo é fallaz para a segurança: não livra ninguem com a sua grande força.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33:18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os olhos do Senhor estão sobre os que o temem, sobre os que esperam na sua misericordia;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33:19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lhes livrar as almas da morte, e para os conservar vivos na fome.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33:20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nossa alma espera no Senhor: elle é o nosso auxilio e o nosso escudo.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33:21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n'elle se alegra o nosso coração; porquanto temos confiado no seu sancto nome.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33:22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Seja a tua misericordia, Senhor, sobre nós, como em ti esperamos.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