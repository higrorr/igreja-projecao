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amaveis são os teus tabernaculos, Senhor dos Exercitos.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está desejosa, e desfallece pelos atrios do Senhor: o meu coração e a minha carne clamam pelo Deus vivo.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o pardal encontrou casa, e a andorinha ninho para si, onde ponha seus filhos, até mesmo nos teus altares, Senhor dos exercitos, Rei meu e Deus meu.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que habitam em tua casa: louvar-te-hão continuamente. (Selah)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homem cuja força está em ti, em cujo coração estão os caminhos aplanados.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passando pelo valle das amoreiras, faz d'elle uma fonte; a chuva tambem enche os tanques.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Vão indo de força em força; cada um d'elles em Sião apparece perante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 Deus dos Exercitos, escuta a minha oração: inclina os ouvidos, ó Deus de Jacob! (Selah)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Olha, ó Deus, escudo nosso, e contempla o rosto do teu ungido.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vale mais um dia nos teus atrios do que mil. Preferiria estar á porta da casa do meu Deus, a habitar nas tendas dos impios.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Deus é um sol e escudo: o Senhor dará graça e gloria; não retirará bem algum aos que andam na rectidão.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 dos Exercitos, bemaventurado o homem que em ti põe a sua confiança.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