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porque elle é bom, porque a sua benignidade dura para sempre.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Diga agora Israel que a sua benignidade dura para sempre.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Diga agora a casa d'Aarão que a sua benignidade dura para sempre.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Digam agora os que temem ao Senhor que a sua benignidade dura para sempre.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Invoquei o Senhor na angustia; o Senhor me ouviu, e me tirou para um logar largo.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está comigo: não temerei o que me pode fazer o homem.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está comigo com aquelles que me ajudam; pelo que verei cumprido o meu desejo sobre os que me aborrecem.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melhor confiar no Senhor do que confiar no homem.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melhor confiar no Senhor do que confiar nos principes.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nações me cercaram, mas no nome do Senhor as despedaçarei.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Cercaram-me, e tornaram a cercar-me; mas no nome do Senhor eu as despedaçarei.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Cercaram-me como abelhas: porém apagaram-se como o fogo d'espinhos; pois no nome do Senhor os despedaçarei.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força me impelliste para me fazeres cair, porém o Senhor me ajudou.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a minha força e o meu cantico; e se fez a minha salvação.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tendas dos justos ha voz de jubilo e de salvação: a dextra do Senhor faz proezas.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dextra do Senhor se exalta: a dextra do Senhor faz proezas.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morrerei, mas viverei; e contarei as obras do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me castigou muito, mas não me entregou á morte.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Abri-me as portas da justiça: entrarei por ellas, e louvarei ao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porta do Senhor, pela qual os justos entrarão.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Louvar-te-hei, pois me escutaste, e te fizeste a minha salvação.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Pedra que os edificadores rejeitaram se tornou a cabeça da esquina.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parte do Senhor se fez isto; maravilhoso é aos nossos olhos.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dia que fez o Senhor: regozijemo-nos, e alegremo-nos n'elle.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Salva-nos, agora, te pedimos, ó Senhor, ó Senhor, te pedimos, prospera-nos.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aquelle que vem em nome do Senhor: nós vos bemdizemos desde a casa do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o Senhor que nos mostrou a luz: atae a victima da festa com cordas, até aos cornos do altar.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meu Deus, e eu te louvarei; tu és o meu Deus, e eu te exaltarei.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porque elle é bom; porque a sua benignidade dura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