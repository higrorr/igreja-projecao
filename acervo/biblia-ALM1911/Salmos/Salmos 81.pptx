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Exultae a Deus, nossa fortaleza: jubilae ao Deus de Jacob.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Tomae o psalterio, e trazei o adufe, a harpa suave e o alaude.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Tocae a trombeta na lua nova, no tempo apontado da nossa solemnidade.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isto era um estatuto para Israel, e uma ordenança do Deus de Jacob.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Ordenou-o em José por testemunho, quando saira pela terra do Egypto, onde ouvi uma lingua que não entendia.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Tirei de seus hombros a carga; as suas mãos foram livres das marmitas.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Clamaste na angustia, e te livrei; respondi-te no logar occulto dos trovões; provei-te nas aguas de Meribah (Selah).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Ouve-me, povo meu, e eu te attestarei: ah, Israel, se me ouvisses!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haverá entre ti Deus alheio nem te prostrarás ante um Deus estranho.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sou o Senhor teu Deus, que te tirei da terra do Egypto: abre bem a tua bocca, e t'a encherei.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meu povo não quiz ouvir a minha voz, e Israel não me quiz.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eu os entreguei aos desejos dos seus proprios corações, e andaram nos seus mesmos conselhos.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se o meu povo me tivesse ouvido! se Israel andasse nos meus caminhos!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breve abateria os seus inimigos, e viraria a minha mão contra os seus adversarios.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que aborrecem ao Senhor ter-se-lhe-hiam sujeitado, e o seu tempo seria eterno.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sustentaria com o trigo mais fino, e te fartaria com o mel saido da pedra.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