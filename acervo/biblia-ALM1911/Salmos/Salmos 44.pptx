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nós ouvimos com os nossos ouvidos, e nossos paes nos teem contado a obra que fizeste em seus dias, nos tempos da antiguidade.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expelliste as nações com a tua mão e os plantaste a elles: como affligiste os povos e os derribaste.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conquistaram a terra pela sua espada, nem o seu braço os salvou, mas a tua dextra e o teu braço, e a luz da tua face, porquanto te agradaste d'elles.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meu Rei, ó Deus: ordena salvações para Jacob.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escornearemos os nossos inimigos: pelo teu nome pizaremos os que se levantam contra nós: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não confiarei no meu arco, nem a minha espada me salvará.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 nos salvaste dos nossos inimigos, e confundiste os que nos aborreciam.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nos gloriamos todo o dia, e louvamos o teu nome eternamente (Selah).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tu nos rejeitaste e nos confundiste, e não saes com os nossos exercitos.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Faze-nos retirar do inimigo, e aquelles que nos odeiam nos saqueiam para 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entregaste como ovelhas para comer, e nos espalhaste entre as nações.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vendes por nada o teu povo, e não augmentas a tua riqueza com o seu preço.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pões por opprobrio aos nossos visinhos, por escarneo e zombaria de aquelles que estão á roda de nós.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pões por proverbio entre as nações, por movimento de cabeça entre os povos.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confusão está constantemente diante de mim, e a vergonha do meu rosto me cobre: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voz d'aquelle que affronta e blasphema, por causa do inimigo e do vingador.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nos sobreveiu: comtudo não nos esquecemos de ti, nem nos houvemos falsamente contra o teu concerto.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coração não voltou atraz, nem os nossos passos se desviaram das tuas veredas;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nos quebrantaste n'um logar de dragões, e nos cobriste com a sombra da morte.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nós esquecemos o nome do nosso Deus, e estendemos as nossas mãos para um deus estranho,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esquadrinhará Deus isso? pois elle sabe os segredos do coração.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por amor de ti, somos mortos todo o dia: somos tidos na conta de ovelhas para o matadouro.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Desperta, porque dormes, Senhor? acorda, não nos rejeites para sempre.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escondes a tua face, e te esqueces da nossa miseria e da nossa oppressão?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nossa alma está abatida até ao pó; o nosso ventre se apega á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 em nosso auxilio, e resgata-nos por amor das tuas misericordias.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