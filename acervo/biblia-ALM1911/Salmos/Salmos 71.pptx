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ti, Senhor, confio; nunca seja eu confundido.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Livra-me na tua justiça, e faze-me escapar: inclina os teus ouvidos para mim, e salva-me.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tu a minha habitação forte, á qual possa recorrer continuamente: déste um mandamento que me salva, pois tu és a minha rocha e a minha fortaleza.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Livra-me, meu Deus, das mãos do impio, das mãos do homem injusto e cruel.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 és a minha esperança. Senhor Deus; tu és a minha confiança desde a minha mocidade.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ti tenho sido sustentado desde o ventre: tu és aquelle que me tiraste das entranhas de minha mãe: o meu louvor será para ti constantemente.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como um prodigio para muitos, mas tu és o meu refugio forte.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Encha-se a minha bocca do teu louvor da tua gloria todo o 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rejeites no tempo da velhice; não me desampares, quando se fôr acabando a minha força.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meus inimigos fallam contra mim, e os que espiam a minha alma consultam juntos,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Deus o desamparou: persegui-o e tomae-o, pois não ha quem o livre.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não te alongues de mim: meu Deus, apressa-te em ajudar-me.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Sejam confundidos e consumidos os que são adversarios da minha alma; cubram-se d'opprobrio e de confusão aquelles que procuram o meu mal.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esperarei continuamente, e te louvarei cada vez mais.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bocca manifestará a tua justiça e a tua salvação todo o dia, pois não conheço o numero d'ellas.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Sairei na força do Senhor Deus, farei menção da tua justiça, e só d'ella.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Ensinaste-me, ó Deus, desde a minha mocidade; e até aqui tenho annunciado as tuas maravilhas.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tambem, quando estou velho e de cabellos brancos, não me desampares, ó Deus, até que tenha annunciado a tua força a esta geração, e o teu poder a todos os vindouros.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tua justiça, ó Deus, está muito alta, pois fizeste grandes coisas: ó Deus, quem é similhante a ti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que me tens feito ver muitos males e angustias, me darás ainda a vida, e me tirarás dos abysmos da terra.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Augmentarás a minha grandeza, e de novo me consolarás.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eu te louvarei com o psalterio, bem como á tua verdade, ó meu Deus, cantarei com a harpa a ti, ó Sancto d'Israel.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labios exultarão quando eu te cantar, assim como a minha alma que tu remiste.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lingua fallará da tua justiça todo o dia; pois estão confundidos e envergonhados aquelles que procuram o meu mal.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