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nescio no seu coração: Não ha Deus. Teem-se corrompido, e commettido abominavel iniquidade: não ha ninguem que faça o bem.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olhou desde os céus para os filhos dos homens, para ver se havia algum que tivesse entendimento e buscasse a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Desviaram-se todos, e juntamente se fizeram immundos; não ha quem faça o bem, não, nem sequer 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Acaso não teem conhecimento os que obram a iniquidade, os quaes comem o meu povo como se comessem pão? elles não invocaram a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se acharam em grande temor, onde não havia temor, pois Deus espalhou os ossos d'aquelle que te cercava; tu os confundiste, porque Deus os rejeitou.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se já de Sião viera a salvação de Israel! Quando Deus fizer voltar os captivos do seu povo, então se regozijará Jacob e se alegrará Israel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