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minha angustia clamei ao Senhor, e me ouviu.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livra a minha alma dos labios mentirosos e da lingua enganadora.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será dado, ou que te será accrescentado, lingua enganadora?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Frechas agudas do valente, com brazas vivas de zimbro.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mim, que peregrino em Mesech, e habito nas tendas de Kedar.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bastante tempo habitou com os que detestam a paz.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Pacifico sou, porém quando eu fallo já elles procuram guerra.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