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 Deus da minha salvação, diante de ti tenho clamado de dia e de noite.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Chegue a minha oração perante a tua face, inclina os teus ouvidos ao meu clamor;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minha alma está cheia de angustias, e a minha vida se approxima da sepultura.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Estou contado com aquelles que descem ao abysmo: estou como homem sem forças,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Apartado entre os mortos, como os feridos de morte que jazem na sepultura, dos quaes te não lembras mais, e estão cortados da tua mão.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Pozeste-me no abysmo mais profundo, em trevas e nas profundezas.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mim peza o teu furor: tu me affligiste com todas as tuas ondas (Selah).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Alongaste de mim os meus conhecidos, pozeste-me em extrema abominação para com elles: estou fechado, e não posso sair.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vista desmaia por causa da afflicção: Senhor, tenho clamado a ti todo o dia, tenho estendido para ti as minhas mãos.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Mostrarás tu maravilhas aos mortos, ou os mortos se levantarão e te louvarão? (Selah)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annunciada a tua benignidade na sepultura, ou a tua fidelidade na perdição?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Saber-se-hão as tuas maravilhas nas trevas, e a tua justiça na terra do esquecimento?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porém, Senhor, tenho clamado a ti, e de madrugada te esperará a minha oração.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porque rejeitas a minha alma? porque escondes de mim a tua face?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Estou afflicto, e prestes tenho estado a morrer desde a minha mocidade: emquanto soffro os teus terrores, estou distrahido.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ardente indignação sobre mim vae passando: os teus terrores me teem retalhado.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me rodeiam todo o dia como agua; elles juntos me sitiam.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Desviaste para longe de mim amigos e companheiros, e os meus conhecidos estão em trevas.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