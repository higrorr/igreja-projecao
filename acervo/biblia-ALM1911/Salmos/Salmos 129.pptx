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Muitas vezes me angustiaram desde a minha mocidade, diga agora Israel: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Muitas vezes me angustiaram desde a minha mocidade, todavia não prevaleceram contra mim.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lavradores araram sobre as minhas costas: compridos fizeram os seus sulcos.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justo: cortou as cordas dos impios.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confundidos, e voltem para traz, todos os que aborrecem a Sião.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como a herva dos telhados, que se secca antes que a arranquem.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qual o segador não enche a sua mão, nem o que ata os feixes enche o seu braço.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tão pouco os que passam digam: A benção do Senhor seja sobre vós: nós vos abençoamos em nome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