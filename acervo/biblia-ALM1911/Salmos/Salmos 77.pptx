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Clamei ao Senhor com a minha voz: a Deus levantei a minha voz, e elle inclinou para mim os ouvidos.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da minha angustia busquei ao Senhor: a minha mão se estendeu de noite, e não cessava; a minha alma recusava ser consolada.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Lembrava-me de Deus, e me perturbei: queixava-me, e o meu espirito desfallecia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Sustentaste os meus olhos acordados: estou tão perturbado que não posso fallar.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Considerava os dias da antiguidade, os annos dos tempos antigos.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noite chamei á lembrança o meu cantico: meditei em meu coração, e o meu espirito esquadrinhou.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Rejeitará o Senhor para sempre e não tornará a ser favoravel?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Cessou para sempre a sua benignidade? acabou-se já a promessa de geração em geração?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Esqueceu-se Deus de ter misericordia? ou encerrou elle as suas misericordias na sua ira? (Selah).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disse: A minha enfermidade é esta: mas eu me lembrei dos annos da dextra do Altissimo.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lembrarei das obras do Senhor: certamente que eu me lembrarei das tuas maravilhas da antiguidade.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Meditarei tambem em todas as tuas obras, e fallarei dos teus feitos.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caminho, ó Deus, está no sanctuario. Quem é Deus tão grande como o nosso Deus?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Deus que fazes maravilhas: tu fizeste notoria a tua força entre os povos.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braço remiste o teu povo, os filhos de Jacob e de José (Selah).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aguas te viram, ó Deus, as aguas te viram, e tremeram; os abysmos tambem se abalaram.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nuvens lançaram agua, os céus deram um som; as tuas frechas correram d'uma para outra parte.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teu trovão estava no céu; os relampagos alumiaram o mundo; a terra se abalou e tremeu.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caminho é no mar, e as tuas veredas nas grandes aguas, e os teus passos não são conhecidos.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Guiaste o teu povo, como a um rebanho, pela mão de Moysés e d'Aarão.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