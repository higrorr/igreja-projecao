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 ferve com palavras boas, fallo do que tenho feito no tocante ao Rei: a minha lingua é a penna de um dextro escriptor.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és mais formoso do que os filhos dos homens; a graça se derramou em teus labios; portanto Deus te abençoou para sempre.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Cinge a tua espada á coxa, ó Valente, com a tua gloria e a tua magestade.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n'este teu esplendor cavalga prosperamente, por causa da verdade, da mansidão e da justiça; e a tua dextra te ensinará coisas terriveis.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frechas são agudas no coração dos inimigos do Rei, e por ellas os povos cairam debaixo de 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throno, ó Deus, é eterno e perpetuo; o sceptro do teu reino é um sceptro d'equidade.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amas a justiça e aborreces a impiedade; portanto, Deus, o teu Deus, te ungiu com oleo de alegria, mais do que a teus companheiros.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teus vestidos cheiram a myrrha, e aloes e cassia, desde os palacios de marfim de onde te alegram.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filhas dos reis estavam entre as tuas illustres donzellas; á tua direita estava a rainha ornada de finissimo oiro de Ophir.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filha, e olha, e inclina os teus ouvidos; esquece-te do teu povo e da casa do teu pae.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rei se afeiçoará da tua formosura, pois elle é teu Senhor; adora-o.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filha de Tyro estará ali com presentes; os ricos do povo supplicarão o teu favor.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filha do rei é toda illustre por dentro: o seu vestido é de oiro engastado.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Leval-a-hão ao rei com vestidos bordados; as virgens que a acompanham a trarão a 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alegria e regozijo as trarão: ellas entrarão no palacio do 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logar de teus paes serão teus filhos; d'elles farás principes sobre toda a terra.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45:17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Farei lembrado o teu nome de geração em geração; pelo que os povos te louvarão eternamente.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