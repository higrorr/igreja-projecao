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Cantae ao Senhor um cantico novo, porque fez maravilhas; a sua dextra e o seu braço sancto lhe alcançaram a salvação.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fez notoria a sua salvação, manifestou a sua justiça perante os olhos das nações.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Lembrou-se da sua benignidade e da sua verdade para com a casa d'Israel: todas as extremidades da terra viram a salvação do nosso Deus.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Exultae no Senhor, toda a terra; exclamae e alegrae-vos de prazer, e cantae louvores.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Cantae louvores ao Senhor com a harpa; com a harpa e a voz do canto.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trombetas e som de cornetas, exultae perante a face do Senhor, o Rei.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Brama o mar e a sua plenitude; o mundo, e os que n'elle habitam.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rios batam as palmas: regozijem-se tambem as montanhas,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Perante a face do Senhor, porque vem a julgar a terra: com justiça julgará o mundo, e o povo com equidade.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