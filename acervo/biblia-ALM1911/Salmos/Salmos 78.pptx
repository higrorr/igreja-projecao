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Escutae a minha lei, povo meu: inclinae os vossos ouvidos ás palavras da minha bocca.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Abrirei a minha bocca n'uma parabola; fallarei enigmas da antiguidade.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quaes temos ouvido e sabido, e nossos paes nol-as teem contado.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as encobriremos aos seus filhos, mostrando á geração futura os louvores do Senhor, assim como a sua força e as maravilhas que fez.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elle estabeleceu um testemunho em Jacob, e poz uma lei em Israel, a qual deu aos nossos paes para que a fizessem conhecer a seus filhos.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a geração vindoura a soubesse, os filhos que nascessem, os quaes se levantassem e a contassem a seus filhos.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pozessem em Deus a sua esperança, e se não esquecessem das obras de Deus, mas guardassem os seus mandamentos.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fossem como seus paes, geração contumaz e rebelde, geração que não regeu o seu coração, e cujo espirito não foi fiel com Deus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Ephraim, armados e trazendo arcos, viraram costas no dia da peleja.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guardaram o concerto de Deus, e recusaram andar na sua lei.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esqueceram-se das suas obras e das maravilhas que lhes fizera ver.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Maravilhas que elle fez á vista de seus paes na terra do Egypto, no campo de Zoan.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Dividiu o mar, e os fez passar por elle; fez com que as aguas parassem como n'um montão.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dia os guiou por uma nuvem, e toda a noite por uma luz de fogo.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Fendeu as penhas no deserto; e deu-lhes de beber como de grandes abysmos.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Fez sair fontes da rocha, e fez correr as aguas como rios.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ainda proseguiram em peccar contra elle, provocando ao Altissimo na solidão.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tentaram a Deus nos seus corações, pedindo carne para o seu appetite.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78:19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fallaram contra Deus, e disseram: Acaso pode Deus preparar-nos uma mesa no deserto?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78:20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feriu a penha, e aguas correram d'ella; rebentaram ribeiros em abundancia: poderá tambem dar-nos pão, ou preparar carne para o seu povo?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78:21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o Senhor os ouviu, e se indignou: e accendeu um fogo contra Jacob, e furor tambem subiu contra Israel;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78:22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Porquanto não creram em Deus, nem confiaram na sua salvação: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78:23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Ainda que mandara ás altas nuvens, e abriu as portas dos céus,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78:24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chovera sobre elles o manná para comerem, e lhes dera do trigo do céu.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78:25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homem comeu o pão dos anjos; elle lhes mandou comida a fartar.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78:26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Fez ventar o vento do oriente nos céus, e o trouxe do sul com a sua força.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78:27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choveu sobre elles carne como pó, e aves d'azas como a areia do mar.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78:28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fez cair no meio do seu arraial, ao redor de suas habitações.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78:29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comeram e se fartaram bem; pois lhes cumpriu o seu desejo.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78:30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refreiaram o seu appetite. Ainda lhes estava a comida na bocca,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78:31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a ira de Deus desceu sobre elles, e matou os mais gordos d'elles, e feriu os escolhidos d'Israel.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78:32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tudo isto ainda peccaram, e não deram credito ás suas maravilhas.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78:33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consumiu os seus dias na vaidade e os seus annos na angustia.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78:34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os matava, então o procuravam; e voltavam, e de madrugada buscavam a Deus.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78:35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 lembravam de que Deus era a sua rocha, e o Deus Altissimo o seu Redemptor.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78:36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Todavia lisongeavam-n'o com a bocca, e com a lingua lhe mentiam.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78:37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seu coração não era recto para com elle, nem foram fieis no seu concerto.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78:38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elle, que é misericordioso, perdoou a sua iniquidade: e não os destruiu, antes muitas vezes desviou d'elles o seu furor, e não despertou toda a sua ira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78:39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se lembrou de que eram de carne, vento que vae e não torna.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78:40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Quantas vezes o provocaram no deserto, e o molestaram na solidão!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78:41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Voltaram atraz, e tentaram a Deus; e limitaram o Sancto d'Israel.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78:42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se lembraram da sua mão, nem do dia em que os livrou do adversario: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78:43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obrou os seus signaes no Egypto, e as suas maravilhas no campo de Zoan;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78:44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converteu os seus rios em sangue, e as suas correntes, para que não podessem beber.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78:45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Enviou entre elles enxames de moscas que os consumiram, e rãs que os destruiram.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78:46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 tambem ao pulgão a sua novidade, e o seu trabalho aos gafanhotos.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78:47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Destruiu as suas vinhas com saraiva, e os seus sycomoros com pedrisco.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78:48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entregou o seu gado á saraiva, e os seus rebanhos ás brazas ardentes.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78:49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Lançou sobre elles o ardor da sua ira, furor, indignação, e angustia, mandando maus anjos contra elles.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78:50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Preparou caminho á sua ira; não retirou as suas almas da morte, mas entregou á pestilencia as suas vidas.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78:51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feriu a todo o primogenito no Egypto, primicias da sua força nas tendas de Cão.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78:52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fez com que o seu povo saisse como ovelhas, e os guiou pelo deserto como um rebanho.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78:53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guiou com segurança, que não temeram; mas o mar cobriu os seus inimigos.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78:54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trouxe até ao termo do seu sanctuario, até este monte que a sua dextra adquiriu.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78:55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expulsou as nações de diante d'elles, e as partiu em herança por linha, e fez habitar em suas tendas as tribus d'Israel.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78:56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Comtudo tentaram e provocaram o Deus altissimo, e não guardaram os seus testemunhos.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78:57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retiraram-se para traz, e portaram-se infielmente como seus paes: viraram-se como um arco enganoso.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78:58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o provocaram á ira com os seus altos, e moveram o seu zelo com as suas imagens de esculptura.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78:59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ouviu isto e se indignou; e aborreceu a Israel em grande maneira.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78:60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desamparou o tabernaculo em Silo, a tenda que estabeleceu entre os homens.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78:61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deu a sua força ao captiveiro; e a sua gloria á mão do inimigo.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78:62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entregou o seu povo á espada; e se enfureceu contra a sua herança.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78:63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fogo consumiu os seus mancebos, e as suas donzellas não foram dadas em casamento.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78:64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seus sacerdotes cairam á espada, e as suas viuvas não fizeram lamentação.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78:65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Senhor despertou, como quem acaba de dormir, como um valente que se alegra com o vinho.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78:66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feriu os seus adversarios por detraz, e pôl-os em perpetuo desprezo.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78:67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Além d'isto, recusou o tabernaculo de José, e não elegeu a tribu d'Ephraim.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78:68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Antes elegeu a tribu de Judah; o monte de Sião, que elle amava.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78:69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edificou o seu sanctuario como altos palacios, como a terra que fundou para sempre.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78:70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elegeu a David seu servo, e o tirou dos apriscos das ovelhas: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78:71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tirou do cuidado das que se achavam prenhes; para apascentar a Jacob, seu povo, e a Israel, sua herança.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78:72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os apascentou, segundo a integridade do seu coração, e os guiou pela industria de suas mãos.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