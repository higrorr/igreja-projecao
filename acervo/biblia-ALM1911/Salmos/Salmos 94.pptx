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 Deus, a quem a vingança pertence, ó Deus, a quem a vingança pertence, mostra-te resplandecente.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Exalta-te, tu, que és juiz da terra: dá a paga aos soberbos.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 os impios, Senhor, até quando os impios saltarão de prazer?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 proferirão, e fallarão coisas duras, e se gloriarão todos os que obram a iniquidade?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Reduzem a pedaços o teu povo, e affligem a tua herança.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Matam a viuva e o estrangeiro, e ao orphão tiram a vida.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dizem: O Senhor não o verá; nem para isso attenderá o Deus de Jacob.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Attendei, ó brutaes d'entre o povo; e vós, loucos, quando sereis sabios?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fez o ouvido não ouvirá? e o que formou o olho não verá?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argúe as gentes não castigará? e o que ensina ao homem o conhecimento não saberá?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conhece os pensamentos do homem, que são vaidade.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é o homem aquem tu castigas, ó Senhor, e a quem ensinas a tua lei;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lhe dares descanço dos dias maus, até que se abra a cova para o impio.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Senhor não rejeitará o seu povo, nem desamparará a sua herança.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juizo voltará á rectidão, e seguil-o-hão todos os rectos do coração.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será por mim contra os malfeitores? quem se porá por mim contra os que obram a iniquidade?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Senhor não tivera ido em meu auxilio, a minha alma quasi que teria ficado no silencio.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disse: O meu pé vacilla; a tua benignidade, Senhor, me susteve.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multidão dos meus pensamentos dentro de mim, as tuas consolações recrearam a minha alma.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o throno d'iniquidade te acompanha, o qual forja o mal por uma lei?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se ajuntam contra a alma do justo, e condemnam o sangue innocente.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Senhor é a minha defeza; e o meu Deus é a rocha do meu refugio.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trará sobre elles a sua propria iniquidade; e os destruirá na sua propria malicia: o Senhor nosso Deus os destruirá.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