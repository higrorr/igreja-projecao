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amarei do coração, ó Senhor, fortaleza minha.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o meu rochedo, e o meu logar forte e o meu libertador; o meu Deus, a minha fortaleza, em quem confio, o meu escudo, a força da minha salvação, e o meu alto refugio.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Invocarei o nome do Senhor, que é digno de louvor, e ficarei livre dos meus inimigos.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Tristezas de morte me cercaram, e torrentes de impiedade me assombraram.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Tristezas do inferno me cingiram, laços de morte me surprehenderam.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angustia invoquei ao Senhor, e clamei ao meu Deus: desde o seu templo ouviu a minha voz, aos seus ouvidos chegou o meu clamor perante a sua 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terra se abalou e tremeu; e os fundamentos dos montes tambem se moveram e se abalaram, porquanto se indignou.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seu nariz subiu fumo, e da sua bocca saiu fogo que consumia; carvões se accenderam d'elle.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Abaixou os céus, e desceu, e a escuridão estava debaixo de seus pés.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montou n'um cherubim, e voou; sim, voou sobre as azas do vento.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das trevas o seu logar occulto; o pavilhão que o cercava era a escuridão das aguas e as nuvens dos céus.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resplandor da sua presença as nuvens se espalharam; a saraiva e as brazas de fogo.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trovejou nos céus, o Altissimo levantou a sua voz; a saraiva e as brazas de fogo.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Despediu as suas settas, e os espalhou: multiplicou raios, e os perturbou.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foram vistas as profundezas das aguas, e foram descobertos os fundamentos do mundo; pela tua reprehensão. Senhor, ao sopro do vento dos teus narizes.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 desde o alto, e me tomou: tirou-me das muitas aguas.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Livrou-me do meu inimigo forte e dos que me aborreciam, pois eram mais poderosos do que eu.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Surprehenderam-me no dia da minha calamidade; mas o Senhor foi o meu encosto.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Trouxe-me para um logar espaçoso; livrou-me, porque tinha prazer em mim.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Recompensou-me o Senhor conforme a minha justiça, retribuiu-me conforme a pureza das minhas mãos.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guardei os caminhos do Senhor, e não me apartei impiamente do meu Deus.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os seus juizos estavam diante de mim, e não rejeitei os seus estatutos.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fui sincero perante elle, e me guardei da minha iniquidade.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retribuiu-me o Senhor conforme a minha justiça, conforme a pureza de minhas mãos perante os seus olhos.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benigno te mostrarás benigno; e com o homem sincero te mostrarás sincero;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puro te mostrarás puro; e com o perverso te mostrarás indomavel.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livrarás ao povo afflicto, e abaterás os olhos altivos.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accenderás a minha candeia; o Senhor meu Deus allumiará as minhas trevas.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comtigo entrei pelo meio d'um esquadrão, com o meu Deus saltei uma muralha.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de Deus é perfeito; a palavra do Senhor é provada: é um escudo para todos os que n'elle confiam.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é Deus senão o Senhor? e quem é rochedo senão o nosso Deus?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o que me cinge de força e aperfeiçoa o meu caminho.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os meus pés como os das cervas, e põe-me nas minhas alturas.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 as minhas mãos para a guerra, de sorte que os meus braços quebraram um arco de cobre.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me déste o escudo da tua salvação: a tua mão direita me susteve, e a tua mansidão me engrandeceu.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Alargaste os meus passos debaixo de mim, de maneira que os meus artelhos não vacillaram.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Persegui os meus inimigos, e os alcancei: não voltei senão depois de os ter consumido.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Atravessei-os, de sorte que não se poderam levantar: cairam debaixo dos meus pés.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cingiste de força para a peleja: fizeste abater debaixo de mim aquelles que contra mim se levantaram.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Déste-me tambem o pescoço dos meus inimigos para que eu podesse destruir os que me aborrecem.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Clamaram, mas não houve quem os livrasse: até ao Senhor, mas elle não lhes respondeu.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esmiucei como o pó diante do vento; deitei-os fóra como a lama das ruas.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Livraste-me das contendas do povo, e me fizeste cabeça das nações; um povo que não conheci, me servirá.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ouvindo a minha voz, me obedecerão: os estranhos se submetterão a mim.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estranhos decairão, e terão medo nos seus encerramentos.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vive: e bemdito seja o meu rochedo, e exaltado seja o Deus da minha salvação.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Deus que me vinga inteiramente, e sujeita os povos debaixo de mim;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me livra de meus inimigos;--sim, tu me exaltas sobre os que se levantam contra mim, tu me livras do homem violento.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ó Senhor, te louvarei entre as nações, e cantarei louvores ao teu nome.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18:50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engrandece a salvação do teu rei, e usa de benignidade com o seu ungido, com David, e com a sua semente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