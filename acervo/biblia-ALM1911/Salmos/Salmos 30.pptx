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Exaltar-te-hei, ó Senhor, porque tu me exaltaste; e não fizeste com que meus inimigos se alegrassem sobre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meu Deus, clamei a ti, e tu me saraste.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fizeste subir a minha alma da sepultura: conservaste-me a vida para que não descesse ao abysmo.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Senhor, vós que sois seus sanctos, e celebrae a memoria da sua sanctidade.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sua ira dura só um momento; no seu favor está a vida: o choro pode durar uma noite, mas a alegria vem pela manhã.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dizia na minha prosperidade: Não vacillarei jámais.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Senhor, pelo teu favor fizeste forte a minha montanha: tu encobriste o teu rosto, e fiquei perturbado.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Senhor, clamei, e ao Senhor suppliquei.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proveito ha no meu sangue, quando desço á cova? Porventura te louvará o pó? annunciará elle a tua verdade?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e tem piedade de mim, Senhor; sê o meu auxilio.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Tornaste o meu pranto em folguedo: desataste o meu sacco, e me cingiste de alegria: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minha gloria a ti cante louvores, e não se cale: Senhor, Deus meu, eu te louvarei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