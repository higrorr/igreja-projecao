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tenha misericordia de nós e nos abençõe; e faça resplandecer o seu rosto sobre nós (Selah).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 conheça na terra o teu caminho, e entre todas as nações a tua salvação.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Louvem-te a ti, ó Deus, os povos; louvem-te os povos todos.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Alegrem-se e regozijem-se as nações, pois julgarás os povos com equidade, e governarás as nações sobre a terra (Selah).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Louvem-te a ti, ó Deus, os povos; louvem-te os povos todos.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terra dará o seu fructo; e Deus, o nosso Deus, nos abençoará.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nos abençoará, e todas as extremidades da terra o temerão.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