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 um cantico novo, cantae ao Senhor toda 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Cantae ao Senhor, bemdizei o seu nome; annunciae a sua salvação de dia em 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Annunciae entre as nações a sua gloria; entre todos os povos as suas maravilhas.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grande é o Senhor, e digno de louvor, mais tremendo do que todos os deuses.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deuses dos povos são idolos, mas o Senhor fez os céus.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Gloria e magestade estão ante a sua face, força e formosura no seu sanctuario.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ao Senhor, ó familias dos povos, dae ao Senhor gloria e força.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Dae ao Senhor a gloria devida ao seu nome: trazei offerenda, e entrae nos seus atrios.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Adorae ao Senhor na belleza da sanctidade: tremei diante d'elle toda 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Dizei entre as nações que o Senhor reina: o mundo tambem se firmará para que se não abale: julgará os povos com rectidão.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Alegrem-se os céus, e regozije-se a terra: brama o mar e a sua plenitude.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Alegre-se o campo com tudo o que ha n'elle: então se regozijarão todas as arvores do bosque,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 a face do Senhor, porque vem, porque vem a julgar a terra: julgará o mundo com justiça e os povos com a sua verdade.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