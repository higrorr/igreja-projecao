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Senhor, de David, e de todas as suas afflicções.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jurou ao Senhor, e fez votos ao poderoso de Jacob,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que não entrarei na tenda de minha casa, nem subirei ao leito da minha cama.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darei somno aos meus olhos, nem adormecimento ás minhas pestanas,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não achar logar para o Senhor, uma morada para o Poderoso de Jacob.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ouvimos fallar d'ella em Ephrata, e a achámos no campo do bosque.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Entraremos nos seus tabernaculos: prostrar-nos-hemos ante o escabello de seus pés.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Senhor, no teu repouso, tu e a arca da tua força.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Vistam-se os teus sacerdotes de justiça, e alegrem-se os teus sanctos.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de David, teu servo, não faças virar o rosto do teu ungido.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jurou na verdade a David: não se apartará d'ella: Do fructo do teu ventre porei sobre o teu throno.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os teus filhos guardarem o meu concerto, e os meus testemunhos, que eu lhes hei de ensinar, tambem os seus filhos se assentarão perpetuamente no teu throno.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elegeu a Sião; desejou-a para a sua habitação, dizendo: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meu repouso para sempre: aqui habitarei, pois o desejei.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Abençoarei abundantemente o seu mantimento; fartarei de pão os seus necessitados.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Vestirei os seus sacerdotes de salvação, e os seus sanctos saltarão de prazer.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farei brotar a força de David: preparei uma lampada para o meu ungido.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Vestirei os seus inimigos de confusão; mas sobre elle florescerá a sua corôa.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