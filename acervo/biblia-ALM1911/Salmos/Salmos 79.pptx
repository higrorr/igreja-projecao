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os gentios vieram á tua herança; contaminaram o teu sancto templo; reduziram Jerusalem a montões de pedras.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Deram os corpos mortos dos teus servos por comida ás aves dos céus, e a carne dos teus sanctos ás bestas da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Derramaram o sangue d'elles como agua ao redor de Jerusalem, e não houve quem os enterrasse.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feitos opprobrio para nossos visinhos, escarneo e zombaria para os que estão á roda de nós.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quando, Senhor? Acaso te indignarás para sempre? Arderá o teu zelo como fogo?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o teu furor sobre os gentios que te não conhecem, e sobre os reinos que não invocam o teu nome.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devoraram a Jacob, e assolaram as suas moradas.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lembres das nossas iniquidades passadas: previnam-nos depressa as tuas misericordias, pois já estamos muito abatidos.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Ajuda-nos, ó Deus da nossa salvação, pela gloria do teu nome: e livra-nos, e espia os nossos peccados por amor do teu nome.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diriam os gentios: Onde está o seu Deus? Seja elle conhecido entre os gentios, a nossa vista, pela vingança do sangue dos teus servos, que foi derramado.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Venha perante a tua face o gemido dos presos; segundo a grandeza do teu braço preserva aquelles que estão sentenciados á morte.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 aos nossos visinhos, no seu regaço, sete vezes tanto da sua injuria com a qual te injuriaram,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nós, teu povo e ovelhas de teu pasto, te louvaremos eternamente: de geração em geração cantaremos os teus louvores.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