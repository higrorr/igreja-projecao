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Livra-me, ó Senhor, do homem mau: guarda-me do homem violento;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pensa o mal no coração: continuamente se ajuntam para a guerra.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Aguçaram as linguas como a serpente; o veneno das viboras está debaixo dos seus labios (Selah).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Guarda-me, ó Senhor, das mãos do impio; guarda-me do homem violento, os quaes se propozeram empuxar os meus passos.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soberbos armaram-me laços e cordas; estenderam a rede ao lado do caminho: armaram-me laços corrediços (Selah).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disse ao Senhor: Tu és o meu Deus: ouve a voz das minhas supplicas, ó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 Deus, fortaleza da minha salvação, tu cobriste a minha cabeça no dia da batalha.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concedas, ó Senhor, ao impio os seus desejos: não promovas o seu mau proposito, para que não se exalte (Selah).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á cabeça dos que me cercam, cubra-os a maldade dos seus labios.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Caiam sobre elles brazas vivas: sejam lançados no fogo: em covas profundas para que se não tornem a levantar.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terá firmeza na terra o homem de má lingua: o mal perseguirá o homem violento até que seja desterrado.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Sei que o Senhor sustentará a causa do opprimido, e o direito do necessitado.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os justos louvarão o teu nome: os rectos habitarão na tua presença.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