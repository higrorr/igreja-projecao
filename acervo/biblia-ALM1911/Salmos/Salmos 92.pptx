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Bom é louvar ao Senhor, e cantar louvores ao teu nome, ó Altissimo: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de manhã annunciar a tua benignidade, e todas as noites a tua fidelidade: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um instrumento de dez cordas, e sobre o psalterio: sobre a harpa com som solemne.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tu, Senhor, me alegraste pelos teus feitos: exultarei nas obras das tuas mãos.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Quão grandes são, Senhor, as tuas obras! mui profundos são os teus pensamentos.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brutal não conhece, nem o louco entende isto.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impio crescer como a herva, e quando florescerem todos os que obram a iniquidade, é que serão destruidos perpetuamente.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Senhor, és o Altissimo para sempre.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eis que os teus inimigos, Senhor, eis que os teus inimigos perecerão; serão dispersos todos os que obram a iniquidade,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exaltarás o meu poder, como o do unicornio: serei ungido com oleo fresco.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meus olhos verão o meu desejo sobre os meus inimigos, e os meus ouvidos ouvirão o meu desejo ácerca dos malfeitores que se levantam contra mim.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justo florescerá como a palmeira; crescerá como o cedro no Libano.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estão plantados na casa do Senhor florescerão nos atrios do nosso Deus.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velhice ainda darão fructos: serão viçosos e florescentes;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annunciar que o Senhor é recto: elle é a minha rocha, e n'elle não ha injustiça.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