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confiam no Senhor serão como o monte de Sião, que não se abala, mas permanece para sempre.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estão os montes á roda de Jerusalem, assim o Senhor está em volta do seu povo desde agora e para sempre.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sceptro da impiedade não permanecerá sobre a sorte dos justos, a não ser que o justo estenda as suas mãos para a iniquidade.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bem, ó Senhor, aos bons e aos que são rectos de coração.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áquelles que se inquietam para os seus caminhos tortuosos, leval-os-ha o Senhor com os que obram a maldade: paz haverá sobre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