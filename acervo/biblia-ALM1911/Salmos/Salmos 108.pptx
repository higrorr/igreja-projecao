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Preparado está o meu coração, ó Deus; cantarei e direi psalmos até com a minha gloria.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Desperta-te, psalterio e harpa; eu mesmo despertarei ao romper da alva.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Louvar-te-hei entre os povos, Senhor, e a ti cantarei psalmos entre as nações.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tua benignidade se estende até aos céus, e a tua verdade chega até ás mais altas nuvens.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Exalta-te sobre os céus, ó Deus, e a tua gloria sobre toda a terra,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sejam livres os teus amados: salva-nos com a tua dextra, e ouve-nos.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fallou na sua sanctidade: eu me regozijarei; repartirei a Sichem, e medirei o valle de Succoth.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é Galaad, meu é Manassés; e Ephraim a força da minha cabeça, Judah o meu legislador,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Moab o meu vaso de lavar: sobre Edom lançarei o meu sapato, sobre a Palestina jubilarei.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levará á cidade forte? Quem me guiará até Edom?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serás tu, ó Deus, que nos rejeitaste? E não sairás, ó Deus, com os nossos exercitos?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auxilio para sair da angustia, porque vão é o soccorro da parte do homem.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faremos proezas, pois elle calcará aos pés os nossos inimigos.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