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2:1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se amotinam as gentes, e os povos imaginam a vaidade?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2:2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reis da terra se levantam, e os principes consultam juntamente contra o Senhor e contra o seu ungido, dizendo: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2:3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Rompamos as suas ataduras, e sacudamos de nós as suas cordas.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2:4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Aquelle que habita nos céus se rirá: o Senhor zombará d'elles.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2:5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lhes fallará na sua ira, e no seu furor os turbará.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2:6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 porém ungi o meu Rei sobre o meu sancto monte de Sião.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2:7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Recitarei o decreto: o Senhor me disse: Tu és meu Filho, eu hoje te gerei.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2:8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Pede-me, e eu te darei as nações por herança, e os fins da terra por tua possessão.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2:9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Tu os esmigalharás com uma vara de ferro; tu os despedaçarás como a um vaso de oleiro.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2:10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Agora pois, ó reis, sêde prudentes; deixae-vos instruir, juizes da terra.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2:11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Servi ao Senhor com temor, e alegrae-vos com tremor.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2:12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Beijae ao Filho, para que se não ire, e pereçaes no caminho, quando em breve se accender a sua ira: bemaventurados todos aquelles que n'elle confiam.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