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Deus, meu Deus, porque me desamparaste? porque te alongas do meu auxilio e das palavras do meu bramido?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Deus, eu clamo de dia, e tu não me ouves; de noite, e não tenho socego.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tu és Sancto, o que habitas entre os louvores d'Israel.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ti confiaram nossos paes; confiaram, e tu os livraste.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 clamaram e escaparam; em ti confiaram, e não foram confundidos.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eu sou verme, e não homem, opprobrio dos homens e desprezado do povo.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que vêem zombam de mim, arreganham os beiços e meneiam a cabeça, dizendo: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Confiou no Senhor, que o livre; livre-o, pois n'elle tem prazer.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tu és o que me tiraste do ventre: fizeste-me esperar, estando aos peitos de minha mãe.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ti fui lançado desde a madre; tu és o meu Deus desde o ventre de minha mãe.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alongues de mim, pois a angustia está perto, e não ha quem ajude.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Muitos toiros me cercaram; fortes toiros de Bazan me rodearam.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Abriram contra mim suas boccas, como um leão que despedaça e que ruge.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agua me derramei, e todos os meus ossos se desconjuntaram: o meu coração é como cera, derreteu-se no meio das minhas entranhas.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força se seccou como um caco, e a lingua se me pega ao paladar: e me pozeste no pó da morte.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me rodearam cães: o ajuntamento de malfeitores me cercou, traspassaram-me as mãos e os pés.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Poderia contar todos os meus ossos: elles o vêem e me contemplam.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Repartem entre si os meus vestidos, e lançam sortes sobre a minha tunica.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tu, Senhor, não te alongues de mim: força minha, apressa-te em soccorrer-me.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Livra-me a minha alma da espada, e a minha predilecta da força do cão.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Salva-me da bocca do leão, sim, ouviste-me, desde as pontas dos unicornios.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declararei o teu nome aos meus irmãos: louvar-te-hei no meio da congregação.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que temeis ao Senhor, louvae-o; todos vós, semente de Jacob, glorificae-o; e temei-o todos vós, semente d'Israel.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desprezou nem abominou a afflicção do afflicto, nem escondeu d'elle o seu rosto; antes, quando elle clamou, o ouviu.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louvor virá de ti na grande congregação: pagarei os meus votos perante os que o temem.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mansos comerão e se fartarão; louvarão ao Senhor os que o buscam: o vosso coração viverá eternamente.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limites da terra se lembrarão, e se converterão ao Senhor: e todas as gerações das nações adorarão perante a tua face.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reino é do Senhor, e elle domina entre as nações.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que na terra são gordos comerão e adorarão, e todos os que descem ao pó se prostrarão perante elle: e ninguem poderá reter viva a sua alma.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semente o servirá: será contada ao Senhor de geração em geração.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Chegarão e annunciarão a sua justiça ao povo que nascer, porquanto elle o fez.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