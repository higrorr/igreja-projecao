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Senhor, minha rocha, que ensina as minhas mãos para a peleja e os meus dedos para a guerra;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Benignidade minha e fortaleza minha; alto retiro meu e meu libertador és tu: escudo meu, em quem eu confio, e que me sujeita o meu povo.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que é o homem, para que o conheças, e o filho do homem, para que o estimes?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é similhante á vaidade; os seus dias são como a sombra que passa.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Abaixa, ó Senhor, os teus céus, e desce; toca os montes, e fumegarão.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Vibra os teus raios, e dissipa-os; envia as tuas frechas, e desbarata-os.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 as tuas mãos desde o alto; livra-me, e, arrebata-me das muitas aguas e das mãos dos filhos estranhos,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Cuja bocca falla vaidade, e a sua direita é direita de falsidade.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ó Deus, cantarei um cantico novo, com o psalterio e instrumento de dez cordas te cantarei louvores.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que dás a salvação aos reis, e que livras a David, teu servo, da espada maligna.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Livra-me, e tira-me das mãos dos filhos estranhos, cuja bocca falla vaidade, e a sua direita é direita de iniquidade;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nossos filhos sejam como plantas crescidas na sua mocidade; para que as nossas filhas sejam como pedras d'esquina lavradas á moda de palacio.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as nossas dispensas se encham de todo o provimento; para que os nossos gados produzam a milhares e a dezenas de milhares nas nossas ruas.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os nossos bois sejam fortes para o trabalho; para que não haja nem assaltos, nem saidas, nem gritos nas nossas ruas.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povo, ao qual assim acontece: bemaventurado é o povo cujo Deus é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