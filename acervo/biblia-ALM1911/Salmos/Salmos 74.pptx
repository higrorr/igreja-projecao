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Ó Deus, porque nos rejeitaste para sempre? Porque se accende a tua ira contra as ovelhas do teu pasto?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da tua congregação que compraste desde a antiguidade, da vara da tua herança que remiste, este monte de Sião, em que habitaste.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 os teus pés para as perpetuas assolações, para tudo o que o inimigo tem feito de mal no sanctuario.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teus inimigos bramam no meio das tuas synagogas; põem n'ellas as suas insignias por signaes.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Cada qual se fez afamado, conforme levantara o machado contra a espessura do arvoredo.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Mas agora toda a obra entalhada por uma vez quebram com machados e martellos.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Lançaram fogo no teu sanctuario; profanaram, derribando-a até ao chão, a morada do teu nome.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Disseram nos seus corações: Despojemol-os d'uma vez. Queimaram todas as synagogas de Deus na terra.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Já não vemos os nossos signaes, já não ha propheta: nem ha entre nós alguem que saiba até quando isto durara.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Até quando, ó Deus, nos affrontará o adversario? Blasphemará o inimigo o teu nome para sempre?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retiras a tua mão, a saber, a tua dextra? tira-a de dentro do teu seio, e consome-os.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Deus é o meu Rei desde a antiguidade, obrando a salvação no meio da terra.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Tu dividiste o mar pela tua força; quebrantaste as cabeças dos dragões nas aguas.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Fizeste em pedaços as cabeças do leviathan, e o déste por mantimento aos habitantes do deserto.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Fendeste a fonte e o ribeiro: seccaste os rios impetuosos.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é o dia e tua é a noite: preparaste a luz e o sol.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Estabeleceste todos os limites da terra; verão e inverno tu os formaste.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Lembra-te d'isto: que o inimigo affrontou ao Senhor, e que um povo louco blasphemou o teu nome.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entregues ás feras a alma da tua rola: não te esqueças para sempre da vida dos teus afflictos.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Attende ao teu concerto; pois os logares tenebrosos da terra estão cheios de moradas de crueldade.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Oh, não volte envergonhado o opprimido: louvem o teu nome o afflicto e o necessitado.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Levanta-te, ó Deus, pleiteia a sua propria causa; lembra-te da affronta que o louco te faz cada dia.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Salmos 74:23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te esqueças dos gritos dos teus inimigos: o tumulto d'aquelles que se levantam contra ti augmenta continuamente.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