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misericordia de mim, ó Deus, segundo a tua benignidade; apaga as minhas transgressões, segundo a multidão das tuas misericordias.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Lava-me completamente da minha iniquidade, e purifica-me do meu peccado.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conheço as minhas transgressões, e o meu peccado está sempre diante de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ti, contra ti sómente pequei, e fiz o que é mau á tua vista, para que sejas justificado quando fallares, e puro quando julgares.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em iniquidade fui formado, e em peccado me concebeu minha mãe.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amas a verdade no intimo, e no occulto me fazes conhecer a sabedoria.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Purifica-me com hyssope, e ficarei puro: lava-me, e ficarei mais branco do que a neve.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Faze-me ouvir jubilo e alegria, para que gozem os ossos que tu quebraste.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Esconde a tua face dos meus peccados, e apaga todas as minhas iniquidades.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Cria em mim, ó Deus, um coração puro, e renova em mim um espirito recto.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lances fóra da tua presença, e não retires de mim o teu Espirito Sancto.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a dar-me a alegria da tua salvação, e sustem-me com o teu Espirito voluntario.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ensinarei aos transgressores os teus caminhos, e os peccadores a ti se converterão.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dos crimes de sangue, ó Deus, Deus da minha salvação, e a minha lingua louvará altamente a tua justiça.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Abre, Senhor, os meus labios, e a minha bocca entoará o teu louvor.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queres os sacrificios que eu daria; tu não te deleitas em holocaustos.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sacrificios para Deus são o espirito quebrantado; a um coração quebrantado e contrito não desprezarás, ó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o bem a Sião, segundo a tua boa vontade; edifica os muros de Jerusalem.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 agradarás dos sacrificios da justiça, dos holocaustos e das offertas queimadas; então se offerecerão novilhos sobre o teu altar.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