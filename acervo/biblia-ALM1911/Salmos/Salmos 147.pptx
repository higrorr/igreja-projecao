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é bom cantar louvores ao nosso Deus, porque é agradavel; decoroso é o louvor.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edifica a Jerusalem, congrega os dispersos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Sara os quebrantados de coração, e lhes ata as suas feridas.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o numero das estrellas, chama-as a todas pelos seus nomes.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o nosso Senhor, e de grande poder; o seu entendimento é infinito.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eleva os humildes, e abate os impios até á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 em acção de graça; cantae louvores ao nosso Deus sobre a harpa.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que cobre o céu de nuvens, o que prepara a chuva para a terra, e o que faz produzir herva sobre os montes.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dá aos animaes o seu sustento, e aos filhos dos corvos, quando clamam.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deleita na força do cavallo, nem se compraz nas pernas do varão.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agrada dos que o temem e dos que esperam na sua misericordia.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Louva, ó Jerusalem, ao Senhor; louva, ó Sião, ao teu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fortaleceu os ferrolhos das tuas portas; abençôa aos teus filhos dentro de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que põe em paz os teus termos, e da flôr da farinha te farta.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envia o seu mandamento á terra, a sua palavra corre velozmente.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dá a neve como lã, esparge a geada como cinza.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lança o seu gelo em pedaços; quem pode resistir ao seu frio?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a sua palavra, e os faz derreter; faz soprar o vento, e correm as aguas.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 a sua palavra a Jacob, os seus estatutos e os seus juizos a Israel.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fez assim a nenhuma outra nação; e, emquanto aos seus juizos, não os conhecem.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