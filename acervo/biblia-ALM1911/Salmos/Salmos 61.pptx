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ó Deus, o meu clamor; attende á minha oração.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fim da terra clamarei a ti, quando o meu coração estiver desmaiado; leva-me para a rocha que é mais alta do que 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tens sido um refugio para mim, e uma torre forte contra o inimigo.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Habitarei no teu tabernaculo para sempre: abrigar-me-hei no occulto das tuas azas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tu, ó Deus, ouviste os meus votos: déste-me a herança dos que temem o teu nome.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Prolongarás os dias do rei; e os seus annos serão como muitas gerações.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permanecerá diante de Deus para sempre; prepara-lhe misericordia e verdade que o preservem.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cantarei psalmos ao teu nome perpetuamente, para pagar os meus votos de dia em dia.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