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Israel saiu do Egypto, e a casa de Jacob de um povo barbaro,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Judah ficou seu sanctuario, e Israel seu dominio.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mar o viu, e fugiu: o Jordão voltou para traz.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montes saltaram como carneiros, e os outeiros como cordeiros.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tiveste tu, ó mar, que fugiste, e tu, ó Jordão, que voltaste para traz?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Montes, que saltastes como carneiros, e outeiros, como cordeiros?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Treme, terra, na presença do Senhor, na presença do Deus de Jacob.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converteu o rochedo em lago de aguas, e o seixo em fonte de agua.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