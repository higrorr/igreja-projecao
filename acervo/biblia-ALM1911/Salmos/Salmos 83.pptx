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não estejas em silencio; não te cales, nem te aquietes, ó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teus inimigos fazem tumulto, e os que te aborrecem levantaram a cabeça.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astuto conselho contra o teu povo, e consultavam contra os teus escondidos.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Disseram: Vinde, e desarreiguemol-os para que não sejam nação, nem haja mais memoria do nome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consultaram juntos e unanimes; elles se alliam contra ti: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tendas de Edom, e dos ismaelitas, de Moab, e dos agarenos,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Gebal, e de Ammon, e de Amalek, de Palestina, com os moradores de Tyro.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Assyria se ajuntou com elles: foram ajudar aos filhos de Lot (Selah).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Faze-lhes como aos madianitas; como a Sisera, como a Jabin na ribeira de Kison.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pereceram em Endor; tornaram-se como estrume para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 aos seus nobres como a Oreb, e como a Zeeb e a todos os seus principes, como a Zebah e como a Zalmuna;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disseram: Tomemos para nós as casas de Deus em possessão.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meu, faze-os como um tufão, como a aresta diante do vento.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fogo que queima um bosque, e como a chamma que incendeia as brenhas,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persegue com a tua tempestade, e os assombra com o teu torvelinho.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Encham-se de vergonha as suas faces, para que busquem o teu nome,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Confundam-se e assombrem-se perpetuamente; envergonhem-se, e pereçam.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83:18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saibam que tu, a quem só pertence o nome de Jehovah, és o Altissimo sobre toda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