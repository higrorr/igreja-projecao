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Levante-se Deus, e sejam dissipados os seus inimigos; fugirão de diante d'elle os que o aborrecem.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se impelle o fumo assim tu os impelles; assim como a cera se derrete diante do fogo, assim pereçam os impios diante de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alegrem-se os justos, e se regozijem na presença de Deus, e folguem d'alegria.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 a Deus, cantae louvores ao seu nome; louvae aquelle que vae montado sobre os céus, pois o seu nome é Jah, e exultae diante d'elle.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Pae d'orphãos e juiz de viuvas é Deus, no seu logar sancto.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faz que o solitario viva em familia: liberta aquelles que estão presos em grilhões; mas os rebeldes habitam em terra secca.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quando sahias diante do teu povo, quando caminhavas pelo deserto, (Selah).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terra se abalava, e os céus distillavam perante a face de Deus; até o proprio Sinai foi commovido na presença de Deus, do Deus de Israel.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ó Deus, mandaste a chuva em abundancia, confortaste a tua herança, quando estava cançada.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N'ella habitava o teu rebanho; tu, ó Deus, preparaste na tua bondade para o pobre.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deu a palavra: grande era o exercito dos que annunciavam as boas novas.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Reis de exercitos fugiram á pressa; e aquella que ficava em casa repartia os despojos.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vos tenhaes deitado entre panellas, comtudo sereis como as azas d'uma pomba, cobertas de prata, e as suas pennas d'oiro amarello.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Omnipotente ali espalhou os reis, ella ficou alva como a neve em Salmon.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monte de Deus é como o monte de Basan, um monte elevado como o monte de Basan.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saltaes, ó montes elevados? este é o monte que Deus desejou para a sua habitação, e o Senhor habitará n'elle eternamente.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carros de Deus são vinte milhares, milhares de milhares. O Senhor está entre elles, como em Sinai, no logar sancto.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subiste ao alto, levaste captivo o captiveiro, recebeste dons para os homens, e até para os rebeldes, para que o Senhor Deus habitasse entre elles.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seja o Senhor, que de dia em dia nos carrega de beneficios: o Deus que é a nossa salvação (Selah),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é o nosso Deus é o Deus da salvação; e a Jehovah, o Senhor, pertencem as saidas da morte.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Deus ferirá gravemente a cabeça de seus inimigos e o craneo cabelludo do que anda em suas culpas.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o Senhor: Eu os farei voltar de Basan, farei voltar o meu povo das profundezas do mar.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teu pé mergulhe no sangue de teus inimigos, e no mesmo a lingua dos teus cães.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elles teem visto os teus caminhos; os caminhos do meu Deus, meu Rei, no sanctuario.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cantores iam adiante, os tocadores de instrumentos atraz; entre elles as donzellas tocando adufes.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Celebrae a Deus nas congregações; ao Senhor, desde a fonte d'Israel.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está o pequeno Benjamin, que domina sobre elles, os principes de Judah com o seu ajuntamento, os principes de Zabulon e os principes de Naphtali.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Deus ordenou a tua força: fortalece, ó Deus, o que já obraste para nós.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amor do teu templo em Jerusalem, os reis te trarão presentes.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Reprehende asperamente as feras das cannas, a multidão dos toiros, com os novilhos dos povos, até que cada um se submetta com pedaços de prata; dissipa os povos que desejam a guerra.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Embaixadores reaes virão do Egypto; a Ethiopia cedo estenderá para Deus as suas mãos.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Reinos da terra, cantae a Deus, cantae louvores ao Senhor (Selah),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Áquelle que vae montado sobre os céus dos céus, que existiam desde a antiguidade; eis que envia a sua voz, dá um brado vehemente.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Dae a Deus fortaleza: a sua excellencia está sobre Israel e a sua fortaleza nas mais altas nuvens.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tu és tremendo desde os teus sanctuarios: o Deus d'Israel é o que dá fortaleza e poder ao seu povo. Bemdito seja Deus!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