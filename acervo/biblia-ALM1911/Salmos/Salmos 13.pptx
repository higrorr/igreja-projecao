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 te esquecerás de mim, Senhor? para sempre? até quando esconderás de mim o teu rosto?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 consultarei com a minha alma, tendo tristeza no meu coração cada dia? Até quando se exaltará sobre mim o meu inimigo?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Attende-me, ouve-me, ó Senhor meu Deus; alumia os meus olhos para que eu não adormeça na morte;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meu inimigo não diga: Prevaleci contra elle; e os meus adversarios se não alegrem, vindo eu a vacillar.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confio na tua benignidade: na tua salvação se alegrará o meu coração.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Cantarei ao Senhor, porquanto me tem feito muito bem.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