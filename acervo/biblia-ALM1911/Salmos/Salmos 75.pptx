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Deus, glorificamos, a ti damos louvor, pois o teu nome está perto, as tuas maravilhas o declaram.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occupar o logar determinado, julgarei rectamente.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e todos os seus moradores estão dissolvidos, mas eu fortaleci as suas columnas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eu aos loucos: Não enlouqueçaes; e aos impios: Não levanteis a fronte: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levanteis a vossa fronte altiva, nem falleis com cerviz dura;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nem do oriente, nem do occidente, nem do deserto vem a exaltação.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é o Juiz; a um abate, e a outro exalta.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mão do Senhor ha um calix, cujo vinho é roxo; está cheio de mistura; e dá a beber d'elle; mas as fezes d'elle todos os impios da terra as sorverão e beberão.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o declararei para sempre; cantarei louvores ao Deus de Jacob.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quebrarei todas as forças dos impios, mas as forças dos justos serão exaltadas.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