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a ti clamo, escuta-me; inclina os teus ouvidos á minha voz, quando a ti clamar.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Suba a minha oração perante a tua face como incenso, e as minhas mãos levantadas sejam como o sacrificio da tarde.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Põe, ó Senhor, uma guarda á minha bocca: guarda a porta dos meus labios.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inclines o meu coração a coisas más, a praticar obras más, com aquelles que obram a iniquidade; e não coma das suas delicias.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Fira-me o justo, será uma benignidade; e reprehenda-me, será um excellente oleo, que me não quebrará a cabeça; porque orarei nas suas proprias calamidades.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seus juizes forem derribados pelos lados da rocha, ouvirão as minhas palavras, pois são agradaveis.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nossos ossos são espalhados á bocca da sepultura como se alguem fendera e partira lenha em terra.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meus olhos te contemplam, o Deus, Senhor: em ti confio; não desnudes a minha alma.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Guarda-me dos laços que me armaram; e dos laços corrediços dos que obram a iniquidade.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Caiam os impios nas suas proprias redes, até que eu tenha escapado inteiramente.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