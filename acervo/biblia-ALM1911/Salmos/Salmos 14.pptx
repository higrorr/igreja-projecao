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o nescio no seu coração: Não ha Deus. Teem-se corrompido, fazem-se abominaveis em suas obras, não ha ninguem que faça o bem.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olhou desde os céus para os filhos dos homens, para ver se havia algum que tivesse entendimento e buscasse a Deus.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Desviaram-se todos e juntamente se fizeram immundos: não ha quem faça o bem, não ha sequer um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terão conhecimento os que obram a iniquidade? os quaes comem o meu povo, como se comessem pão, e não invocam ao Senhor.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Ali se acharam em grande pavor, porque Deus está na geração dos justos.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Vós envergonhaes o conselho dos pobres, porquanto o Senhor é o seu refugio.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Oh, se de Sião tivera já vindo a redempção d'Israel! quando o Senhor fizer voltar os captivos do seu povo, se regozijará Jacob e se alegrará Israel.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