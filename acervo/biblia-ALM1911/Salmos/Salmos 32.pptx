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aquelle cuja transgressão é perdoada, e cujo peccado é coberto.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homem a quem o Senhor não imputa maldade, e em cujo espirito não ha engano.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guardei silencio, envelheceram os meus ossos pelo meu bramido em todo o 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 dia e de noite a tua mão pesava sobre mim; o meu humor se tornou em sequidão de estio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Confessei-te o meu peccado, e a minha maldade não encobri; dizia eu: Confessarei ao Senhor as minhas transgressões; e tu perdoaste a maldade do meu peccado (Selah).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todo aquelle que é sancto orará a ti, em tempo que te possa achar: até no trasbordar de muitas aguas, estas não lhe chegarão.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o logar em que me escondo, tu me preservas da angustia: tu me cinges d'alegres cantos de livramento (Selah).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Instruir-te-hei, e ensinar-te-hei o caminho que deves seguir; guiar-te-hei com os meus olhos.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sejaes como o cavallo, nem como a mula, que não tem entendimento, cuja bocca precisa de cabresto e freio, para que se não cheguem a 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impio tem muitas dôres, mas áquelle que confia no Senhor a misericordia o cercará.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Alegrae-vos no Senhor, e regozijae-vos, vós os justos; e cantae alegremente, todos vós que sois rectos de coração.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