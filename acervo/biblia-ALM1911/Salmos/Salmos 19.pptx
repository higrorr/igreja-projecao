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céus declararam a gloria de Deus e o firmamento annuncia a obra das suas mãos.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dia faz declaração a outro dia, e uma noite mostra sabedoria a outra noite.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ha linguagem nem falla onde se não oiçam as suas vozes.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linha se estende por toda a terra, e as suas palavras até ao fim do mundo. N'elles poz uma tenda para o sol,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é como um noivo que sae do seu thalamo, e se alegra como um heroe, a correr o seu caminho.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saida é desde uma extremidade dos céus, e o seu curso até ás outras extremidades d'elles, e nada se esconde ao seu calor.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lei do Senhor é perfeita, e refrigera a alma: o testemunho do Senhor é fiel, e dá sabedoria aos simplices.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preceitos do Senhor são rectos e alegram o coração: o mandamento do Senhor é puro, e allumia os olhos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temor do Senhor é limpo, e permanece eternamente: os juízos do Senhor são verdadeiros e justos juntamente.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desejaveis são do que o oiro, sim, do que muito oiro fino; e mais doces do que o mel e o licor dos favos.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por elles é admoestado o teu servo; e em os guardar ha grande recompensa.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pode entender os seus erros? expurga-me tu dos que me são occultos.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das soberbas guarda o teu servo, para que se não assenhoreiem de mim: então serei sincero, e ficarei limpo de grande transgressão.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Sejam agradaveis as palavras da minha bocca e a meditação do meu coração perante a tua face, Senhor, Rocha minha e Libertador meu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