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cantemos ao Senhor: jubilemos á rocha da nossa salvação.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Apresentemo-nos ante a sua face com louvores, e celebremol-o com psalmos.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é Deus grande, e Rei grande sobre todos os deuses.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suas mãos estão as profundezas da terra, e as alturas dos montes são suas.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é o mar, e elle o fez, e as suas mãos formaram a terra secca.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vinde, adoremos e prostremo-nos: ajoelhemos diante do Senhor que nos creou.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é o nosso Deus, e nós povo do seu pasto e ovelhas da sua mão. Se hoje ouvirdes a sua voz,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endureçaes os vossos corações, assim como na provocação e como no dia da tentação no deserto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vossos paes me tentaram, me provaram, e viram a minha obra.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Quarenta annos estive desgostado com esta geração, e disse: É um povo que erra do coração, e não tem conhecido os meus caminhos.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jurei na minha ira que não entrarão no meu repouso.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