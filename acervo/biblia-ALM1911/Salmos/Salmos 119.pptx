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Bemaventurados os rectos em seus caminhos, que andam na lei do Senhor.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Bemaventurados os que guardam os seus testemunhos, e que o buscam com todo o coração,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obram iniquidade: andam nos seus caminhos.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ordenaste os teus mandamentos, para que diligentemente os observassemos.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Oxalá que os meus caminhos fossem dirigidos a observar os teus estatutos.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não serei envergonhado, quando tiver respeito a todos os teus mandamentos.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Louvar-te-hei com rectidão de coração, quando tiver aprendido os teus justos juizos.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Observarei os teus estatutos: não me desampares totalmente.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que purificará o mancebo o seu caminho? observando-o conforme a tua palavra.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todo o meu coração te busquei: não me deixes desviar dos meus mandamentos.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palavra tenho eu escondido no meu coração, para não peccar contra ti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Bemdito és tu, ó Senhor; ensina-me os teus estatutos.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os meus labios declarei todos os juizos da tua bocca.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Folguei tanto no caminho dos teus testemunhos, como em todas as riquezas.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Meditarei nos teus preceitos, e terei respeito aos teus caminhos.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Recrear-me-hei nos teus estatutos: não me esquecerei da tua palavra.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 bem ao teu servo, para que viva e observe a tua palavra.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tu os meus olhos, para que veja as maravilhas da tua lei.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peregrino na terra: não escondas de mim os teus mandamentos.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está quebrantada de desejar os teus juizos em todo o tempo.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reprehendeste asperamente os soberbos que são amaldiçoados, que se desviam dos teus mandamentos.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Tira de sobre mim o opprobrio e o desprezo, pois guardei os teus testemunhos.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Principes tambem se assentaram, e fallaram contra mim, mas o teu servo meditou nos teus estatutos.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os teus testemunhos são o meu prazer e os meus conselheiros.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está pegada ao pó: vivifica-me segundo a tua palavra.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 contei os meus caminhos, e tu me ouviste: ensina-me os teus estatutos.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Faze-me entender os caminhos dos teus preceitos: assim fallarei das tuas maravilhas.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se derrete de tristeza: fortalece-me segundo a tua palavra.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Desvia de mim o caminho da falsidade, e concede-me piedosamente a tua lei.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escolhido o caminho da verdade: os teus juizos tenho posto diante de mim.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Tenho-me apegado aos teus testemunhos: ó Senhor, não me confundas.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Percorrerei o caminho dos teus mandamentos, quando dilatares o meu coração.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Ensina-me, ó Senhor, o caminho dos teus estatutos, e guardal-o-hei até ao fim.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Dá-me entendimento, e guardarei a tua lei, e observal-a-hei de todo o meu coração.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Faze-me andar na vereda dos teus mandamentos, porque n'ella tenho prazer.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Inclina o meu coração aos teus testemunhos, e não á cubiça.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Desvia os meus olhos de contemplarem a vaidade, e vivifica-me no teu caminho.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Confirma a tua palavra ao teu servo, que é dedicado ao teu temor.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Desvia de mim o opprobrio que temo, pois os teus juizos são bons.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tenho desejado os teus preceitos; vivifica-me na tua justiça.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Venham sobre mim tambem as tuas misericordias, ó Senhor, e a tua salvação segundo a tua palavra.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terei que responder ao que me affronta, pois confio na tua palavra.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tires totalmente a palavra de verdade da minha bocca, pois tenho esperado nos teus juizos.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observarei de continuo a tua lei para sempre e eternamente.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andarei em liberdade; pois busco os teus preceitos.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fallarei dos teus testemunhos perante os reis, e não me envergonharei.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recrear-me-hei em teus mandamentos, que tenho amado.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levantarei as minhas mãos para os teus mandamentos, que amei, e meditarei nos teus estatutos.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 da palavra dada ao teu servo, na qual me fizeste esperar.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é a minha consolação na minha afflicção, porque a tua palavra me vivificou.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soberbos zombaram grandemente de mim; comtudo não me desviei da tua lei.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Lembrei-me dos teus juizos antiquissimos, ó Senhor, e assim me consolei.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 indignação se apoderou de mim por causa dos impios que desamparam a tua lei.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estatutos teem sido os meus canticos, na casa da minha peregrinação.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Lembrei-me do teu nome, ó Senhor, de noite, e observei a tua lei.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fiz eu, porque guardei os teus mandamentos.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é a minha porção: eu disse que observaria as tuas palavras.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Roguei devéras o teu favor com todo o meu coração: tem piedade de mim, segundo a tua palavra.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Considerei os meus caminhos, e voltei os meus pés para os teus testemunhos.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Apressei-me, e não me detive, a observar os teus mandamentos.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Bandos de impios me despojaram, mas eu não me esqueci da tua lei.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 meia noite me levantarei para te louvar, pelos teus justos juizos.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Companheiro sou de todos os que te temem e dos que guardam os teus preceitos.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terra, ó Senhor, está cheia da tua benignidade: ensina-me os teus estatutos.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Fizeste bem ao teu servo, Senhor, segundo a tua palavra.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Ensina-me bom juizo e sciencia, pois cri nos teus mandamentos.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de ser afflicto andava errado; mas agora tenho guardado a tua palavra.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bom e fazes bem: ensina-me os teus estatutos.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soberbos forjaram mentiras contra mim; mas eu com todo o meu coração guardarei os teus preceitos.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Engrossa-se-lhes o coração como gordura, mas eu me recreio na tua lei.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Foi-me bom ter sido afflicto, para que aprendesse os teus estatutos.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 é para mim a lei da tua bocca do que milhares de oiro ou prata.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tuas mãos me fizeram e me formaram; dá-me intelligencia para entender os teus mandamentos.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te temem alegraram-se quando me viram, porque tenho esperado na tua palavra.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sei eu, ó Senhor, que os teus juizos são justos, e que segundo a tua fidelidade me affligiste.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Sirva pois a tua benignidade para me consolar, segundo a palavra que déste ao teu servo.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Venham sobre mim as tuas misericordias, para que viva, pois a tua lei é as minhas delicias.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Confundam-se os soberbos, pois me trataram d'uma maneira perversa, sem causa; mas eu meditarei nos teus preceitos.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Voltem-se para mim os que te temem, e aquelles que teem conhecido os teus testemunhos.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recto o meu coração nos teus estatutos, para que não seja confundido.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Desfallece a minha alma pela tua salvação, mas espero na tua palavra.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olhos desfallecem pela tua palavra; entretanto dizia: Quando me consolarás tu?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estou como odre no fumo; comtudo não me esqueço dos teus estatutos.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Quantos serão os dias do teu servo? Quando me farás justiça contra os que me perseguem?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soberbos me cavaram covas, o que não é conforme á tua lei.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teus mandamentos são verdade: com mentiras me perseguem; ajuda-me.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Quasi que me teem consumido sobre a terra, mas eu não deixei os teus preceitos.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Vivifica-me segundo a tua benignidade; assim guardarei o testemunho da tua bocca.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sempre, ó Senhor, a tua palavra permanece no céu.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fidelidade dura de geração em geração: tu firmaste a terra, e ella permanece firme.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Elles continuam até ao dia d'hoje, segundo as tuas ordenações; porque todos são teus servos.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 tua lei não fôra toda a minha recreação, ha muito que pereceria na minha afflicção.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119:93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me esquecerei dos teus preceitos; pois por elles me tens vivificado.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teu, salva-me; pois tenho buscado os teus preceitos.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impios me esperam para me destruirem, mas eu considerarei os teus testemunhos.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visto fim a toda a perfeição, mas o teu mandamento é amplicissimo.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quanto amo a tua lei! é a minha meditação em todo o dia.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pelos teus mandamentos me fazes mais sabio do que os meus inimigos, pois estão sempre comigo.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mais entendimento do que todos os meus mestres, porque os teus testemunhos são a minha meditação.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Entendo mais do que os antigos; porque guardo os teus preceitos.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Desviei os meus pés de todo o caminho mau, para guardar a tua palavra.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me apartei dos teus juizos, pois tu me ensinaste.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quão doces são as tuas palavras ao meu paladar, mais doces do que o mel á minha bocca.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Pelos teus mandamentos alcancei entendimento; pelo que aborreço todo o falso caminho.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palavra é uma lampada para os meus pés e uma luz para o meu caminho.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Jurei, e o cumprirei, que guardarei os teus justos juizos.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119:107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Estou afflictissimo; vivifica-me, ó Senhor, segundo a tua palavra.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Acceita, eu te rogo, as offerendas voluntarias da minha bocca, ó Senhor; ensina-me os teus juizos.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está de continuo nas minhas mãos; todavia não me esqueço da tua lei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impios me armaram laço; comtudo não me desviei dos teus preceitos.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testemunhos tenho eu tomado por herança para sempre, pois são o gozo do meu coração.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Inclinei o meu coração a guardar os teus estatutos, para sempre, até ao fim.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Aborreço a duplicidade, mas amo a tua lei.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o meu refugio e o meu escudo; espero na tua palavra.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Apartae-vos de mim, malfeitores, pois guardarei os mandamentos do meu Deus.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Sustenta-me conforme a tua palavra, para que viva, e não me deixes envergonhado da minha esperança.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Sustenta-me, e serei salvo, e de continuo terei respeito aos teus estatutos.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tens pisado aos pés todos os que se desviam dos teus estatutos, pois o engano d'elles é falsidade.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tiraste da terra todos os impios, como a escoria, pelo que amo os teus testemunhos.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corpo se arrepiou com temor de ti, e temi os teus juizos.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 juizo e justiça: não me entregues aos meus oppressores.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Fica por fiador do teu servo para o bem; não deixes que os soberbos me opprimam.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olhos desfalleceram pela tua salvação e pela promessa da tua justiça.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Usa com o teu servo segundo a tua benignidade, e ensina-me os teus estatutos.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teu servo: dá-me intelligencia, para entender os teus testemunhos.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é tempo de operares ó Senhor, pois elles teem quebrantado a tua lei.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amo os teus mandamentos mais do que o oiro, e ainda mais do que o oiro fino.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estimo todos os teus preceitos ácerca de tudo, como rectos, e aborreço toda a falsa vereda.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Maravilhosos são os teus testemunhos; portanto a minha alma os guarda.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entrada das tuas palavras dá luz, dá entendimento aos simplices.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Abri a minha bocca, e respirei, pois que desejei os teus mandamentos.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 para mim, e tem piedade de mim, conforme usas com os que amam o teu nome.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Ordena os meus passos na tua palavra, e não se apodere de mim iniquidade alguma.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Livra-me da oppressão do homem; assim guardarei os teus preceitos.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 resplandecer o teu rosto sobre o teu servo, e ensina-me os teus estatutos.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Rios d'aguas correm dos meus olhos, porque não guardam a tua lei.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Justo és, ó Senhor, e rectos são os teus juizos.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testemunhos que ordenaste são rectos e muito fieis.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zelo me consumiu, porque os meus inimigos se esqueceram da tua palavra.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palavra é muito pura; portanto o teu servo a ama.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Pequeno sou e desprezado, porém não me esqueço dos teus mandamentos.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justiça é uma justiça eterna, e a tua lei é a verdade.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Aperto e angustia se apoderam de mim; comtudo os teus mandamentos são o meu prazer.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justiça dos teus testemunhos é eterna; dá-me intelligencia, e viverei.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Clamei de todo o meu coração; escuta-me, Senhor, e guardarei os teus estatutos.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 te invoquei; salva-me, e guardarei os teus testemunhos.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Preveni a alva da manhã, e clamei: esperei na tua palavra.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olhos preveniram as vigilias da noite, para meditar na tua palavra.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a minha voz, segundo a tua benignidade: vivifica-me, ó Senhor, segundo o teu juizo.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Approximam-se os que se dão a maus tratos: affastam-se da tua lei.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estás perto ó Senhor, e todos os teus mandamentos são a verdade.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Ácerca dos teus testemunhos soube, desde a antiguidade, que tu os fundaste para sempre.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 para a minha afflicção, e livra-me, pois não me esqueci da tua lei.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Pleiteia a minha causa, e livra-me: vivifica-me segundo a tua palavra.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salvação está longe dos impios, pois não buscam os teus estatutos.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Muitas são, ó Senhor, as tuas misericordias: vivifica-me segundo os teus juizos.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Muitos são os meus perseguidores e os meus inimigos; porém não me desvio dos teus testemunhos.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 os transgressores, e me affligi, porque não observam a tua palavra.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Considera como amo os teus preceitos: vivifica-me, ó Senhor, segundo a tua benignidade.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palavra é a verdade desde o principio, e cada um dos teus juizos dura para sempre.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Principes me perseguiram sem causa, mas o meu coração temeu a tua palavra.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Folgo com a tua palavra, como aquelle que acha um grande despojo.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Abomino e aborreço a falsidade, porém amo a tua lei.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Sete vezes no dia te louvo pelos juizos da tua justiça.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Muita paz teem os que amam a tua lei, e para elles não ha tropeço.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tenho esperado na tua salvação, e tenho cumprido os teus mandamentos.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tem observado os teus testemunhos; amo-os excessivamente.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observado os teus preceitos e os teus testemunhos, porque todos os meus caminhos estão diante de ti.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Chegue a ti o meu clamor, ó Senhor: dá-me entendimento conforme a tua palavra.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Chegue a minha supplica perante a tua face: livra-me segundo a tua palavra.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labios proferiram o louvor, quando me ensinaste os teus estatutos.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lingua fallará da tua palavra, pois todos os teus mandamentos são justiça.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Venha a tua mão soccorrer-me, pois elegi os teus preceitos.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desejado a tua salvação, ó Senhor, a tua lei é todo o meu prazer.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Viva a minha alma, e louvar-te-ha: ajudem-me os teus juizos.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119:176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Desgarrei-me como a ovelha perdida; busca o teu servo, pois não me esqueci dos teus mandamentos.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