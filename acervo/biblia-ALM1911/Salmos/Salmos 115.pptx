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 nós, Senhor, não a nós, mas ao teu nome dá gloria, por amor da tua benignidade e da tua verdade.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dirão as nações: Onde está o seu Deus?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nosso Deus está nos céus: fez tudo o que lhe aprouve.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idolos d'elles são prata e oiro, obra das mãos dos homens.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Teem bocca mas não fallam: olhos teem, mas não vêem: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Teem ouvidos, mas não ouvem; narizes teem, mas não cheiram: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Teem mãos, mas não apalpam; pés teem, mas não andam; nem som algum sae da sua garganta.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elles se tornem similhantes os que os fazem, assim como todos os que n'elles confiam.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Israel, confia no Senhor: elle é o seu auxilio e o seu escudo.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Casa de Aarão, confia no Senhor: elle é o seu auxilio e o seu escudo.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os que temeis ao Senhor, confiae no Senhor: elle é o seu auxilio e o seu escudo.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se lembrou de nós; elle nos abençoará; abençoará a casa d'Israel; abençoará a casa d'Aarão.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Abençoará os que temem ao Senhor, tanto pequenos como grandes.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vos augmentará cada vez mais, a vós e a vossos filhos.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Sois bemditos do Senhor que fez os céus e a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céus são os céus do Senhor; mas a terra a deu aos filhos dos homens.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mortos não louvam ao Senhor, nem os que descem ao silencio.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nós bemdiremos ao Senhor, desde agora e para sempre. Louvae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