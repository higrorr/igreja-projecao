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está na congregação dos poderosos; julga no meio dos deuses.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quando julgareis injustamente, e acceitareis as pessoas dos impios? (Selah).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Fazei justiça ao pobre e ao orphão: justificae o afflicto e necessitado.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Livrae o pobre e o necessitado; tirae-os das mãos dos impios.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Elles não conhecem, nem entendem; andam em trevas; todos os fundamentos da terra vacillam.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disse: Vós sois deuses, e todos vós filhos do Altissimo.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Todavia morrereis como homens, e caireis como qualquer dos principes.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Levanta-te, ó Deus, julga a terra, pois tu possues todas as nações.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