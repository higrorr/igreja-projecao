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quem habitará no teu tabernaculo? quem morará no teu sancto monte?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anda sinceramente, e obra a justiça, e falla a verdade do seu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não murmura com a sua lingua, nem faz mal ao seu proximo, nem acceita nenhum opprobrio contra o seu proximo.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cujos olhos o reprobo é desprezado; mas honra aos que temem ao Senhor. Aquelle que jura com damno seu, e comtudo não muda.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não dá o seu dinheiro á usura. nem recebe peitas contra o innocente: quem faz isto nunca será abalado.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