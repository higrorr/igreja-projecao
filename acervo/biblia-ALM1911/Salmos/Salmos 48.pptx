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Grande é o Senhor e mui digno de louvor, na cidade do nosso Deus, no seu monte sancto.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Formoso de sitio, e alegria de toda a terra é o monte de Sião sobre os lados do norte, a cidade do grande 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conhecido nos seus palacios por um alto refugio.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os reis se ajuntaram: elles passaram juntos.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Viram-n'o, e ficaram maravilhados; ficaram assombrados e se apressaram em fugir.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Tremor ali os tomou, e dôres como de mulher de parto.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quebras as náus de Tarsis com um vento oriental.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ouvimos, assim o vimos na cidade do Senhor dos Exercitos, na cidade do nosso Deus. Deus a confirmará para sempre (Selah).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Lembramo-nos, ó Deus, da tua benignidade no meio do teu templo.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é o teu nome, ó Deus, assim é o teu louvor, até aos fins da terra: a tua mão direita está cheia de justiça.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Alegre-se o monte de Sião; alegrem-se as filhas de Judah por causa dos teus juizos.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Rodeae Sião, e cercae-a, contae as suas torres.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Marcae bem os seus antemuros, considerae os seus palacios, para que o conteis á geração seguinte.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este Deus é o nosso Deus para sempre, elle será nosso guia até á morte.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