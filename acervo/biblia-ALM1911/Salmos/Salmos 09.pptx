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 louvarei, Senhor, com todo o meu coração; contarei todas as tuas maravilhas.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ti me alegrarei e saltarei de prazer; cantarei louvores ao teu nome, ó Altissimo.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os meus inimigos voltaram para traz, cairam e pereceram diante da tua face.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tu tens sustentado o meu direito e a minha causa; tu te assentaste no tribunal, julgando justamente.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Reprehendeste as nações, destruiste os impios; apagaste o seu nome para sempre e eternamente.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inimigo! acabaram-se para sempre as assolações;--e tu arrazaste as cidades, e a sua memoria pereceu com ellas.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Senhor está assentado perpetuamente; já preparou o seu tribunal para julgar.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mesmo julgará o mundo com justiça; fará juizo aos povos com rectidão.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será tambem um alto refugio para o opprimido; um alto refugio em tempos de angustia.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ti confiarão os que conhecem o teu nome; porque tu, Senhor, nunca desamparaste aos que te buscam.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Cantae louvores ao Senhor, que habita em Sião; annunciae entre os povos os seus feitos.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quando busca derramamento de sangue, lembra-se d'elles; não se esquece do clamor dos miseraveis.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 misericordia de mim, Senhor, olha para a minha miseria, que soffro d'aquelles que me aborrecem; tu que me levantas das portas da morte,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eu conte todos os teus louvores nas portas da filha de Sião, e me alegre na tua salvação.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gentes enterraram-se na cova que fizeram; na rede que ocultaram ficou preso o seu pé.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é conhecido pelo juizo que fez; enlaçado foi o impio nas obras de suas mãos (Higgaion; Selah).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impios serão lançados no inferno, e todas as gentes que se esquecem de Deus.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necessitado não será esquecido para sempre, nem a expectação dos miseraveis perecerá perpetuamente.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Levanta-te, Senhor; não prevaleça o homem; sejam julgadas as gentes diante da tua face.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Põe-os em medo, Senhor, para que saibam as nações que não são mais do que homens (Selah).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