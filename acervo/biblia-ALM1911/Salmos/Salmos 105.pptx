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e invocae o seu nome; fazei conhecidas as suas obras entre os povos.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Cantae-lhe, cantae-lhe psalmos: fallae de todas as suas maravilhas.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Gloriae-vos no seu sancto nome: alegre-se o coração d'aquelles que buscam ao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ao Senhor e a sua força: buscae a sua face continuamente.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das maravilhas que fez, dos seus prodigios e dos juizos da sua bocca;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semente d'Abrahão, seu servo, vós, filhos de Jacob, seus escolhidos.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Senhor, nosso Deus; os seus juizos estão em toda 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Lembrou-se do seu concerto para sempre, da palavra que mandou a milhares de gerações.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concerto fez com Abrahão, e o seu juramento a Isaac.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confirmou o mesmo a Jacob por estatuto, e a Israel por concerto eterno,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 ti darei a terra de Canaan, a sorte da vossa herança.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eram poucos homens em numero, sim, mui poucos e estrangeiros n'ella.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andavam de nação em nação e d'um reino para outro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permittiu a ninguem que os opprimisse, e por amor d'elles reprehendeu a reis, dizendo: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toqueis os meus ungidos, e não maltrateis os meus prophetas.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a fome sobre a terra, quebrantou todo o sustento do pão.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perante elles um varão, José, que foi vendido por escravo: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Cujos pés apertaram com grilhões: foi mettido em ferros: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tempo em que chegou a sua palavra; a palavra do Senhor o provou.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o rei, e o fez soltar; o governador dos povos, e o soltou.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Fel-o senhor da sua casa, e governador de toda a sua fazenda;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sujeitar os seus principes a seu gosto, e instruir os seus anciãos.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Israel entrou no Egypto, e Jacob peregrinou na terra de Cão.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augmentou o seu povo em grande maneira, e o fez mais poderoso do que os seus inimigos.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Virou o coração d'elles para que aborrecessem o seu povo, para que tratassem astutamente aos seus servos.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Moysés, seu servo, e Aarão, a quem escolhera.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Mostraram entre elles os seus signaes e prodigios, na terra de Cão.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trevas, e a fez escurecer; e não foram rebeldes á sua palavra.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Converteu as suas aguas em sangue, e matou os seus peixes.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terra produziu rãs em abundancia, até nas camaras dos seus reis.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elle, e vieram enxames de moscas e piolhos em todo o seu termo.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Converteu as suas chuvas em saraiva, e fogo abrazador na sua terra.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Feriu as suas vinhas e os seus figueiraes, e quebrou as arvores dos seus termos.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elle, e vieram gafanhotos e pulgão sem numero.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toda a herva da sua terra, e devoraram o fructo dos seus campos.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Feriu tambem a todos os primogenitos da sua terra, as primicias de todas as suas forças.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tirou-os para fóra com prata e oiro, e entre as suas tribus não houve um só fraco.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Egypto se alegrou quando elles sairam, porque o seu temor caira sobre elles.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Estendeu uma nuvem por coberta, e um fogo para alumiar de noite.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Oraram, e elle fez vir codornizes, e os fartou de pão do céu.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Abriu a penha, e d'ella correram aguas; correram pelos logares seccos como um rio.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lembrou da sua sancta palavra, e de Abrahão, seu servo.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d'ali o seu povo com alegria, e os seus escolhidos com regozijo.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deu-lhes as terras das nações; e herdaram o trabalho dos povos;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guardassem os seus preceitos, e observassem as suas leis.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