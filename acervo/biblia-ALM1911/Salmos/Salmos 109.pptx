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 do meu louvor, não te cales,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 bocca do impio e a bocca do enganador estão abertas contra mim: teem fallado contra mim com uma lingua mentirosa.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me cercaram com palavras odiosas, e pelejaram contra mim sem causa.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recompensa do meu amor são meus adversarios: mas eu faço 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deram mal pelo bem, e odio pelo meu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sobre elle um impio, e Satanaz esteja á sua direita.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fôr julgado, saia condemnado; e a sua oração se lhe torne em peccado.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poucos os seus dias, e outro tome o seu officio.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orphãos os seus filhos, e viuva sua mulher.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Sejam vagabundos e pedintes os seus filhos, e busquem o pão dos seus logares desolados.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Lance o credor a mão a tudo quanto tenha, e despojem os estranhos o seu trabalho.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haja ninguem que se compadeça d'elle, nem haja quem favoreça os seus orphãos.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Desappareça a sua posteridade, o seu nome seja apagado na seguinte geração.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Esteja na memoria do Senhor a iniquidade de seus paes, e não se apague o peccado de sua mãe.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estejam sempre perante o Senhor, para que faça desapparecer a sua memoria da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se lembrou de fazer misericordia; antes perseguiu ao varão afflicto e ao necessitado, para que podesse até matar o quebrantado de coração.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amou a maldição, ella lhe sobrevenha, e assim como não desejou a benção, ella se affaste d'elle.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se vestiu de maldição, como d'um vestido, assim penetre ella nas suas entranhas como agua, e em seus ossos como azeite.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para elle como o vestido que o cobre, e como cinto que o cinja sempre.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este o galardão dos meus contrarios, da parte do Senhor, e dos que fallam mal contra a minha alma.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Deus Senhor, trata comigo por amor do teu nome, porque a tua misericordia é boa; livra-me,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estou afflicto e necessitado, e o meu coração está ferido dentro de mim.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Vou-me como a sombra que declina; sou sacudido como o gafanhoto.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jejuar estão enfraquecidos os meus joelhos, e a minha carne emmagrece.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lhes sou opprobrio; quando me contemplam, movem as cabeças.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Ajuda-me, Senhor Deus meu, salva-me segundo a tua misericordia.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saibam que esta é a tua mão, e que tu, Senhor, o fizeste.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Amaldiçoem elles, mas abençoa tu: quando se levantarem fiquem confundidos; e alegre-se o teu servo.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Vistam-se os meus adversarios de vergonha, e cubram-se com a sua propria confusão como com uma capa.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Louvarei grandemente ao Senhor com a minha bocca: louval-o-hei entre a multidão.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 porá á mão direita do pobre, para o livrar dos que condemnam a sua alma.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