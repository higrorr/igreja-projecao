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se alegra em tua força, Senhor; e na tua salvação grandemente se regozija.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Cumpriste-lhe o desejo do seu coração, e não negaste as supplicas dos seus labios (Selah).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prevines das bençãos de bondade; pões na sua cabeça uma corôa d'oiro fino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te pediu, e lh'a déste, mesmo longura de dias para sempre e eternamente.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é a sua gloria pela tua salvação; gloria e magestade pozeste sobre 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abençoaste para sempre: tu o enches de gozo com a tua 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 confia no Senhor, e pela misericordia do Altissimo nunca vacillará.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mão alcançará todos os teus inimigos, a tua mão direita alcançará aquelles que te aborrecem.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os farás como um forno de fogo no tempo da tua ira; o Senhor os devorará na sua indignação, e o fogo os consumirá.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fructo destruirás da terra, e a sua semente d'entre os filhos dos homens.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intentaram o mal contra ti; machinaram uma trapaça, mas não prevalecerão.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tu lhes farás voltar as costas; e com tuas frechas postas nas cordas lhes apontarás ao rosto.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Exalta-te, Senhor, na tua força; então cantaremos e louvaremos o teu poder.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