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 exaltarei, ó Deus, rei meu, e bemdirei o teu nome pelo seculo do seculo e para sempre.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Cada dia te bemdirei, e louvarei o teu nome pelo seculo do seculo e para sempre.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 é o Senhor, e muito digno de louvor, e a sua grandeza inexcrutavel.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geração louvará as tuas obras á outra geração, e annunciarão as tuas proezas.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Fallarei da magnificencia gloriosa da tua magestade e das tuas obras maravilhosas.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fallará da força dos teus feitos terriveis; e contarei a tua grandeza.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Proferirão abundantemente a memoria da tua grande bondade, e cantarão a tua justiça.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Piedoso e benigno é o Senhor, soffredor e de grande misericordia.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é bom para todos, e as suas misericordias são sobre todas as suas obras.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tuas obras te louvarão, ó Senhor, e os teus sanctos te bemdirão.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Fallarão da gloria do teu reino, e relatarão o teu poder,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fazer saber aos filhos dos homens as tuas proezas e a gloria da magnificencia do teu reino.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reino é um reino eterno; o teu dominio dura em todas as gerações.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sustenta a todos os que caem, e levanta a todos os abatidos.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olhos de todos esperam em ti, e lhes dás o seu mantimento a seu tempo.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Abres a tua mão, e fartas os desejos de todos os viventes.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Justo é o Senhor em todos os seus caminhos, e sancto em todas as suas obras.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Perto está o Senhor de todos os que o invocam, de todos os que o invocam em verdade.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cumprirá o desejo dos que o temem; ouvirá o seu clamor, e os salvará.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guarda a todos os que o amam; porém todos os impios serão destruidos.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bocca fallará o louvor do Senhor, e toda a carne louvará o seu sancto nome pelo seculo do seculo e para sempre.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