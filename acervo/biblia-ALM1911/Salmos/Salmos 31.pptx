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ti, Senhor, confio; nunca me deixes confundido: livra-me pela tua justiça.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 para mim os teus ouvidos, livra-me depressa; sê a minha firme rocha, uma casa fortissima que me salve.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és a minha rocha e a minha fortaleza; pelo que, por amor do teu nome, guia-me e encaminha-me.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Tira-me da rede que para mim esconderam, pois tu és a minha força.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tuas mãos encommendo o meu espirito: tu me redimiste, Senhor Deus da verdade.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Aborreço aquelles que se entregam a vaidades enganosas; eu porém confio no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 alegrarei e regozijarei na tua benignidade, pois consideraste a minha afflicção: conheceste a minha alma nas angustias.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me entregaste nas mãos do inimigo; pozeste os meus pés n'um logar espaçoso.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misericordia de mim, ó Senhor, porque estou angustiado: consumidos estão de tristeza os meus olhos, a minha alma e o meu ventre.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minha vida está gasta de tristeza, e os meus annos de suspiros; a minha força descae por causa da minha iniquidade, e os meus ossos se consomem.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opprobrio entre todos os meus inimigos, até entre os meus visinhos, e horror para os meus conhecidos: os que me viam na rua fugiam de mim.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esquecido no coração d'elles, como um morto; sou como um vaso quebrado.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ouvi a murmuração de muitos, temor havia ao redor; emquanto juntamente consultavam contra mim, intentaram tirar-me a vida.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confiei em ti, Senhor: e disse: Tu és o meu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tempos estão nas tuas mãos: livra-me das mãos dos meus inimigos e dos que me perseguem.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resplandecer o teu rosto sobre o teu servo: salva-me por tuas misericordias.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deixes confundido, Senhor, porque te tenho invocado: deixa confundidos os impios, e emmudeçam na sepultura.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Emmudeçam os labios mentirosos que fallam coisas más com soberba e desprezo contra o justo.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grande é a tua bondade, que guardaste para os que te temem! a qual obraste para aquelles que em ti confiam na presença dos filhos dos homens!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esconderás, no secreto da tua presença, dos desaforos dos homens: encobril-os-has em um pavilhão da contenda das linguas.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Senhor, pois fez maravilhosa a sua misericordia para comigo em cidade segura.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dizia na minha pressa: Estou cortado de diante dos teus olhos; não obstante, tu ouviste a voz das minhas supplicas, quando eu a ti clamei.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Amae ao Senhor, vós todos que sois seus sanctos; porque o Senhor guarda os fieis e retribue com abundancia ao que usa de soberba.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Esforçae-vos, e elle fortalecerá o vosso coração, vós todos que esperaes no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