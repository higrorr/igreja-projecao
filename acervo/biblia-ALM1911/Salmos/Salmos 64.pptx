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ó Deus, a minha voz na minha oração: guarda a minha vida do temor do inimigo.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Esconde-me do secreto conselho dos maus, e do tumulto dos que obram a iniquidade.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afiaram as suas linguas como espadas; e armaram por suas frechas palavras amargas,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atirarem em logar occulto ao que é recto; disparam sobre elle repentinamente, e não temem.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Firmam-se em mau intento; fallam de armar laços secretamente, e dizem: Quem os verá?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Andam inquirindo malicias, inquirem tudo o que se pode inquirir; e o intimo pensamento de cada um d'elles, e o coração, é profundo.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atirará sobre elles uma setta, e de repente ficarão feridos.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elles farão com que as suas linguas tropecem contra si mesmos; todos aquelles que os virem fugirão.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homens temerão, e annunciarão a obra de Deus; e considerarão prudentemente os feitos d'elle.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se alegrará no Senhor, e confiará n'elle, e todos os rectos de coração se gloriarão.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