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 misericordia de mim, ó Deus, porque o homem procura devorar-me; pelejando todo o dia, me opprime.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me andam espiando procuram devorar-me todo o dia; pois são muitos os que pelejam contra mim, ó Altissimo.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qualquer tempo que eu temer, me confiarei de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louvarei a sua palavra, em Deus puz a minha confiança; não temerei o que me possa fazer a carne.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torcem as minhas palavras: todos os seus pensamentos são contra mim para o 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Ajuntam-se, escondem-se, marcam os meus passos, como aguardando a minha alma.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escaparão elles por meio da sua iniquidade? Ó Deus, derriba os povos na tua ira!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contas as minhas vagueações; põe as minhas lagrimas no teu odre: não estão ellas no teu livro?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a ti clamar, então voltarão para traz os meus inimigos: isto sei eu, porque Deus é por mim.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louvarei a sua palavra: no Senhor louvarei a sua palavra.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tenho posto a minha confiança; não temerei o que me possa fazer o homem.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votos estão sobre mim, ó Deus: eu te renderei acções de graças;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56:13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 livraste a minha alma da morte; não livrarás os meus pés da queda, para andar diante de Deus na luz dos viventes?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