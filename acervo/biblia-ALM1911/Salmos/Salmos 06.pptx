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6:1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Senhor, não me reprehendas na tua ira, nem me castigues no teu furor.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6:2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Tem misericordia de mim, Senhor, porque sou fraco: sara-me, Senhor, porque os meus ossos estão perturbados.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6:3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Até a minha alma está perturbada; mas tu, Senhor, até quando?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6:4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Volta-te, Senhor, livra a minha alma: salva-me por tua benignidade.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6:5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na morte não ha lembrança de ti; no sepulchro quem te louvará?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6:6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Já estou cançado do meu gemido, toda a noite faço nadar a minha cama; molho o meu leito com as minhas lagrimas.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6:7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Já os meus olhos estão consumidos pela magoa, e teem-se envelhecido por causa de todos os meus inimigos.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6:8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Apartae-vos de mim todos os que obraes a iniquidade; porque o Senhor já ouviu a voz do meu pranto.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6:9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Senhor já ouviu a minha supplica; o Senhor acceitará a minha oração.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6:10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Envergonhem-se e perturbem-se todos os meus inimigos; tornem atraz e envergonhem-se n'um momento.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