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benignidades do Senhor cantarei perpetuamente: com a minha bocca manifestarei a tua fidelidade de geração em geração.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disse eu: A tua benignidade será edificada para sempre: tu confirmarás a tua fidelidade até nos céus,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 um concerto com o meu escolhido: jurei ao meu servo David, dizendo: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semente estabelecerei para sempre, e edificarei o teu throno de geração em geração (Selah).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céus louvarão as tuas maravilhas, ó Senhor, a tua fidelidade tambem na congregação dos sanctos.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quem no céu se pode egualar ao Senhor? Quem entre os filhos dos poderosos pode ser similhante ao Senhor?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é muito formidavel na assembléa dos sanctos, e para ser reverenciado por todos os que o cercam.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Deus dos Exercitos, quem é forte como tu, Senhor? pois a tua fidelidade está á roda de ti?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dominas o impeto do mar: quando as suas ondas se levantam, tu as fazes aquietar.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quebrantaste a Rahab como se fôra ferida de morte; espalhaste os teus inimigos com o teu braço forte.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são os céus, e tua é a terra; o mundo e a sua plenitude tu os fundaste.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norte e o sul tu os creaste; Tabor e Hermon jubilam em teu nome.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tens um braço poderoso; forte é a tua mão, e alta está a tua dextra.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Justiça e juizo são o assento do teu throno, misericordia e verdade irão adiante do teu rosto.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o povo que conhece o som alegre: andará, ó Senhor, na luz da tua face.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teu nome se alegrará todo o dia, e na tua justiça se exaltará.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 és a gloria da sua força; e no teu favor será exaltado o nosso poder.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é a nossa defeza, e o Sancto d'Israel o nosso Rei.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fallaste em visão ao teu sancto, e disseste: Puz o soccorro sobre um que é poderoso: exaltei a um eleito do povo.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Achei a David, meu servo; com sancto oleo o ungi: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qual a minha mão ficará firme, e o meu braço o fortalecerá.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inimigo não apertará com elle, nem o filho da perversidade o affligirá.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derribarei os seus inimigos perante a sua face, e ferirei aos que o aborrecem.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minha fidelidade e a minha benignidade estarão com elle; e em meu nome será exaltado o seu poder.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Porei tambem a sua mão no mar, e a sua direita nos rios.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me chamará, dizendo: Tu és meu pae, meu Deus, e a rocha da minha salvação.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farei meu primogenito, mais elevado do que os reis da terra.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benignidade lhe conservarei eu para sempre, e o meu concerto lhe será firme.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conservarei para sempre a sua semente, e o seu throno como os dias do céu.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os seus filhos deixarem a minha lei, e não andarem nos meus juizos,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profanarem os meus preceitos, e não guardarem os meus mandamentos,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visitarei a sua transgressão com a vara, e a sua iniquidade com açoites.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retirarei totalmente d'elle a minha benignidade, nem faltarei á minha fidelidade.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quebrarei o meu concerto, não alterarei o que saiu dos meus labios.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vez jurei pela minha sanctidade que não mentirei a David.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semente durará para sempre, e o seu throno, como o sol diante de mim,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estabelecido para sempre como a lua, e como uma testemunha fiel no céu (Selah).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 rejeitaste e aborreceste; tu te indignaste contra o teu ungido.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Abominaste o concerto do teu servo: profanaste a sua corôa, lançando-a por terra.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Derribaste todos os seus vallados; arruinaste as suas fortificações.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passam pelo caminho o despojam; é um opprobrio para os seus visinhos.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Exaltaste a dextra dos seus adversarios; fizeste com que todos os seus inimigos se regozijassem.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embotaste os fios da sua espada, e não o sustentaste na peleja.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Fizeste cessar a sua gloria, e deitaste por terra o seu throno.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Abreviaste os dias da sua mocidade; cobriste-o de vergonha (Selah).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quando, Senhor? Acaso te esconderás para sempre? arderá a tua ira como fogo?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de quão breves são os meus dias; pelo que debalde creaste todos os filhos dos homens.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homem ha, que viva, e não veja a morte? Livrará elle a sua alma do poder da sepultura? (Selah)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onde estão as tuas antigas benignidades, que juraste a David pela tua verdade?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Lembra-te, Senhor, do opprobrio dos teus servos; como eu trago no meu peito o opprobrio de todos os povos poderosos: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qual, Senhor, os teus inimigos teem diffamado, com o qual teem diffamado as pisadas do teu ungido.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89:52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seja o Senhor para sempre. Amen, e Amen.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