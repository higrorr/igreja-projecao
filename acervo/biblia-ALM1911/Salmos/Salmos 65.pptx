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Deus, espera o louvor em Sião, e a ti se pagará o voto.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tu que ouves as orações, a ti virá toda a carne.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Prevalecem as iniquidades contra mim; porém tu expias as nossas transgressões.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a quem tu escolhes, e fazes chegar a ti, para que habite em teus atrios: nós seremos fartos da bondade da tua casa e do teu sancto templo.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coisas tremendas em justiça nos responderás, ó Deus da nossa salvação; tu és a esperança de todas as extremidades da terra, e d'aquelles que estão longe sobre o 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pela sua força consolida os montes, cingido de fortaleza: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applaca o ruido dos mares, o ruido das suas ondas, e o tumulto das gentes.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habitam nos fins da terra temem os teus signaes; tu fazes alegres as saidas da manhã e da tarde.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visitas a terra, e a refrescas; tu a enriqueces grandemente com o rio de Deus, que está cheio d'agua; tu lhe preparas o trigo, quando assim a tens preparada.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 d'agua os seus regos, fazendo-a descer em suas margens: tu a amoleces com a muita chuva: abençoas as suas novidades.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Coroas o anno da tua bondade, e as tuas veredas distillam gordura.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Distillam sobre os pastos do deserto, e os outeiros os cingem de alegria.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campos se vestem de rebanhos, e os valles se cobrem de trigo: elles se regozijam e cantam.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