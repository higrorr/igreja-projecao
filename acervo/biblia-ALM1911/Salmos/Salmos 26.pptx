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Julga-me, Senhor, pois tenho andado em minha sinceridade; tenho confiado tambem no Senhor; não vacillarei.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Examina-me, Senhor, e prova-me: esquadrinha os meus rins e o meu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tua benignidade está diante dos meus olhos; e tenho andado na tua verdade.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tenho assentado com homens vãos, nem converso com os homens dissimulados.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aborrecido a congregação de malfeitores; nem me ajunto com os impios.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Lavo as minhas mãos na innocencia; e assim andarei, Senhor, ao redor do teu altar.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publicar com voz de louvor, e contar todas as tuas maravilhas.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eu tenho amado a habitação da tua casa e o logar onde permanece a tua gloria.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apanhes a minha alma com os peccadores, nem a minha vida com os homens sanguinolentos,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cujas mãos ha maleficio, e cuja mão direita está cheia de subornos.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ando na minha sinceridade; livra-me e tem piedade de mim.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pé está posto em caminho plano; nas congregações louvarei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