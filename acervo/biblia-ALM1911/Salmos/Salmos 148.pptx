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Louvae ao Senhor. Louvae ao Senhor desde os céus, louvae-o nas alturas.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Louvae-o, todos os seus anjos; louvae-o todos os seus exercitos.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Louvae-o, sol e lua; louvae-o, todas as estrellas luzentes.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Louvae-o, céus dos céus, e as aguas que estão sobre os céus.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Louvem o nome do Senhor, pois mandou, e logo foram creados.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confirmou para sempre, e lhes deu uma lei que não ultra-passarão.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Louvae ao Senhor desde a terra: vós, baleias, e todos os abysmos,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Fogo e saraiva, neve e vapores, e vento tempestuoso que executa a sua palavra: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Montes e todos os outeiros, arvores fructiferas e todos os cedros: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148:10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feras e todos os gados, reptis e aves voadoras: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148:11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Reis da terra e todos os povos, principes e todos os juizes da terra: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148:12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Mancebos e donzellas, velhos e creanças,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148:13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Louvem o nome do Senhor, pois só o seu nome é exaltado: a sua gloria está sobre a terra e o céu.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148:14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 tambem exalta o poder do seu povo, o louvor de todos os seus sanctos, dos filhos de Israel, um povo que lhe é chegado. Louvae ao Senhor.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