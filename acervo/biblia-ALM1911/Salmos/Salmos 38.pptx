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Senhor, não me reprehendas na tua ira, nem me castigues em teu furor.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tuas frechas se cravaram em mim, e a tua mão sobre mim desceu.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 coisa sã na minha carne, por causa da tua colera; nem ha paz em meus ossos, por causa do meu peccado.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já as minhas iniquidades sobrepassam a minha cabeça: como carga pesada são de mais para as minhas forças.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minhas chagas cheiram mal e estão corruptas, por causa da minha loucura.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encurvado, estou muito abatido, ando lamentando todo o 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minhas ilhargas estão cheias de ardor, e não ha coisa sã na minha carne.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fraco e mui quebrantado; tenho rugido pela inquietação do meu coração.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diante de ti está todo o meu desejo, e o meu gemido não te é occulto.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coração dá voltas, a minha força me falta; emquanto á luz dos meus olhos, ella me deixou.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amigos e os meus propinquos estão ao longe da minha chaga; e os meus parentes se pôem em distancia.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que buscam a minha vida me armam laços, e os que procuram o meu mal fallam coisas que damnificam, e imaginam astucias todo o dia.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eu, como surdo, não ouvia, e era como mudo que não abre a bocca.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eu sou como homem que não ouve, e em cuja bocca não ha reprovação.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ti, Senhor, espero; tu, Senhor meu Deus, me ouvirás.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dizia eu: Ouve-me, para que se não alegrem de mim: quando escorrega o meu pé, elles se engrandecem contra mim.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estou prestes a coxear; a minha dôr está constantemente perante mim.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declararei a minha iniquidade; affligir-me-hei por causa do meu peccado.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meus inimigos estão vivos e são fortes, e os que sem causa me odeiam se engrandecem.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dão mal pelo bem são meus adversarios, porquanto eu sigo o que é bom.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desampares, Senhor, meu Deus, não te alongues de mim.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Apressa-te em meu auxilio, Senhor, minha salvação.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