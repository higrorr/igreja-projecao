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 glorias na malicia, ó homem poderoso? pois a bondade de Deus permanece continuamente.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lingua intenta o mal, como uma navalha amolada, traçando enganos.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amas mais o mal do que o bem, e a mentira mais do que o fallar a rectidão (Selah).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Amas todas as palavras devoradoras, ó lingua fraudulenta.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Deus te destruirá para sempre; arrebatar-te-ha e arrancar-te-ha da tua habitação; e desarreigar-te-ha da terra dos viventes (Selah).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justos o verão, e temerão: e se rirão d'elle: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o homem que não poz em Deus a sua fortaleza; antes confiou na abundancia das suas riquezas, e se fortaleceu na sua maldade.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sou como a oliveira verde na casa de Deus; confio na misericordia de Deus para sempre, eternamente.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sempre te louvarei, porque tu o fizeste, e esperarei no teu nome, porque é bom diante de teus sanctos.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