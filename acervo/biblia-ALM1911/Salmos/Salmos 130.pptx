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profundezas a ti clamo, ó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escuta a minha voz: sejam os teus ouvidos attentos á voz das minhas supplicas.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tu, Senhor, observares as iniquidades, Senhor, quem subsistirá?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comtigo está o perdão, para que sejas temido.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Aguardo ao Senhor; a minha alma o aguarda, e espero na sua palavra.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aguarda ao Senhor, mais do que os guardas pela manhã, mais do que aquelles que vigiam pela manhã.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Espere Israel no Senhor, porque no Senhor ha misericordia, e n'elle ha abundante redempção.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remirá a Israel de todas as suas iniquidades.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