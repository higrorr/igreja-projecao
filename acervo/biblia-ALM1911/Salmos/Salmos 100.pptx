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Celebrae com jubilo ao Senhor, todas as terras.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Servi ao Senhor com alegria; e entrae diante d'elle com canto.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Sabei que o Senhor é Deus: foi elle que nos fez, e não nós outros a nós; somos povo seu e ovelhas do seu pasto.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Entrae pelas portas d'elle com louvor, e em seus atrios com hymno: louvae-o, e bemdizei o seu nome.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é bom, e eterna a sua misericordia; e a sua verdade dura de geração em geração.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