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 isto, vós todos os povos; inclinae os ouvidos, todos os moradores do mundo,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Tanto baixos como altos, tanto ricos como pobres.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minha bocca fallará de sabedoria; e a meditação do meu coração será de entendimento.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Inclinarei os meus ouvidos a uma parabola: declararei o meu enigma na harpa.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temerei eu nos dias maus, quando me cercar a iniquidade dos que me armam ciladas?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Aquelles que confiam na sua fazenda, e se gloriam na multidão das suas riquezas,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Nenhum d'elles de modo algum pode remir a seu irmão, ou dar a Deus o resgate d'elle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(Pois a redempção da sua alma é carissima, e cessará para sempre);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viva para sempre, e não veja corrupção: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elle vê que os sabios morrem: perecem egualmente tanto o louco como o brutal, e deixam a outros os seus bens.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seu pensamento interior é que as suas casas serão perpetuas e as suas habitações de geração em geração: dão ás suas terras os seus proprios nomes.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Todavia o homem que está na honra não permanece; antes é como os brutos que perecem.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caminho d'elles é a sua loucura; comtudo a sua posteridade approva as suas palavras (Selah).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ovelhas são postos na sepultura; a morte se alimentará d'elles; e os rectos terão dominio sobre elles na manhã, e a sua formosura na sepultura se consumirá da sua morada.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Deus remirá a minha alma do poder da sepultura, pois me receberá (Selah).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49:16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temas, quando alguem se enriquece, quando a gloria da sua casa se engrandece.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49:17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quando morrer, nada levará comsigo, nem a sua gloria o acompanhará.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49:18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Ainda que na sua vida elle bemdisse a sua alma, e os homens te louvam, quando fizeres bem a ti mesmo,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49:19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Irá para a geração de seus paes; elles nunca verão a luz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49:20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homem que está na honra, e não tem entendimento, é similhante ás bestas que perecem.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