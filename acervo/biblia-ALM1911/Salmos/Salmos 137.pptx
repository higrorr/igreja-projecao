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137:1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Junto dos rios de Babylonia, ali nos assentámos e chorámos, quando nos lembrámos de Sião: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137:2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Sobre os salgueiros que ha no meio d'ella, pendurámos as nossas harpas.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137:3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lá aquelles que nos levaram captivos, nos pediam uma canção; e os que nos destruiram, que os alegrassemos, dizendo; Cantae-nos uma das canções de Sião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137:4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cantaremos a canção do Senhor em terra estranha?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137:5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eu me esquecer de ti, ó Jerusalem, esqueça-se a minha direita da sua destreza.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137:6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me não lembrar de ti, apegue-se-me a lingua ao meu paladar; se não prefiro Jerusalem á minha maior alegria.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137:7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Lembra-te, Senhor, dos filhos de Edom no dia de Jerusalem, que diziam: Descobri-a, descobri-a até aos seus alicerces.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137:8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Ah! filha de Babylonia, que vaes ser assolada; feliz aquelle que te retribuir o pago que tu nos pagaste a nós.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137:9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Feliz aquelle que pegar em teus filhos e der com elles pelas pedras.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