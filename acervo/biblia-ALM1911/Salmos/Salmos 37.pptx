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indignes por causa dos malfeitores, nem tenhas inveja dos que obram a iniquidade.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cedo serão ceifados como a herva, e murcharão como a verdura.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 no Senhor e faze o bem; habitarás na terra, e verdadeiramente serás alimentado.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Deleita-te tambem no Senhor, e te concederá os desejos do teu coração.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Entrega o teu caminho ao Senhor; confia n'elle, e elle o fará.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fará sobresair a tua justiça como a luz, e o teu juizo como o meio-dia.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Descança no Senhor, e espera n'elle; não te indignes por causa d'aquelle que prospera em seu caminho, por causa do homem que executa astutos intentos.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a ira, e abandona o furor: não te indignes para fazer sómente o 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malfeitores serão desarreigados; mas aquelles que esperam no Senhor herdarão 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ainda um pouco, e o impio não existirá; olharás para o seu logar, e não apparecerá.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mansos herdarão a terra, e se deleitarão na abundancia de paz.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impio maquina contra o justo, e contra elle range os dentes.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se rirá d'elle, pois vê que vem chegando o seu dia.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impios puxaram da espada e entesaram o arco, para derribarem o pobre e necessitado, e para matarem os de recta conversação.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sua espada lhes entrará no coração, e os seus arcos se quebrarão.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Vale mais o pouco que tem o justo, do que as riquezas de muitos impios.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os braços dos impios se quebrarão, mas o Senhor sustem os justos.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conhece os dias dos rectos, e a sua herança permanecerá para sempre.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serão envergonhados nos dias maus, e nos dias de fome se fartarão.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impios perecerão, e os inimigos do Senhor serão como a gordura dos cordeiros; desapparecerão, e em fumo se desfarão.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impio toma emprestado, e não paga; mas o justo se compadece, e dá.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aquelles que elle abençoa herdarão a terra, e aquelles que forem por elle amaldiçoados serão desarreigados.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passos de um homem bom são confirmados pelo Senhor, e deleita-se no seu caminho.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caia, não ficará prostrado, pois o Senhor o sustem com a sua mão.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Fui moço, e agora sou velho; mas nunca vi desamparado o justo, nem a sua semente a mendigar o pão.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Compadece-se sempre, e empresta, e a sua semente é abençoada.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Aparta-te do mal e faze o bem; e habita para sempre.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ama o juizo e não desampara os seus sanctos; elles são preservados para sempre; mas a semente dos impios será desarreigada.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justos herdarão a terra e habitarão n'ella para sempre.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bocca do justo falla a sabedoria: a sua lingua falla do juizo.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lei do seu Deus está em seu coração; os seus passos não resvallarão.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impio espreita ao justo, e procura matal-o.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não o deixará em suas mãos, nem o condemnará quando fôr julgado.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 no Senhor, e guarda o seu caminho, e te exaltará para herdares a terra: tu o verás quando os impios forem desarreigados.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 o impio com grande poder espalhar-se como a arvore verde na terra natal.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passou e já não apparece: procurei-o, mas não se poude encontrar.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Nota o homem sincero, e considera o recto, porque o fim d'esse homem é a paz.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aos transgressores serão á uma destruidos, e as reliquias dos impios serão destruidas.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salvação dos justos vem do Senhor; elle é a sua fortaleza no tempo da angustia.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37:40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os ajudará e os livrará; elle os livrará dos impios e os salvará, porquanto confiam n'elle.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