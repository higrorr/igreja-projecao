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reina; está vestido de magestade: o Senhor está vestido; cingiu-se de fortaleza: o mundo tambem está firmado, e não poderá vacillar.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throno está firme desde então: tu és desde a eternidade.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rios levantam, ó Deus, os rios levantam o seu ruido, os rios levantam as suas ondas.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Senhor nas alturas é mais poderoso do que o ruido das grandes aguas e do que as grandes ondas do mar.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 fieis são os teus testemunhos: a sanctidade convem á tua casa, Senhor, para sempre.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