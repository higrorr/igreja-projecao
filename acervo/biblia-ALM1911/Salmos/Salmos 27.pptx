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a minha luz e a minha salvação; a quem temerei? O Senhor é a força da minha vida; de quem me receiarei?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malvados, meus adversarios e meus inimigos, se chegaram contra mim, para comerem as minhas carnes, tropeçaram e cairam.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um exercito me cercasse, o meu coração não temeria: ainda que a guerra se levantasse contra mim, n'isto confiarei.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coisa pedi ao Senhor, e a buscarei: que possa morar na casa do Senhor todos os dias da minha vida, para contemplar a formosura do Senhor, e inquirir no seu templo.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no dia da adversidade me esconderá no seu pavilhão: no occulto do seu tabernaculo me esconderá: pôr-me-ha sobre uma rocha.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agora a minha cabeça será exaltada sobre os meus inimigos que estão em redor de mim; portanto offerecerei sacrificio de jubilo no seu tabernaculo; cantarei, sim, cantarei louvores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Senhor, a minha voz quando clamo: tem tambem piedade de mim, e responde-me.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tu disseste: Buscae o meu rosto; o meu coração te disse a ti: O teu rosto, Senhor, buscarei.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escondas de mim a tua face, não rejeites ao teu servo com ira; tu foste a minha ajuda, não me deixes nem me desampares, ó Deus da minha salvação.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quando meu pae e minha mãe me desampararem, o Senhor me recolherá.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Ensina-me, Senhor, o teu caminho, e guia-me pela vereda direita; por causa dos que me andam espiando.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me entregues á vontade dos meus adversarios; pois se levantaram falsas testemunhas contra mim, e os que respiram crueldade.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Pereceria sem duvida, se não cresse que veria os bens do Senhor na terra dos viventes.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Espera no Senhor, anima-te, e elle fortalecerá o teu coração; espera pois no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