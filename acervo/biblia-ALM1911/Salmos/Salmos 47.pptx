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Applaudi com as mãos, todos os povos; cantae a Deus com voz de triumpho.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Altissimo é tremendo, e Rei grande sobre toda a terra.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nos subjugará os povos e as nações debaixo dos nossos pés.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Escolherá para nós a nossa herança, a gloria de Jacob, a quem amou (Selah).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subiu com jubilo, o Senhor subiu ao som de trombeta.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 louvores a Deus, cantae louvores; cantae louvores ao nosso Rei, cantae louvores.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Deus é o Rei de toda a terra, cantae louvores com intelligencia.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reina sobre as nações: Deus se assenta sobre o throno da sua sanctidade.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principes do povo se ajuntam, o povo do Deus de Abrahão; porque os escudos da terra são de Deus: elle está muito elevado!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