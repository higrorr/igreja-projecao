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Guarda-me, ó Deus, porque em ti confio.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disse ao Senhor: Tu és o meu Senhor, a minha bondade não chega á tua presença,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sanctos que estão na terra, e aos illustres em quem está todo o meu prazer.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dôres se multiplicarão áquelles que fazem offerendas a outro deus; eu não offerecerei as suas libações de sangue, nem tomarei os seus nomes nos meus labios.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porção da minha herança e do meu calix: tu sustentas a minha sorte.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linhas caem-me em logares deliciosos: sim, coube-me uma formosa herança.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ao Senhor que me aconselhou: até os meus rins me ensinam de noite.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posto o Senhor continuamente diante de mim: por isso que elle está á minha mão direita, nunca vacillarei.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está alegre o meu coração e se regozija a minha gloria: tambem a minha carne repousará segura.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deixarás a minha alma no inferno, nem permittirás que o teu Sancto veja corrupção.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Far-me-has ver a vereda da vida; na tua presença ha fartura de alegrias; á tua mão direita ha delicias perpetuamente.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