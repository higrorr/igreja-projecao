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Louvae ao Senhor, porque elle é bom, porque a sua misericordia dura para sempre.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referir as obras poderosas do Senhor? Quem annunciará os seus louvores?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que guardam o juizo, o que obra justiça em todos os tempos.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mim, Senhor, segundo a tua boa vontade para com o teu povo: visita-me com a tua salvação;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eu veja os bens de teus escolhidos, para que eu me alegre com a alegria do teu povo, para que me glorie com a tua herança.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peccámos com os nossos paes, commettemos a iniquidade, obrámos perversamente.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Nossos paes não entenderam as tuas maravilhas no Egypto; não se lembraram da multidão das tuas misericordias; antes o provocaram no mar, sim no Mar Vermelho.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obstante, elle os salvou por amor do seu nome, para fazer conhecido o seu poder.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Reprehendeu o Mar Vermelho e se seccou, e os fez caminhar pelos abysmos como pelo deserto.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livrou da mão d'aquelle que os aborrecia, e os remiu da mão do inimigo.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aguas cobriram os seus adversarios: nem um só d'elles ficou.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creram as suas palavras, e cantaram os seus louvores.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cedo se esqueceram das suas obras; não esperaram o seu conselho,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deixaram-se levar da cubiça no deserto, e tentaram a Deus na solidão.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cumpriu o seu desejo, mas enviou magreza ás suas almas.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invejaram a Moysés no campo, e a Aarão, o sancto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Abriu-se a terra, e enguliu a Dathan, e cobriu a gente de Abiram.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fogo se accendeu na sua gente: a chamma abrazou os impios.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um bezerro em Horeb, e adoraram a imagem fundida.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converteram a sua gloria na figura de um boi que come herva.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Esqueceram-se de Deus, seu salvador, que fizera grandezas no Egypto,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Maravilhas na terra de Cão, coisas tremendas no Mar Vermelho.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que os destruiria, se Moysés, seu escolhido, se não pozesse perante elle na abertura, para desviar a sua indignação, afim de os não destruir.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desprezaram a terra aprazivel: não creram na sua palavra.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murmuraram nas suas tendas, e não deram ouvidos á voz do Senhor.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levantou a sua mão contra elles, para os derribar no deserto;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derribar tambem a sua semente entre as nações, e espalhal-os pelas terras.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se juntaram com Baal-*peor, e começaram os sacrificios dos mortos.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provocaram á ira com as suas invenções; e a peste rebentou entre elles.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Phineas, e fez juizo, e cessou aquella peste.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lhe foi contado como justiça, de geração em geração, para sempre.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Indignaram-n'o tambem junto ás aguas da contenda, de sorte que succedeu mal a Moysés, por causa d'elles;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irritaram o seu espirito, de modo que fallou imprudentemente com seus labios.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destruiram os povos, como o Senhor lhes dissera.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se misturaram com as nações, e aprenderam as suas obras.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serviram aos seus idolos, que vieram a ser-lhes um laço.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Demais d'isto, sacrificaram seus filhos e suas filhas aos demonios,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derramaram sangue innocente, o sangue de seus filhos e de suas filhas, que sacrificaram aos idolos de Canaan; e a terra foi manchada com sangue.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contaminaram com as suas obras, e se prostituiram com os seus feitos.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se accendeu a ira do Senhor contra o seu povo, de modo que abominou a sua herança.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entregou nas mãos das nações; e aquelles que os aborreciam se assenhorearam d'elles.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inimigos os opprimiram, e foram humilhados debaixo das suas mãos.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vezes os livrou, mas o provocaram com o seu conselho, e foram abatidos pela sua iniquidade.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Comtudo, attendeu á sua afflicção, ouvindo o seu clamor.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lembrou do seu concerto, e se arrependeu segundo a multidão das suas misericordias.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fez com que d'elle tivessem misericordia os que os levaram captivos.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Salva-nos, Senhor, nosso Deus, e congrega-nos d'entre as nações, para que louvemos o teu nome sancto, e nos gloriemos no teu louvor.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Deus d'Israel, de eternidade em eternidade, e todo o povo diga: Amen.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