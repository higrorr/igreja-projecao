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a palavra do Senhor a Jehu, filho de Hanani, contra Baása,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te levantei do pó, e te puz por chefe sobre o meu povo Israel, e tu andaste no caminho de Jeroboão, e fizeste peccar a meu povo Israel, irritando-me com os seus peccados,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tirarei os descendentes de Baása, e os descendentes da sua casa, e farei a tua casa como a casa de Jeroboão, filho de Nebat.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morrer a Baása na cidade os cães o comerão; e o que d'elle morrer no campo as aves do céu o comerão.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 mais dos successos de Baása, e ao que fez, e a seu poder, porventura não está escripto no livro das chronicas dos reis d'Israel?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Baása dormiu com seus paes, e foi sepultado em Tirza: e Ela, seu filho, reinou em seu logar.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veiu tambem a palavra do Senhor, pelo ministerio do propheta Jehu, filho de Hanani, contra Baása e contra a sua casa; e isso por todo o mal que fizera aos olhos do Senhor, irritando-o com a obra de suas mãos, para ser como a casa de Jeroboão; e porquanto o ferira.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anno vinte e seis d'Asa, rei de Judah, Ela, filho de Baása, começou a reinar em Tirza sobre Israel: e reinou dois annos.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Zimri, seu servo, chefe de metade dos carros, conspirou contra elle, estando elle em Tirza bebendo e embriagando-se em casa d'Arsa, mordomo em Tirza.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Entrou pois Zimri, e o feriu, e o matou, no anno vigesimo setimo d'Asa, rei de Judah: e reinou em seu logar.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reinando elle, e estando assentado no seu throno, feriu a toda a casa de Baása; não lhe deixou homem algum, nem a seus parentes, nem a seus amigos.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destruiu Zimri toda a casa de Baása, conforme á palavra do Senhor que fallara pelo ministerio do propheta Jehu, sobre Baása,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todos os peccados de Baása, e os peccados de Ela, seu filho, com que peccaram, e com que fizeram peccar a Israel, irritando ao Senhor Deus d'Israel com as suas vaidades.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 mais dos successos de Ela, e a tudo quanto fez, não está escripto no livro das chronicas dos reis d'Israel?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anno vigesimo setimo d'Asa, rei de Judah, reinou Zimri sete dias em Tirza: e o povo estava acampado contra Gibbethon, que era dos philisteos.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ouviu dizer o povo que estava acampado: Zimri tem conspirado, e até feriu o rei. Todo o Israel pois no mesmo dia fez rei sobre Israel a Omri, chefe do exercito no arraial.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subiu Omri, e todo o Israel com elle, de Gibbethon, e cercaram a Tirza.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 Zimri, vendo que a cidade era tomada, se foi ao paço da casa do rei: e queimou sobre si a casa do rei a fogo, e morreu,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causa dos seus peccados que commettera, fazendo o que parecia mal aos olhos do Senhor, andando no caminho de Jeroboão, e no seu peccado que fizera, fazendo peccar a Israel.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 mais dos successos de Zimri, e á conspiração que fez porventura não está escripto no livro das chronicas dos reis d'Israel?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povo d'Israel se dividiu em dois partidos: metade do povo seguia a Tibni, filho de Ginath, para o fazer rei, e a outra metade seguia a Omri.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povo que seguia a Omri foi mais forte do que o povo que seguia a Tibni, filho de Ginath: e Tibni morreu, e Omri reinou.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anno trinta e um d'Asa, rei de Judah, Omri começou a reinar sobre Israel, e reinou doze annos: e em Tirza reinou seis annos.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Semer comprou o monte de Samaria por dois talentos de prata: e edificou em o monte, e chamou o nome da cidade que edificou do nome de Semer, senhor do monte de Samaria.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Omri o que parecia mal aos olhos do Senhor; e fez peior do que todos quantos foram antes d'elle.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andou em todos os caminhos de Jeroboão, filho de Nebat, como tambem nos seus peccados com que tinha feito peccar a Israel, irritando ao Senhor Deus d'Israel com as suas vaidades.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 mais dos successos de Omri, ao que fez, e ao seu poder que manifestou, porventura não está escripto no livro das chronicas dos reis d'Israel?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Omri dormiu com seus paes, e foi sepultado em Samaria: e Achab, seu filho, reinou em seu logar.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Achab, filho de Omri, começou a reinar sobre Israel no anno trigesimo oitavo d'Asa, rei de Judah: e reinou Achab, filho de Omri, sobre Israel em Samaria vinte e dois annos.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Achab, filho de Omri, o que parecia mal aos olhos do Senhor, mais do que todos os que foram antes d'elle.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16:31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 (como se fôra coisa leve andar nos peccados de Jeroboão, filho de Nebat) ainda tomou por mulher a Jezabel, filha de Ethbaal, rei dos sidonios: e foi e serviu a Baal, e se encurvou diante d'elle.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16:32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levantou um altar a Baal, na casa de Baal que edificara em Samaria.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16:33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Achab fez um bosque: de maneira que Achab fez muito mais para irritar ao Senhor Deus d'Israel, do que todos os reis de Israel que foram antes d'elle.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16:34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seus dias Hiel, o bethelita, edificou a Jericó: morrendo Abiram, seu primogenito a fundou, e morrendo Segub, seu ultimo, poz as suas portas: conforme á palavra do Senhor, que fallara pelo ministerio de Josué, filho de Nun.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