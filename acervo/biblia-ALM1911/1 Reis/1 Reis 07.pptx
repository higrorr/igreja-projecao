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sua casa edificou Salomão em treze annos: e acabou toda a sua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a casa do bosque do Libano de cem covados de comprimento, e de cincoenta covados de largura, e de trinta covados de altura, sobre quatro ordens de columnas de cedro, e vigas de cedro sobre as columnas.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cima estava coberta de cedro sobre as costas, que estavam sobre quarenta e cinco columnas, quinze em cada ordem.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tres ordens de janellas; e uma janella estava defronte da outra janella, em tres ordens.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todas as portas e hombreiras quadradas eram d'uma mesma vista; e uma janella estava defronte da outra, em tres ordens.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um portico de columnas de cincoenta covados de comprimento e de trinta covados de largura; e o portico estava defronte d'ellas, e as columnas com as grossas vigas defronte d'ellas.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o portico para o throno onde julgava, para portico do juizo, que estava coberto de cedro de soalho a soalho.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sua casa em que morava havia outro pateo por dentro do portico, de obra similhante a este: tambem para a filha de Pharaó, que Salomão tomara por mulher, fez uma casa similhante áquelle portico.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coisas eram de pedras finissimas, cortadas á medida, serradas á serra por dentro e por fóra; e isto desde o fundamento até ás beiras do tecto, e por fóra até ao grande pateo.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estava fundado sobre pedras finas, pedras grandes; sobre pedras de dez covados e pedras de oito covados.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cima sobre pedras finas, lavradas segundo as medidas, e cedros.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pateo grande em redor de tres ordens de pedras lavradas, com uma ordem de vigas de cedro: assim era tambem o pateo interior da casa do Senhor e o portico d'aquella casa.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 rei Salomão, e mandou trazer a Hirão de Tyro.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este filho d'uma mulher viuva, da tribu de Naphtali, e fôra seu pae um homem de Tyro, que trabalhava em cobre; e era cheio de sabedoria, e de entendimento, e de sciencia para fazer toda a obra de cobre: este veiu ao rei Salomão, e fez toda a sua obra.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formou duas columnas de cobre: a altura de cada columna era de dezoito covados, e um fio de doze covados cercava cada uma das columnas.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dois capiteis de fundição de cobre para pôr sobre as cabeças das columnas: de cinco covados era a altura d'um capitel, e de cinco covados a altura do outro capitel.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redes eram de obra de rede, as ligas de obra de cadeia para os capiteis que estavam sobre a cabeça das columnas, sete para um capitel e sete para o outro capitel.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as columnas, juntamente com duas fileiras em redor sobre uma rede, para cobrir os capiteis que estavam sobre a cabeça das romãs; assim tambem fez com o outro capitel.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capiteis que estavam sobre a cabeça das columnas eram de obra de lirios no portico, de quatro covados.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capiteis pois sobre as duas columnas estavam tambem defronte, em cima da barriga que estava junto á rede; e duzentas romãs, em fileiras em redor, estavam tambem sobre o outro capitel.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levantou as columnas no portico do templo: e levantando a columna direita, chamou o seu nome Jachin; e levantando a columna esquerda, chamou o seu nome Boaz.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cabeça das columnas estava a obra de lirios: e assim se acabou a obra das columnas.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mais o mar de fundição, de dez covados d'uma borda até á outra borda, redondo ao redor, e de cinco covados de alto; e um cordão de trinta covados o cingia em redor.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baixo da sua borda em redor havia botões que o cingiam; por dez covados cercavam aquelle mar em redor; duas ordens d'estes botões foram fundidas na sua fundição.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firmava-se sobre doze bois, tres que olhavam para o norte, e tres que olhavam para o occidente, e tres que olhavam para o sul, e tres que olhavam para o oriente: e o mar em cima estava sobre elles, e todas as suas partes posteriores para a banda de dentro.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grossura era d'um palmo, e a sua borda como a obra da borda d'um copo, ou de flor de lirios; elle levava dois mil batos.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as dez bases de cobre: o comprimento d'uma base de quatro covados, e de quatro covados a sua largura, e tres covados a sua altura.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era a obra das bases: tinham cintas, e as cintas estavam entre as molduras.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as cintas que estavam entre as molduras havia leões, bois, e cherubins, e sobre as molduras uma base por cima: e debaixo dos leões e dos bois junturas d'obra estendida.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base tinha quatro rodas de metal, e laminas de cobre; e os seus quatro cantos tinham hombros: debaixo da pia estavam estes hombros fundidos, da banda de cada uma das junturas.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bocca estava dentro da corôa, e d'um covado por cima: e era a sua bocca redonda da obra da base de covado e meio: e tambem sobre a sua bocca havia entalhes, e as suas cintas eram quadradas, não redondas.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quatro rodas estavam debaixo das cintas, e os eixos das rodas na base: e era a altura de cada roda de covado e meio.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obra das rodas como a obra da roda de carro: seus eixos, e suas caibras, e seus cubos, e seus raios, todos eram fundidos.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quatro hombros aos quatro cantos de cada base: seus hombros sahiam da base.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alto de cada base havia uma altura redonda de meio covado ao redor: tambem sobre o alto de cada base havia azas e cintas, que sahiam d'ellas.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planchas das suas azas e nas suas cintas lavrou cherubins, leões, e palmas, segundo o vazio de cada uma, e junturas em redor.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esta fez as dez bases: todas tinham uma mesma fundição, uma mesma medida, e um mesmo entalhe.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duas pias de cobre: em cada pia cabiam quarenta batos, e cada pia era de quatro covados, e sobre cada uma das dez bases estava uma pia.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cinco bases á direita da casa, e cinco á esquerda da casa: porém o mar poz ao lado direito da casa para a banda do oriente, da parte do sul.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Hirão as pias, e as pás, e as bacias: e acabou Hirão de fazer toda a obra que fez para o rei Salomão, para a casa do Senhor: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as duas columnas, e os globos dos capiteis que estavam sobre a cabeça das duas columnas: e as duas redes, para cobrir os dois globos dos capiteis que estavam sobre a cabeça das columnas.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quatrocentas romãs para as duas redes, a saber: duas carreiras de romãs para cada rede, para cobrirem os dois globos dos capiteis que estavam em cima das columnas;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com as dez bases, e as dez pias sobre as bases;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um mar, e os doze bois debaixo d'aquelle mar;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caldeirões, e as pás, e as bacias, e todos estes vasos que fez Hirão para o rei Salomão, para a casa do Senhor, todos eram de cobre burnido.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planicie do Jordão, o rei os fundiu, em terra barrenta: entre Succoth e Zarthan.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deixou Salomão de pezar todos os vasos, pelo seu excessivo numero: nem se averiguou o peso do cobre.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Salomão todos os vasos que convinham á casa do Senhor: o altar de oiro, e a mesa d'oiro, sobre a qual estavam os pães da proposição.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castiçaes, cinco á direita e cinco á esquerda, diante do oraculo, d'oiro finissimo; e as flores, e as lampadas, e os espivitadores, tambem d'oiro.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as taças, e os apagadores, e as bacias, e os perfumadores, e os brazeiros, de oiro finissimo: e as couceiras para as portas da casa interior para o logar sanctissimo, e as das portas da casa do templo, tambem d'oiro.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acabou toda a obra que fez o rei Salomão para a casa do Senhor: então trouxe Salomão as coisas sanctas de seu pae David; a prata, e o oiro, e os vasos poz entre os thesouros da casa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