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acabando Salomão de edificar a casa do Senhor, e a casa do rei, e todo o desejo de Salomão, que lhe veiu á vontade fazer,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tornou a apparecer a Salomão; como lhe tinha apparecido em Gibeon.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 disse: Ouvi a tua oração, e a tua supplica que supplicando fizeste perante mim; sanctifiquei a casa que edificaste, afim de pôr ali o meu nome para sempre: e os meus olhos e o meu coração estarão ali todos os dias.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tu andares perante mim como andou David teu pae, com inteireza de coração e com sinceridade, para fazeres segundo tudo o que te mandei, e guardares os meus estatutos e os meus juizos,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confirmarei o throno de teu reino sobre Israel para sempre: como fallei ácerca de teu pae David, dizendo: Não te faltará varão sobre o throno d'Israel: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vós e vossos filhos de qualquer maneira vos apartardes de apoz mim, e não guardardes os meus mandamentos, e os meus estatutos, que vos tenho proposto, mas fôrdes, e servirdes a outros deuses, e vos curvardes perante elles,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destruirei a Israel da terra que lhes dei; e a esta casa, que sanctifiquei a meu nome, lançarei longe da minha presença: e Israel será por ditado e mote, entre todos os povos.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casa será tão exaltada, que todo aquelle que por ella passar pasmará, e assobiará, e dirá: Porque fez o Senhor assim a esta terra e a esta casa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dirão: Porque deixaram ao Senhor seu Deus, que tirou da terra do Egypto a seus paes, e se apegaram a deuses alheios, e se encurvaram perante elles, e os serviram: por isso trouxe o Senhor sobre elles todo este 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ao fim de vinte annos, que Salomão edificara as duas casas; a casa do Senhor e a casa do rei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(Para o que Hirão, rei de Tyro, trouxera a Salomão madeira de cedro e de faia, e oiro, segundo todo o seu desejo): então deu o rei Salomão a Hirão vinte cidades na terra de Galiléa.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Hirão de Tyro a ver as cidades que Salomão lhe déra, porém não foram boas aos seus olhos.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disse: Que cidades são estas que me déste, irmão meu? E chamaram-n'as: Terra de Cabuli, até hoje.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 Hirão ao rei cento e vinte talentos de oiro.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causa do tributo que impoz o rei Salomão, para edificar a casa do Senhor e a sua casa e Millo, e o muro de Jerusalem, como tambem a Hasor, e a Megiddo, e a Gezer.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Pharaó, rei do Egypto, subiu e tomou a Gezer, e a queimou a fogo, e matou os cananeos que moravam na cidade, e a deu em dote a sua filha, mulher de Salomão.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edificou Salomão a Gezer, e Beth-horon, a baixa,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Baalath, e a Tadmor, no deserto d'aquella terra,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todas as cidades das munições que Salomão tinha, e as cidades dos carros, e as cidades dos cavalleiros, e o que o desejo de Salomão quiz edificar em Jerusalem, e no Libano, e em toda a terra do seu dominio.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todo o povo que restou dos amorrheos, hetheos, pherezeos, heveos, e jebuseos, e que não eram dos filhos de Israel,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seus filhos, que restaram depois d'elles na terra, os quaes os filhos de Israel não poderam destruir totalmente, Salomão os reduziu a tributo servil, até hoje.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dos filhos de Israel não fez Salomão servo algum: porém eram homens de guerra, e seus creados, e seus principes, e seus capitães, e chefes dos seus carros e dos seus cavalleiros.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eram os chefes dos officiaes que estavam sobre a obra de Salomão, quinhentos e cincoenta, que davam ordens ao povo que trabalhava na obra.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porém a filha de Pharaó da cidade de David á sua casa, que Salomão lhe edificara; então edificou a Millo.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offerecia Salomão tres vezes cada anno holocaustos e sacrificios pacificos sobre o altar que edificaram ao Senhor, e queimava incenso sobre o que estava perante o Senhor: e assim acabou a casa.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rei Salomão fez náos em Eseon-geber, que está junto a Eloth, á praia do mar de Suph, na terra de Edom.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Hirão com aquellas náos a seus servos, marinheiros, que sabiam do mar, com os servos de Salomão.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Ophir, e tomaram de lá quatrocentos e vinte talentos de oiro, e o trouxeram ao rei Salomão.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