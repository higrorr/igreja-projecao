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Hirão, rei de Tyro, os seus servos a Salomão (porque ouvira que ungiram a Salomão rei em logar de seu pae), porquanto Hirão sempre tinha amado a David.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Salomão enviou a Hirão,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sabes tu que David, meu pae, não poude edificar uma casa ao nome do Senhor seu Deus, por causa da guerra com que o cercaram, até que o Senhor os poz debaixo das plantas dos pés.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o Senhor meu Deus me tem dado descanço de todos os lados: adversario não ha, nem algum mau encontro.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eu, meu Deus, intento edificar uma casa ao nome do Senhor, como fallou o Senhor a David, meu pae, dizendo: Teu filho, que porei em teu logar no teu throno, elle edificará uma casa ao meu 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pois agora que do Libano me cortem cedros, e os meus servos estarão com os teus servos, e eu te darei a soldada dos teus servos, conforme a tudo o que disseres; porque bem sabes tu que entre nós ninguem ha que saiba cortar a madeira como os sidonios.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ouvindo Hirão as palavras de Salomão, muito se alegrou, e disse: Bemdito seja hoje o Senhor, que deu a David um filho sabio sobre este tão grande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Hirão a Salomão, dizendo: Ouvi o que me mandaste dizer. Eu farei toda a tua vontade ácerca dos cedros e ácerca das faias.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servos os levarão desde o Libano até ao mar, e eu os farei conduzir em jangadas pelo mar até ao logar que me designares, e ali os desamarrarei; e tu os tomarás: tu tambem farás a minha vontade, dando sustento á minha casa.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 Hirão a Salomão madeira de cedros e madeira de faias, conforme a toda a sua vontade.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deu a Hirão vinte mil coros de trigo, para sustento da sua casa, e vinte coros de azeite batido: isto dava Salomão a Hirão de anno em anno.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pois o Senhor a Salomão sabedoria, como lhe tinha dito: e houve paz entre Hirão e Salomão, e ambos fizeram alliança.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 fez subir leva de gente d'entre todo o Israel: e foi a leva de gente trinta mil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enviou ao Libano, cada mez dez mil por suas vezes: um mez estavam no Libano, e dois mezes cada um em sua casa: e Adoniram estava sobre a leva de gente.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tambem Salomão setenta mil que levavam as cargas, e oitenta mil que cortavam nas montanhas,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Afóra os chefes dos officiaes de Salomão, os quaes estavam sobre aquella obra, tres mil e trezentos que davam as ordens ao povo que fazia aquella obra.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o rei que trouxessem pedras grandes, e pedras preciosas, pedras lavradas, para fundarem a casa.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lavravam os edificadores de Hirão e os giblitas: e preparavam a madeira e as pedras para edificar a casa.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