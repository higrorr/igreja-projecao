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Salomão amou muitas mulheres estranhas, e isso além da filha de Pharaó, moabitas, ammonitas, idumeas, zidonias e hetheas.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nações de que o Senhor tinha dito aos filhos de Israel: Não entrareis a ellas, e ellas não entrarão a vós; d'outra maneira perverterão o vosso coração para seguirdes os seus deuses. A estas se uniu Salomão com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setecentas mulheres, princezas, e trezentas concubinas: e suas mulheres lhe perverteram o seu coração.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succedeu que, no tempo da velhice de Salomão, suas mulheres lhe perverteram o seu coração para seguir outros deuses: e o seu coração não era inteiro para com o Senhor seu Deus, como o coração de David, seu pae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Salomão andou em seguimento de Astaroth, deus dos zidonios, e em seguimento de Milkom, a abominação dos ammonitas.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fez Salomão o que parecia mal aos olhos do Senhor: e não perseverou em seguir ao Senhor, como David seu pae.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edificou Salomão um alto a Camos, a abominação dos moabitas, sobre o monte que está diante de Jerusalem, e a Molech, a abominação dos filhos d'Ammon.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fez para com todas as suas mulheres estranhas; as quaes queimavam incenso e sacrificavam a seus deuses.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Senhor se indignou contra Salomão: porquanto desviara o seu coração do Senhor Deus de Israel, o qual duas vezes lhe apparecera.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ácerca d'esta materia lhe tinha dado ordem que não andasse em seguimento d'outros deuses: porém não guardou o que o Senhor lhe ordenara.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 o Senhor a Salomão: Pois que houve isto em ti, que não guardaste o meu concerto e os meus estatutos que te mandei, certamente rasgarei de ti este reino, e o darei a teu servo.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nos teus dias não o farei, por amor de David teu pae: da mão de teu filho o rasgarei: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todo o reino não rasgarei; uma tribu darei a teu filho, por amor de meu servo David, e por amor de Jerusalem, que tenho elegido.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Levantou pois o Senhor a Salomão um adversario, a Hadad, o idumeo: elle era da semente do rei em Edom.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succedeu que, estando David em Edom, e subindo Joab, o chefe do exercito, a enterrar os mortos, feriu a todo o varão em Edom.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Joab ficou ali seis mezes com todo o Israel, até que destruiu a todo o varão em Edom.)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Hadad porém fugiu, elle e alguns homens idumeos, dos servos de seu pae, com elle, para ir ao Egypto: era porém Hadad um rapaz pequeno.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 de Midian, e vieram a Paran, e tomaram comsigo homens de Paran, e vieram ao Egypto a Pharaó, rei do Egypto, o qual lhe deu uma casa, e lhe prometteu sustento, e lhe deu uma terra.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achou Hadad grande graça aos olhos de Pharaó: de maneira que a irmã de sua mulher lhe deu por mulher, a irmã de Tachpenes, a rainha.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irmã de Tachpenes lhe pariu a seu filho Genubath, o qual Tachpenes criou na casa de Pharaó: a Genubath estava na casa de Pharaó, entre os filhos de Pharaó.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Hadad no Egypto que David adormecera com seus paes, e que Joab, chefe do exercito, era morto, disse Hadad a Pharaó: Despede-me, para que vá á minha terra.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Pharaó lhe disse: Pois que te falta comigo, que eis que procuras partir para a tua terra? E disse elle: Nada, mas todavia despede-me.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Deus lhe levantou outro adversario, a Rezon, filho de Eliada, que tinha fugido de seu senhor Hadad-ezer, rei de Zoba,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quem tambem ajuntou homens, e foi capitão d'um esquadrão, quando David os matou: e indo-se para Damasco, habitaram ali, e reinaram em Damasco.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adversario de Israel por todos os dias de Salomão, e isto além do mal que Hadad fazia: porque detestava a Israel, e reinava sobre a Syria.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Jeroboão, filho de Nebat, ephrateo, de Zereda, servo de Salomão (cuja mãe era mulher viuva, por nome Zerua), tambem levantou a mão contra o rei.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foi a causa, por que levantou a mão contra o rei: Salomão tinha edificado a Millo, e cerrou as aberturas da cidade de David, seu pae.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homem Jeroboão era varão valente; e, vendo Salomão a este mancebo, que era laborioso, elle o poz sobre todo o cargo da casa de José.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n'aquelle tempo que, saindo Jeroboão de Jerusalem, o encontrou o propheta Ahias, o silonita, no caminho, e elle se tinha vestido d'um vestido novo, e sós estavam os dois no campo.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Ahias pegou no vestido novo que sobre si tinha, e o rasgou em doze pedaços.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 Jeroboão: Toma para ti os dez pedaços, porque assim diz o Senhor Deus de Israel: Eis que rasgarei o reino da mão de Salomão, e a ti darei as dez tribus.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terá uma tribu, por amor de David, meu servo, e por amor de Jerusalem, a cidade que elegi de todas as tribus de Israel.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 deixaram, e se encurvaram a Astaroth, deus dos sidonios, a Camos, deus dos moabitas, e a Milkom, deus dos filhos d'Ammon; e não andaram pelos meus caminhos, para fazerem o que parece recto aos meus olhos, a saber, os meus estatutos e os meus juizos, como David, seu pae.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tomarei nada d'este reino da sua mão: mas por principe o ponho por todos os dias da sua vida, por amor de David, meu servo, a quem elegi, o qual guardou os meus mandamentos e os meus estatutos.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da mão de seu filho tomarei o reino, e t'o darei a ti, as dez tribus d'elle.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seu filho darei uma tribu; para que David, meu servo, sempre tenha uma lampada diante de mim em Jerusalem, a cidade que elegi para pôr ali o meu nome.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tomarei, e reinarás sobre tudo o que desejar a tua alma; e serás rei sobre Israel.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 que, se ouvires tudo o que eu te mandar, e andares pelos meus caminhos, e fizeres o que é recto aos meus olhos, guardando os meus estatutos e os meus mandamentos, como fez David, meu servo, eu serei comtigo, e te edificarei uma casa firme, como edifiquei a David, e te darei Israel.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isso affligirei a semente de David; todavia não para sempre.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Salomão procurou matar Jeroboão; porém Jeroboão se levantou, e fugiu para o Egypto, a Sisak, rei do Egypto: e esteve no Egypto até que Salomão morreu.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de Salomão, e a tudo quanto fez, e á sua sabedoria, porventura não está escripto no livro dos successos de Salomão?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tempo que reinou Salomão em Jerusalem sobre todo o Israel foram quarenta annos.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adormeceu Salomão com seus paes, e foi sepultado na cidade de David, seu pae: e Roboão,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