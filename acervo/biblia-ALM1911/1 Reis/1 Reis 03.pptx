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se aparentou com Pharaó, rei do Egypto: e tomou a filha de Pharaó, e a trouxe á cidade de David, até que acabasse de edificar a sua casa, e a casa do Senhor, e a muralha de Jerusalem em roda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que o povo sacrificava sobre os altos: porque até áquelles dias ainda se não tinha edificado casa ao nome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amava ao Senhor, andando nos estatutos de David seu pae: sómente que nos altos sacrificava, e queimava incenso.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rei a Gibeon para lá sacrificar, porque aquelle era o alto grande: mil holocaustos sacrificou Salomão n'aquelle altar.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Gibeon appareceu o Senhor a Salomão de noite em sonhos: e disse-lhe Deus: Pede o que quizeres que te dê.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Salomão: De grande beneficencia usaste tu com teu servo David meu pae, como tambem elle andou comtigo em verdade, e em justiça, e em rectidão de coração, perante a tua face: e guardaste-lhe esta grande beneficencia, e lhe déste um filho que se assentasse no seu throno, como se vê n'este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Senhor meu Deus, tu fizeste reinar a teu servo em logar de David meu pae: e sou ainda menino pequeno; nem sei sair, nem entrar.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servo está no meio do teu povo que elegeste: povo grande, que nem se pode contar, nem numerar, pela sua multidão.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 servo pois dá um coração entendido para julgar a teu povo, para que prudentemente discerna entre o bem e o mal: porque quem poderia julgar a este teu tão grande povo?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palavra pareceu boa aos olhos do Senhor, de que Salomão pedisse esta coisa.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Deus: Porquanto pediste esta coisa, e não pediste para ti riquezas, nem pediste a vida de teus inimigos; mas pediste para ti entendimento, para ouvir causas de juizo;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fiz segundo as tuas palavras: eis que te dei um coração tão sabio e entendido, que antes de ti teu egual não houve, e depois de ti teu egual se não levantará.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até o que não pediste te dei, assim riquezas como gloria: que não haja teu egual entre os reis, por todos os teus dias.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andares nos meus caminhos, guardando os meus estatutos, e os meus mandamentos, como andou David teu pae, tambem prolongarei os teus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acordou Salomão, e eis que era sonho. E veiu a Jerusalem, e poz-se perante a arca do concerto do Senhor, e sacrificou holocaustos, e preparou sacrificios pacificos, e fez um banquete a todos os seus servos.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duas mulheres prostitutas ao rei, e se pozeram perante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uma das mulheres: Ah! senhor meu, eu e esta mulher moramos n'uma casa; e pari, morando com ella n'aquella casa.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terceiro dia depois do meu parto, pariu tambem esta mulher: estavamos juntas; estranho nenhum estava comnosco na casa, senão nós ambas n'aquella casa.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noite morreu o filho d'esta mulher, porquanto se deitara sobre 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á meia noite, e me tirou a meu filho do meu lado, dormindo a tua serva, e o deitou no seu seio: e a seu filho morto deitou no meu seio.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levantando-me eu pela manhã, para dar de mamar a meu filho, eis que estava morto: mas, attentando pela manhã para elle, eis que não era meu filho, que eu havia parido.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outra mulher: Não, mas o vivo é meu filho, e teu filho o morto. Porém esta disse: Não, por certo, o morto é teu filho, e meu filho o vivo. Assim fallaram perante o rei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Esta diz: Este que vive é meu filho, e teu filho o morto; e esta outra diz: Não, por certo; o morto é teu filho e meu filho o vivo.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rei: Trazei-me uma espada. E trouxeram uma espada diante do 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rei: Dividi em duas partes o menino vivo: e dae metade a uma, e metade a outra.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mulher, cujo filho era o vivo, fallou ao rei (porque as suas entranhas se lhe enterneceram por seu filho), e disse: Ah! senhor meu, dae-lhe o menino vivo, e por modo nenhum o mateis. Porém a outra dizia: Nem teu nem meu seja; dividi-o antes.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rei, e disse: Dae a esta o menino vivo, e de maneira nenhuma o mateis, porque esta é sua mãe.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 ouviu o juizo que julgara o rei, e temeu ao rei: porque viram que havia n'elle a sabedoria de Deus, para fazer justiça.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