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ouvindo a rainha de Saba a fama de Salomão, ácerca do nome do Senhor, veiu proval-o por enigmas.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a Jerusalem com um mui grande exercito; com camelos carregados de especiarias, e muitissimo oiro, e pedras preciosas: e veiu a Salom o, e disse-lhe tudo quanto tinha no seu coração.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Salomão lhe declarou todas as suas palavras: nenhuma coisa se escondeu ao rei, que não lhe declarasse.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pois a rainha de Saba toda a sabedoria de Salomão, e a casa que edificara,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comida da sua mesa, e o assentar de seus servos, e o estar de seus creados, e os vestidos d'elles, e os seus copeiros, e a sua subida, pela qual subia á casa do Senhor, não houve mais espirito n'ella.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ao rei: Foi verdade a palavra que ouvi na minha terra, das tuas coisas e da tua sabedoria.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não cria n'aquellas palavras, até que vim, e os meus olhos o viram; eis que me não disseram metade; sobre-*pujaste em sabedoria e bens a fama que ouvi.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Bemaventurados os teus homens, bemaventurados estes teus servos, que estão sempre diante de ti, que ouvem a tua sabedoria!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Bemdito seja o Senhor teu Deus, que teve agrado em ti, para te pôr no throno de Israel: porque o Senhor ama a Israel para sempre, por isso te estabeleceu rei, para fazeres juizo e justiça.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deu ao rei cento e vinte talentos de oiro, e muitissimas especiarias, e pedras preciosas: nunca veiu especiaria em tanta abundancia, como a que a rainha de Saba deu ao rei Salomão.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as náos d'Hirão, que de Ophir levavam oiro, traziam de Ophir muitissima madeira de Almug, e pedras preciosas.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d'esta madeira d'Almug fez o rei balaustres para a casa do Senhor, e para a casa do rei, como tambem harpas e alaúdes para os cantores: nunca veiu tal madeira de Almug, nem se viu até o dia d'hoje.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Salomão deu á rainha de Saba tudo quanto lhe pediu o seu desejo, de mais do que lhe deu, segundo a largueza do rei Salomão: então voltou e partiu para a sua terra, ella e os seus servos.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era o peso do oiro que se trazia a Salomão cada anno seiscentos e sessenta e seis talentos de oiro;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Além do dos negociantes, e do contracto dos especieiros, e de todos os reis da Arabia, e dos governadores da mesma terra.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 rei Salomão fez duzentos pavezes de oiro batido; seiscentos siclos de oiro mandou pesar para cada pavez;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mesmo trezentos escudos de oiro batido; tres arrateis de oiro mandou pesar para cada escudo; e o rei os poz na casa do bosque do Libano.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 mais o rei um grande throno de marfim, e o cobriu de oiro purissimo.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Tinha este throno seis degraus, e era a cabeça do throno por detraz redonda, e de ambas as bandas tinha encostos até ao assento: e dois leões estavam junto aos encostos.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doze leões estavam ali sobre os seis degraus de ambas as bandas: nunca se tinha feito obra similhante em nenhum dos reinos.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10:21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todos os vasos de beber do rei Salomão eram de oiro, e todos os vasos da casa do bosque do Libano eram de oiro puro: não havia n'elles prata; porque nos dias de Salomão não tinha estimação alguma.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10:22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rei tinha no mar as náos de Tarsis, com as náos de Hirão: uma vez em tres annos tornavam as náos de Tarsis, e traziam oiro e prata, marfim, e bugios, e pavões.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10:23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o rei Salomão excedeu a todos os reis da terra: tanto em riquezas como em sabedoria.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10:24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toda a terra buscava a face de Salomão, para ouvir a sua sabedoria, que Deus tinha posto no seu coração.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10:25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traziam cada um por seu presente vasos de prata e vasos de oiro, e vestidos, e armaduras, e especiarias, cavallos e mulas: cada coisa de anno em anno.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10:26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ajuntou Salomão carros e cavalleiros, de sorte que tinha mil e quatrocentos carros e doze mil cavalleiros: e os levou ás cidades dos carros, e junto ao rei em Jerusalem.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10:27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o rei que em Jerusalem houvesse prata como pedras: e cedros em abundancia como figueiras bravas que estão nas planicies.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10:28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tiravam cavallos do Egypto para Salomão: e ás manadas as recebiam os mercadores do rei, cada manada por um certo preço.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10:29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subia e sahia o carro do Egypto por seiscentos siclos de prata, e o cavallo por cento e cincoenta: e assim, por meio d'elles, os tiravam para todos os reis dos hetheos e para os reis da Syria.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