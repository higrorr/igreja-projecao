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Roboão para Sichem; porque todo o Israel veiu a Sichem, para o fazerem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ouvindo-o Jeroboão, filho de Nebat, estando ainda no Egypto (porque fugira de diante do rei Salomão, e habitava Jeroboão no Egypto),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Enviaram, e o mandaram chamar; e Jeroboão e toda a congregação d'Israel vieram, e fallaram a Roboão,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pae aggravou o nosso jugo; agora, pois, allivia tu a dura servidão de teu pae, e o seu pesado jugo que nos impoz, e nós te serviremos.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Ide-vos até ao terceiro dia, e voltae a mim. E o povo se foi.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o rei Roboão conselho com os anciãos que estavam na presença de Salomão, seu pae, quando este ainda vivia, dizendo: Como aconselhaes vós que se responda a este povo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fallaram, dizendo: Se hoje fores servo d'este povo, e o servires, e, respondendo-lhe, lhe fallares boas palavras, todos os dias teus servos serão.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deixou o conselho que os anciãos lhe tinham aconselhado, e teve conselho com os mancebos que haviam crescido com elle, que estavam diante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Que aconselhaes vós que respondamos a este povo, que me fallou, dizéndo: Allivia o jugo que teu pae nos impoz?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mancebos que haviam crescido com elle lhe fallaram, dizendo: Assim fallarás a este povo que te fallou, dizendo: Teu pae fez pesadissimo o nosso jugo, mas tu o allivia de sobre nós; assim lhe fallarás: Meu dedo minimo é mais grosso do que os lombos de meu pae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se meu pae vos carregou d'um jugo pesado, ainda eu augmentarei o vosso jugo: meu pae vos castigou com açoites, porém eu vos castigarei com escorpiões.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Jeroboão e todo o povo, ao terceiro dia, a Roboão, como o rei havia fallado, dizendo: Voltae a mim ao terceiro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respondeu ao povo duramente; porque deixara o conselho que os anciãos lhe haviam aconselhado.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fallou conforme ao conselho dos mancebos, dizendo: Meu pae aggravou o vosso jugo, porém eu ainda augmentarei o vosso jugo; meu pae vos castigou com açoites, porém eu vos castigarei com escorpiões.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pois não deu ouvidos ao povo; porque esta revolta vinha do Senhor, para confirmar a sua palavra que o Senhor tinha dito pelo ministerio de Ahias, o silonita, a Jeroboão, filho de Nebat.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todo o Israel que o rei não lhe dava ouvidos, tornou-lhe o povo a responder, dizendo: Que parte temos nós com David? e não ha para nós herança no filho de Jessé. Ás tuas tendas, ó Israel! Provê agora a tua casa, ó David. Então Israel se foi ás suas tendas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tocante porém aos filhos d'Israel que habitavam nas cidades de Judah, tambem sobre elles reinou Roboão.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Roboão enviou a Adoram, que estava sobre os tributos; e todo o Israel o apedrejou com pedras, e morreu: mas o rei Roboão se animou a subir ao carro para fugir para Jerusalem.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descairam os israelitas da casa de David até ao dia de hoje.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todo o Israel que Jeroboão tinha voltado, enviaram, e o chamaram para a congregação, e o fizeram rei sobre todo o Israel: e ninguem seguiu a casa de David senão sómente a tribu de Judah.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Roboão a Jerusalem, ajuntou toda a casa de Judah e a tribu de Benjamin, cento e oitenta mil escolhidos, destros para a guerra, para pelejar contra a casa d'Israel, para restituir o reino a Roboão, filho de Salomão.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veiu a palavra de Deus a Semaias, homem de Deus, dizendo: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Roboão, filho de Salomão, rei de Judah, e a toda a casa de Judah, e a Benjamin, e ao resto do povo,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Não subireis nem pelejareis contra vossos irmãos, os filhos d'Israel; volte cada um para a sua casa, porque eu é que fiz esta obra. E ouviram a palavra do Senhor, e voltaram segundo a palavra do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Jeroboão edificou a Sichem, no monte de Ephraim, e habitou ali; e saiu d'ali, e edificou a Penuel.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Jeroboão no seu coração: Agora tornará o reino á casa de David.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este povo subir para fazer sacrificios na casa do Senhor, em Jerusalem, o coração d'este povo se tornará a seu senhor, a Roboão, rei de Judah: e me matarão, e tornarão a Roboão, rei de Judah.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rei tomou conselho, e fez dois bezerros de oiro; e lhes disse: Muito trabalho vos será o subir a Jerusalem; vês aqui teus deuses, ó Israel, que te fizeram subir da terra do Egypto.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um em Bethel, e collocou o outro em Dan.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feito se tornou em peccado: pois que o povo ia até Dan cada um a adorar.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casa dos altos: e fez sacerdotes dos mais baixos do povo, que não eram dos filhos de Levi.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Jeroboão uma festa no oitavo mez, no dia decimo quinto do mez, como a festa que se fazia em Judah, e sacrificou no altar; similhantemente fez em Bethel, sacrificando os bezerros que fizera: tambem em Bethel estabeleceu sacerdotes dos altos que fizera.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sacrificou no altar que fizera em Bethel, no dia decimo quinto do oitavo mez, que elle tinha imaginado no seu coração: assim fez a festa aos filhos de Israel, e sacrificou no altar, queimando incenso.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