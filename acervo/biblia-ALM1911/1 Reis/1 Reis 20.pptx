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Ben-hadad, rei da Syria, ajuntou todas as suas forças: e trinta e dois reis, e cavallos e carros havia com elle: e subiu, e cercou a Samaria, e pelejou contra ella.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á cidade mensageiros, a Achab, rei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Assim diz Ben-hadad: A tua prata e o teu oiro são meus; e tuas mulheres e os melhores de teus filhos são meus.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rei de Israel, e disse: Conforme a tua palavra, ó rei meu senhor, teu sou eu, e tudo quanto tenho.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tornaram a vir os mensageiros, e disseram: Assim falla Ben-hadad, dizendo: Ainda que eu te mandei dizer: Tu me has de dar a tua prata, e o teu oiro, e as tuas mulheres e os teus filhos;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ámanhã a estas horas enviarei os meus servos a ti, e esquadrinharão a tua casa, e as casas dos teus servos: e ha de ser que tudo o que fôr aprazivel aos teus olhos o metterão nas suas mãos, e o levarão.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de Israel chamou a todos os anciãos da terra, e disse: Notae agora, e vêde como este busca mal; pois enviara a mim por minhas mulheres, e por meus filhos, e pela minha prata, e pelo meu oiro, e não lh'o neguei.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anciãos e todo o povo lhe disseram: Não lhe dês ouvidos, nem consintas.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aos mensageiros de Ben-hadad: Dizei ao rei, meu senhor: Tudo o que primeiro mandaste pedir a teu servo, farei, porém isto não posso fazer. E foram os mensageiros, e lhe tornaram a dar esta resposta.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Ben-hadad enviou a elle, e disse: Assim me façam os deuses, e outro tanto, que o pó de Samaria não bastará para encher as mãos de todo o povo que me segue.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de Israel respondeu, e disse: Dizei-lhe: Não se gabe quem se cinge, como aquelle que se descinge.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elle esta palavra, estando bebendo elle e os reis nas tendas, disse aos seus servos: Ponde-vos em ordem contra 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propheta se chegou a Achab rei de Israel, e lhe disse: Assim diz o Senhor: Viste toda esta grande multidão? eis que hoje t'a entregarei nas tuas mãos, para que saibas que eu sou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Achab: Por quem? E elle disse: Assim diz o Senhor: Pelos moços dos principes das provincias. E disse: Quem começará a peleja? E disse: 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contou os moços dos principes das provincias, e foram duzentos e trinta e dois: e depois d'elles contou a todo o povo, todos os filhos de Israel, sete mil.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ao meio dia: e Ben-hadad estava bebendo e embriagando-se nas tendas, elle e os reis, os trinta e dois reis, que o ajudavam.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moços dos principes das provincias sairam primeiro: e Ben-hadad enviou a alguns, que lhe deram avisos, dizendo: Sairam de Samaria uns homens.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Ainda que para paz saissem, tomae-os vivos: e ainda que á peleja saissem, vivos os tomae.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Sairam pois da cidade os moços dos principes das provincias, e o exercito que os seguia.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feriram cada um o seu homem, e os syros fugiram, e Israel os perseguiu: porém Ben-hadad, rei da Syria, escapou a cavallo, com alguns cavalleiros.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o rei de Israel, e feriu os cavallos e os carros: e feriu os syros com grande estrago.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chegou-se ao rei de Israel e lhe disse: Vae, esforça-te, e attenta, e olha o que has de fazer; porque no decurso d'um anno o rei da Syria subirá contra 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servos do rei da Syria lhe disseram: Seus deuses são deuses dos montes, por isso foram mais fortes do que nós: mas pelejemos com elles em campo raso, e por certo, veremos, se não somos mais fortes do que elles!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pois isto: tira os reis, cada um do seu logar, e põe capitães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numera outro exercito, como o exercito que caiu de ti, e cavallos como aquelles cavallos, e carros como aquelles carros, e pelejemos com elles em campo raso, e veremos se não somos mais fortes do que elles! E deu ouvidos á sua voz, e assim fez.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passado um anno, Ben-hadad fez revista dos syros, e subiu a Afek, para pelejar contra 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dos filhos d'Israel se fez revista, e providos de viveres marcharam contra elles; e os filhos de Israel acamparam-se defronte d'elles, como dois pequenos rebanhos de cabras; mas os syros enchiam 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o homem de Deus, e fallou ao rei de Israel, e disse: Assim diz o Senhor; Porquanto os syros disseram: O Senhor é Deus dos montes, e não Deus dos valles: toda esta grande multidão entregarei nas tuas mãos: para que saibas que eu sou 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sete dias estiveram estes acampados defronte dos outros: e succedeu ao setimo dia que a peleja começou, e os filhos de Israel feriram dos syros cem mil homens de pé, n'um dia.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restantes fugiram a Afek, á cidade; e caiu o muro sobre vinte e sete mil homens, que restaram: Ben-hadad porém fugiu, e veiu á cidade, andando de camara em camara.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disseram os seus servos: Eis que já temos ouvido que os reis da casa de Israel são reis clementes: ponhamos pois saccos aos lombos, e cordas ás cabeças, e saiamos ao rei de Israel; pode ser que guarde em vida a tua alma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cingiram saccos aos lombos e cordas ás cabeças, e vieram ao rei de Israel, e disseram: Diz o teu servo Ben-hadad: Deixa-me viver. E disse elle: Pois ainda vive? é meu irmão.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homens tomaram isto por bom presagio, e apressaram-se em apanhar a sua palavra, e disseram: Teu irmão Ben-hadad vive. E elle disse: Vinde, trazei-m'o. Então Ben-hadad saiu a elle, e elle o fez subir ao carro.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As cidades que meu pae tomou de teu pae t'as restituirei, e faze para ti ruas em Damasco, como meu pae as fez em Samaria. E eu, respondeu Achab, te deixarei ir com esta alliança. E fez com elle alliança e o deixou 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dos homens dos filhos dos prophetas disse ao seu companheiro, pela palavra do Senhor: Ora fere-me. E o homem recusou feril-o.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Porque não obedeceste á voz do Senhor, eis que, em te apartando de mim, um leão te ferirá. E, como d'elle se apartou, um leão o encontrou e o feriu.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encontrou outro homem, e disse-lhe: Ora fere-me. E feriu-o aquelle homem, ferindo-o e vulnerando-o.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o propheta, e poz-se perante o rei no caminho: e disfarçou-se com cinza sobre os seus olhos.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passando o rei, clamou elle ao rei, e disse: Teu servo saiu ao meio da peleja, e eis que, desviando-se um homem, me trouxe outro homem, e disse: Guarda-me este homem; se vier a faltar, será a tua vida em logar da vida d'elle, ou pagarás um talento de prata.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estando o teu servo occupado d'uma e d'outra parte, entretanto desappareceu. Então o rei de Israel lhe disse: Esta é a tua sentença; tu mesmo a pronunciaste.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se apressou, e tirou a cinza de sobre os seus olhos: e o rei de Israel o reconheceu, que era um dos prophetas.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Assim diz o Senhor: Porquanto soltaste da mão o homem que eu havia posto para destruição, a tua vida será em logar da sua vida, e o teu povo em logar do seu povo.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o rei de Israel a sua casa, desgostoso e indignado: e veiu a Samaria.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