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Achab fez saber a Jezabel tudo quanto Elias havia feito, e como totalmente matara todos os prophetas á espada.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Jezabel mandou um mensageiro a Elias, a dizer-lhe: Assim me façam os deuses, e outro tanto, se de certo ámanhã a estas horas não pozer a tua vida como a d'um d'elles.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vendo elle, se levantou, e, para escapar com vida, se foi, e veiu a Berseba, que é de Judah, e deixou ali o seu moço.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se foi ao deserto, caminho de um dia, e veiu, e se assentou debaixo de um zimbro; e pediu em seu animo a morte, e disse: Já basta, ó Senhor; toma agora a minha vida, pois não sou melhor do que meus paes.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deitou-se, e dormiu debaixo d'um zimbro: e eis que então um anjo o tocou, e lhe disse: Levanta-te, come.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olhou, e eis que á sua cabeceira estava um pão cozido sobre as brazas, e uma botija de agua: e comeu, e bebeu, e tornou a deitar-se.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do Senhor tornou segunda vez, e o tocou, e disse: Levanta-te e come, porque mui comprido te será o caminho.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Levantou-se pois, e comeu e bebeu: e com a força d'aquella comida caminhou quarenta dias e quarenta noites até Horeb, o monte de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entrou n'uma caverna e passou ali a noite: e eis que a palavra do Senhor veiu a elle, e lhe disse: Que fazes aqui, Elias?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Tenho sido muito zeloso pelo Senhor Deus dos Exercitos, porque os filhos d'Israel deixaram o teu concerto, derribaram os teus altares, e mataram os teus prophetas á espada, e eu só fiquei, e buscam a minha vida para m'a tirarem.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Sae para fóra, e põe-te n'este monte perante a face do Senhor. E eis que passava o Senhor, como tambem um grande e forte vento que fendia os montes e quebrava as penhas diante da face do Senhor; porém o Senhor não estava no vento: e depois do vento um terremoto: tambem o Senhor não estava no terremoto: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do terremoto um fogo; porém tambem o Senhor não estava no fogo: e depois do fogo uma voz mansa e delicada.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ouvindo-a Elias, envolveu o seu rosto na sua capa, e saiu para fóra, e poz-se á entrada da caverna: e eis que veiu a elle uma voz, que dizia: Que fazes aqui, Elias?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Eu tenho sido em extremo zeloso pelo Senhor Deus dos exercitos, porque os filhos d'Israel deixaram o teu concerto, derribaram os teus altares, e mataram os teus prophetas á espada, e só eu fiquei; e buscam a minha vida para m'a tirarem.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lhe disse: Vae, torna-te pelo teu caminho para o deserto de Damasco; e vem, e unge a Hazael rei sobre a Syria.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Jehu, filho de Nimsi, ungirás rei d'Israel: e tambem a Eliseo, filho de Saphat de Abel-mehola, ungirás propheta em teu logar.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 o que escapar da espada de Hazael matal-o-ha Jehu: e o que escapar da espada de Jehu matal-o-ha Eliseo.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fiz ficar em Israel sete mil: todos os joelhos que se não dobraram a Baal, e toda a bocca que o não beijou.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Partiu pois Elias d'ali, e achou a Eliseo, filho de Saphat, que andava lavrando com doze juntas de bois adiante d'elle, e elle estava com a duodecima: e Elias passou por elle, e lançou a sua capa sobre elle.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deixou elle os bois, e correu apoz Elias: e disse: Deixa-me beijar a meu pae e a minha mãe, e então te seguirei. E elle lhe disse: Vae, e volta; porque que te tenho eu feito?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Voltou pois de atraz d'elle, e tomou uma junta de bois, e os matou, e com os apparelhos dos bois cozeu as carnes, e as deu ao povo, e comeram: então se levantou e seguiu a Elias, e o servia.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