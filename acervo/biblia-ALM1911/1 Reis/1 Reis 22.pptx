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estiveram quietos tres annos, não havendo guerra entre Syria e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terceiro anno succedeu que Josaphat, rei de Judah, desceu para o rei de Israel.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Israel disse aos seus servos: Não sabeis vós que Ramoth de Gilead é nossa? e nós estamos quietos, sem a tomar da mão do rei da Syria?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a Josaphat: Irás tu comigo á peleja a Ramoth de Gilead? E disse Josaphat ao rei de Israel: Serei como tu, e o meu povo como o teu povo, e os meus cavallos como os teus cavallos.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Josaphat ao rei d'Israel: Consulta porém primeiro hoje a palavra do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de Israel ajuntou os prophetas até quasi quatrocentos homens, e disse-lhes: Irei á peleja contra Ramoth de Gilead, ou deixarei de ir? E elles disseram: Sobe, porque o Senhor a entregará na mão do 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Josaphat: Não ha aqui ainda algum propheta do Senhor, ao qual possamos consultar?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de Israel a Josaphat: Ainda ha um homem por quem podemos consultar ao Senhor; porém eu o aborreço, porque nunca prophetiza de mim bem, mas só mal; este é Micha, filho de Imla. E disse Josaphat: Não falle o rei assim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de Israel chamou um eunucho, e disse: Traze-me depressa a Micha, filho de Imla.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Israel e Josaphat, rei de Judah, estavam assentados cada um no seu throno, vestidos de vestiduras reaes, na praça, á entrada da porta de Samaria: e todos os prophetas prophetizavam na sua presença.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Zedekias, filho de Chanaana, fez para si uns cornos de ferro, e disse: Assim diz o Senhor: Com estes escornearás aos syros, até de todo os consumir.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prophetas prophetizaram assim, dizendo: Sobe a Ramoth de Gilead, e prosperarás, porque o Senhor a entregará na mão do rei.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mensageiro que foi chamar a Micha fallou-lhe, dizendo: Vês aqui que as palavras dos prophetas a uma voz predizem coisas boas para o rei: seja pois a tua palavra como a palavra d'um d'elles, e falla bem.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Micha disse: Vive o Senhor, que o que o Senhor me disser isso fallarei.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vindo elle ao rei, o rei lhe disse: Micha, iremos a Ramoth de Gilead á peleja, ou deixaremos de ir? E elle lhe disse: Sobe, e serás prospero; porque o Senhor a entregará na mão do rei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lhe disse: Até quantas vezes te conjurarei, que me não falles senão a verdade em nome do Senhor?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Vi a todo o Israel disperso pelos montes, como ovelhas que não teem pastor; e disse o Senhor: Estes não teem senhor; torne cada um em paz para sua casa.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de Israel disse a Josaphat: Não te disse eu, que nunca prophetizará de mim bem, senão só mal?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elle: Ouve pois a palavra do Senhor: Vi ao Senhor assentado sobre o seu throno, e todo o exercito do céu estava junto a elle, á sua mão direita e á sua esquerda.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Senhor: Quem induzirá Achab, a que suba, e caia em Ramoth de Gilead? E um dizia d'esta maneira e outro d'outra.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um espirito, e se apresentou diante do Senhor, e disse: Eu induzirei. E o Senhor lhe disse: Com que?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Eu sairei, e serei um espirito de mentira na bocca de todos os seus prophetas. E elle disse: Tu o induzirás, e ainda prevalecerás; sae, e faze assim.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eis que o Senhor poz o espirito de mentira na bocca de todos estes teus prophetas, e o Senhor fallou mal contra ti.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Zedekias, filho de Chanaana, chegou, e feriu a Micha no queixo: e disse: Por onde passou de mim o espirito do Senhor para fallar a ti?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Micha: Eis que o verás n'aquelle mesmo dia, quando entrares de camara em camara, para te esconderes.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rei de Israel: Tomae a Micha, e tornae a trazel-o a Amon, o chefe da cidade, e a Joás filho do rei,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direis: Assim diz o rei: Mettei este homem na casa do carcere, e sustentae-o com o pão de angustia, e com agua de amargura, até que eu venha em paz.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Micha: Se tu voltares em paz, o Senhor não tem fallado por mim. Disse mais: Ouvi todos os povos!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rei de Israel e Josaphat, rei de Judah, subiram a Ramoth de Gilead.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de Israel a Josaphat: Eu me disfarçarei, e entrarei na peleja; tu porém veste os teus vestidos. Disfarçou-se pois o rei de Israel, e entrou na peleja.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da Syria deu ordem aos chefes dos carros, de que tinha trinta e dois, dizendo: Não pelejareis nem contra pequeno nem contra grande, mas só contra o rei de 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vendo os chefes dos carros a Josaphat, disseram elles: Certamente este é o rei de Israel. E chegaram-se a elle, para pelejar com elle: porém Josaphat exclamou.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vendo os chefes dos carros que não era o rei d'Israel deixaram de seguil-o.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um homem entesou o arco, na sua simplicidade, e feriu o rei d'Israel por entre as fivelas e as couraças; então elle disse ao seu carreteiro: Vira a tua mão, e tira-me do exercito, porque estou gravemente ferido.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peleja foi crescendo n'aquelle dia, e o rei parou no carro defronte dos syros: porém elle morreu á tarde; e o sangue da ferida corria no fundo do carro.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do sol posto passou um pregão pelo exercito, dizendo: Cada um para a sua cidade, e cada um para a sua terra!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o rei, e o levaram a Samaria: e sepultaram o rei em Samaria.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lavando-se o carro no tanque de Samaria, os cães lamberam o seu sangue (ora as prostitutas se lavavam ali), conforme á palavra do Senhor, que tinha dito.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d'Achab, e a tudo quanto fez, e á casa de marfim que edificou, e a todas as cidades que edificou, porventura não está escripto no livro das chronicas dos reis de Israel?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dormiu Achab com seus paes; e Achazias, seu filho, reinou em seu logar.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Josaphat, filho de Asa, começou a reinar sobre Judah no quarto anno d'Achab, rei d'Israel.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Josaphat da edade de trinta e cinco annos quando começou a reinar; e vinte e cinco annos reinou em Jerusalem: e era o nome de sua mãe Azuba, filha de Silchi.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andou em todos os caminhos de seu pae Asa, não se desviou d'elles, fazendo o que era recto aos olhos do Senhor.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os altos não se tiraram; ainda o povo sacrificava e queimava incenso nos altos.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 esteve em paz com o rei de Israel.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de Josaphat, e ao poder que mostrou, e como guerreou,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desterrou da terra o resto dos rapazes escandalosos, que ficaram nos dias de seu pae Asa.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não havia rei em Edom, porém um vice-rei.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Josaphat navios de Tarsis, para irem a Ophir por causa do oiro; porém não foram, porque os navios se quebraram em Ezion-geber.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Achazias, filho de Achab, disse a Josaphat: Vão os meus servos com os teus servos nos navios. Porém Josaphat não quiz.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Josaphat dormiu com seus paes, e foi sepultado junto a seus paes, na cidade de David, seu pae: e Jorão, seu filho, reinou em seu logar.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Achazias, filho d'Achab, começou a reinar em Samaria, no anno, dezesete de Josaphat, rei de Judah: e reinou dois annos sobre Israel.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22:53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mau aos olhos do Senhor; porque andou no caminho de seu pae, como tambem no caminho de sua mãe, e no caminho de Jeroboão, filho de Nebat, que fez peccar a Israel. E serviu a Baal, e se inclinou diante d'elle: e indignou ao Senhor Deus de Israel, conforme a tudo quanto fizera seu pae.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