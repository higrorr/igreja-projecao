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 no anno de quatrocentos e oitenta, depois de sairem os filhos de Israel do Egypto, no anno quarto do reinado de Salomão sobre Israel, no mez de Ziv (este é o mez segundo), começou a edificar a casa do Senhor.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casa que o rei Salomão edificou ao Senhor era de sessenta covados de comprimento, e de vinte covados de largura, e de trinta covados de altura.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portico diante do templo da casa era de vinte covados de comprimento, segundo a largura da casa, e de dez covados de largura diante da casa.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á casa janellas de vista estreita.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Edificou em redor da parede da casa camaras, em redor das paredes da casa, tanto do templo como do oraculo: e assim lhe fez camaras collateraes em redor.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camara de baixo era de cinco covados de largura, e a do meio de seis covados de largura, e a terceira de sete covados de largura; porque pela parte de fóra da casa em redor fizera encostos, para não travarem das paredes da casa.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edificava-se a casa com pedras preparadas, como as traziam se edificava; de maneira que nem martelo, nem machado, nem nenhum outro instrumento de ferro se ouviu na casa quando a edificavam.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porta da camara do meio estava á banda direita da casa, e por corações se subia á do meio, e da do meio á terceira.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pois edificou a casa, e a aperfeiçoou: e cobriu a casa com pranchões e taboados de cedro.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edificou as camaras a toda a casa de cinco covados de altura, e as travou com a casa com madeira de cedro.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palavra do Senhor a Salomão, dizendo: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Quanto a esta casa que tu edificas, se andares nos meus estatutos, e fizeres os meus juizos, e guardares todos os meus mandamentos, andando n'elles, confirmarei para comtigo a minha palavra, a qual fallei a David, teu pae;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habitarei no meio dos filhos d'Israel, e não desampararei o meu povo d'Israel.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edificou Salomão aquella casa, e a aperfeiçoou.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cobriu as paredes da casa por dentro com taboas de cedro; desde o soalho da casa até ao tecto tudo cobriu com madeira por dentro: e cobriu o soalho da casa com taboas de faia.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Edificou mais vinte covados de taboas de cedro nos lados da casa, desde o soalho até ás paredes: e por dentro lh'as edificou para o oraculo, para o Sancto dos Sanctos,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pois a casa de quarenta covados, a saber: o templo interior.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cedro da casa por dentro era lavrado de botões e flores abertas: tudo era cedro, pedra nenhuma se via.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dentro da casa interior preparou o oraculo, para pôr ali a arca do concerto do Senhor.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oraculo no interior era de vinte covados de comprimento, e de vinte covados de largura, e de vinte covados de altura: e o cobriu de oiro puro: tambem cobriu de cedro o altar.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cobriu Salomão a casa por dentro de oiro puro: e com cadeias de oiro poz um véu diante do oraculo, e o cobriu com oiro.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toda a casa cobriu de oiro, até acabar toda a casa: tambem todo o altar que estava diante do oraculo cobriu de oiro.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oraculo fez dois cherubins de madeira olearia, cada um da altura de dez covados.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aza d'um cherubim era de cinco covados, e a outra aza do cherubim de outros cinco covados; dez covados havia desde a extremidade d'uma das suas azas até á extremidade da outra das suas azas.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era tambem de dez covados o outro cherubim: ambos os cherubins eram d'uma mesma medida e d'um mesmo talhe.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altura d'um cherubim de dez covados, e assim a do outro cherubim.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 a estes cherubins no meio da casa de dentro; e os cherubins estendiam as azas, de maneira que a aza d'um tocava na parede, e a aza do outro cherubim tocava na outra parede: e as suas azas no meio da casa tocavam uma na outra.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cobriu de oiro os cherubins.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paredes da casa em redor lavrou de esculpturas e entalhes de cherubins, e de palmas, e de flores abertas, por dentro e por fóra.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cobriu de oiro o soalho da casa, por dentro e por fóra.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á entrada do oraculo fez portas de madeira olearia: o umbral de cima com as hombreiras faziam a quinta parte da parede.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as duas portas eram de madeira olearia; e lavrou n'ellas entalhes de cherubins, e de palmas, e de flores abertas, os quaes cobriu de oiro: tambem estendeu oiro sobre os cherubins e sobre as palmas.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assim fez á porta do templo hombreiras de madeira olearia, da quarta parte da parede.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eram as duas portas de madeira de faia; e as duas folhas d'uma porta eram dobradiças, assim como eram tambem dobradiças as duas folhas entalhadas das outras portas.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lavrou de cherubins, e de palmas, e de flores abertas, e as cobriu de oiro acommodado ao lavor.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edificou o pateo interior de tres ordens de pedras lavradas e d'uma ordem de vigas de cedro.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anno quarto se poz o fundamento da casa do Senhor, no mez de Ziv.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Reis 6:38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anno undecimo, no mez de Bul, que é o mez oitavo, se acabou esta casa com todos os seus apparelhos, e com tudo o que lhe convinha: e a edificou em sete annos.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