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approximaram-se os dias da morte de David: e deu elle ordem a Salomão, seu filho,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vou pelo caminho de toda a terra: esforça-te pois e sê homem.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guarda a observancia do Senhor teu Deus, para andares nos seus caminhos, e para guardares os seus estatutos, e os seus mandamentos, e os seus juizos, e os seus testemunhos, como está escripto na lei de Moysés: para que prosperes em tudo quanto fizeres, e para onde quer que te voltares.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 Senhor confirme a palavra, que fallou de mim, dizendo: Se teus filhos guardarem o seu caminho, para andarem perante a minha face fielmente, com todo o seu coração e com toda a sua alma, nunca, disse, te faltará successor ao throno de 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tu sabes o que me fez Joab, filho de Zeruia, e o que fez aos dois chefes do exercito de Israel, a Abner, filho de Ner, e a Amasa, filho de Jether, os quaes matou, e em paz derramou o sangue de guerra, e poz o sangue de guerra no seu cinto que tinha nos lombos, e nos seus sapatos que trazia nos pés.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pois segundo a tua sabedoria, e não permittas que suas cãs desçam á sepultura em paz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com os filhos de Barzillai, o gileadita, usarás de beneficencia, e estarão entre os que comem á tua mesa, porque assim se chegaram elles a mim, quando eu fugia por causa de teu irmão Absalão.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tambem comtigo está Simei, filho de Gera, filho de Benjamin, de Bahurim, que me maldisse com maldição atroz, no dia em que ia a Mahanaim; porém elle saiu a encontrar-se comigo junto ao Jordão, e eu pelo Senhor lhe jurei, dizendo que o não mataria á espada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o não tenhas por inculpavel, pois és homem sabio, e bem saberás o que lhe has de fazer para que faças com que as suas cãs desçam á sepultura com sangue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dormiu com seus paes, e foi sepultado na cidade de David.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dias que David reinou sobre Israel quarenta annos: sete annos reinou em Hebron, e em Jerusalem reinou trinta e tres annos.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Salomão se assentou no throno de David, seu pae, e o seu reino se fortificou sobremaneira.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Adonias, filho de Haggith, a Bath-seba, mãe de Salomão; e disse ella: De paz é a tua vinda? E elle disse: É de paz.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elle: Uma palavra tenho que dizer-te. E ella disse: Falla.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elle: Bem sabes que o reino era meu, e todo o Israel tinha posto a vista em mim para que eu viesse a reinar, ainda que o reino se transferiu e veiu a ser de meu irmão, porque foi feito seu pelo Senhor.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agora uma só petição te faço; não m'a rejeites. E ella lhe disse: Falla.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Peço-te que falles ao rei Salomão (porque elle t'o não rejeitará) que me dê por mulher a Abisag, a sunamita.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Bath-seba: Bem, eu fallarei por ti ao rei.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veiu Bath-seba ao rei Salomão, a fallar-lhe por Adonias: e o rei se levantou a encontrar-se com ella, e se inclinou diante d'ella; então se assentou no seu throno, e fez pôr uma cadeira para a mãe do rei, e ella se assentou á sua mão direita.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ella: Só uma pequena petição te faço; não m'a rejeites. E o rei lhe disse: Pede, minha mãe, porque te não farei virar o rosto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disse: Dê-se Abisag, a sunamita, a Adonias, teu irmão, por mulher.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o rei Salomão, e disse a sua mãe: E porque pedes a Abisag, a sunamita, para Adonias? pede tambem para elle o reino (porque é meu irmão maior), para elle, digo, e tambem para Abiathar, sacerdote, e para Joab, filho de Zeruia.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jurou o rei Salomão pelo Senhor, dizendo: Assim Deus me faça, e outro tanto, se não fallou Adonias esta palavra contra a sua vida.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vive o Senhor, que me confirmou, e me fez assentar no throno de David, meu pae, e que me tem feito casa, como tinha dito, que hoje morrerá Adonias.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o rei Salomão pela mão de Benaia, filho de Joiada, o qual deu sobre elle, e morreu.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Abiathar, o sacerdote, disse o rei; Para Anathoth vae, para os teus campos, porque és homem digno de morte: porém hoje te não matarei, porquanto levaste a arca do Senhor Deus diante de David, meu pae, e porquanto foste afflicto em tudo quanto meu pae foi afflicto.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Lançou pois Salomão fóra a Abiathar, para que não fosse sacerdote do Senhor, para cumprir a palavra do Senhor, que tinha dito sobre a casa d'Eli em Silo.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fama até Joab (porque Joab se tinha desviado seguindo a Adonias, ainda que se não tinha desviado seguindo a Absalão), e Joab fugiu para o tabernaculo do Senhor, e pegou dos cornos do altar.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ao rei Salomão que Joab tinha fugido para o tabernaculo do Senhor; e eis que está junto ao altar: então enviou Salomão Benaia, filho de Joiada, dizendo: Vae, dá sobre elle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Benaia ao tabernaculo do Senhor, e lhe disse: Assim diz o rei: Sae d'ahi. E disse elle: Não, porém aqui morrerei. E Benaia tornou com a resposta ao rei, dizendo: Assim fallou Joab, e assim me respondeu.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o rei: Faze como elle disse, e dá sobre elle, e sepulta-o, para que tires de mim e da casa de meu pae o sangue que Joab sem causa derramou.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 Senhor fará recair o sangue d'elle sobre a sua cabeça, porque deu sobre dois homens mais justos e melhores do que elle, e os matou á espada, sem que meu pae David o soubesse, a saber: a Abner, filho de Ner, chefe do exercito de Israel, e a Amasa, filho de Jether, chefe do exercito de Judah.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recairá o sangue d'estes sobre a cabeça de Joab e sobre a cabeça da sua semente para sempre; mas a David, e á sua semente, e á sua casa, e ao seu throno, dará o Senhor paz para todo o sempre.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subiu Benaia, filho de Joiada, e deu sobre elle, e o matou: e foi sepultado em sua casa, no deserto.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poz a Benaia, filho de Joiada, em seu logar sobre o exercito, e a Zadok, o sacerdote, poz o rei em logar d'Abiathar.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enviou o rei, e chamou a Simei, e disse-lhe: Edifica-te uma casa em Jerusalem, e habita ahi, e d'ahi não saias, nem para uma nem para outra parte.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ha de ser que no dia em que saires e passares o ribeiro de Cedron, saibas de certo que certamente morrerás: o teu sangue será sobre a tua cabeça.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Simei disse ao rei: Boa é essa palavra; como tem dito o rei meu senhor, assim fará o teu servo. E Simei habitou em Jerusalem muitos dias.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porém que, ao cabo de tres annos, dois servos de Simei fugiram para Achis, filho de Maaca, rei de Gath: e deram parte a Simei, dizendo: Eis que teus servos estão em Gath.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Simei se levantou, e albardou o seu jumento, e foi a Gath, para Achis, a buscar a seus servos: assim foi Simei, e trouxe os seus servos de Gath.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a Salomão como Simei de Jerusalem fôra a Gath, e tinha já voltado.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enviou o rei, e chamou a Simei, e disse-lhe: Não te conjurei eu pelo Senhor, e protestei contra ti, dizendo: No dia em que saires para uma ou outra parte, sabe de certo que certamente morrerás? E tu me disseste: Boa é essa palavra que ouvi.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pois não guardaste o juramento do Senhor, nem o mandado que te mandei?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rei a Simei: Bem sabes tu toda a maldade que o teu coração reconhece, que fizeste a David, meu pae; pelo que o Senhor fez recair a tua maldade sobre a tua cabeça.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rei Salomão será abençoado, e o throno de David será confirmado perante o Senhor para sempre.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mandou a Benaia, filho de Joiada, o qual saiu, e deu sobre elle, e morreu: assim foi confirmado o reino na mão de Salomão.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