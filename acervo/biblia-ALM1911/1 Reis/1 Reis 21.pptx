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a:t>
            </a:r>
          </a:p>
          <a:p>
            <a:pPr algn="ctr"/>
            <a:r>
              <a:rPr sz="4400">
                <a:solidFill>
                  <a:srgbClr val="FFFFFF"/>
                </a:solidFill>
                <a:latin typeface="Arial"/>
              </a:rPr>
              <a:t>E succedeu depois d'estas coisas, tendo Naboth, o jezreelita uma vinha, que em Jezreel estava junto ao palacio de Achab, rei de Samaria,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a:t>
            </a:r>
          </a:p>
          <a:p>
            <a:pPr algn="ctr"/>
            <a:r>
              <a:rPr sz="4400">
                <a:solidFill>
                  <a:srgbClr val="FFFFFF"/>
                </a:solidFill>
                <a:latin typeface="Arial"/>
              </a:rPr>
              <a:t>Que Achab fallou a Naboth, dizen-* *do: Dá-me a tua vinha, para que me sirva de horta pois está visinha ao pé da minha casa; e te darei por ella outra vinha melhor do que ella: ou, se parece bem aos teus olhos, dar-te-hei a sua valia em dinheiro.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21:3</a:t>
            </a:r>
          </a:p>
          <a:p>
            <a:pPr algn="ctr"/>
            <a:r>
              <a:rPr sz="4400">
                <a:solidFill>
                  <a:srgbClr val="FFFFFF"/>
                </a:solidFill>
                <a:latin typeface="Arial"/>
              </a:rPr>
              <a:t>Porém Naboth disse a Achab: Guarde-me o Senhor de que eu te dê a herança de meus paes.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21:4</a:t>
            </a:r>
          </a:p>
          <a:p>
            <a:pPr algn="ctr"/>
            <a:r>
              <a:rPr sz="4400">
                <a:solidFill>
                  <a:srgbClr val="FFFFFF"/>
                </a:solidFill>
                <a:latin typeface="Arial"/>
              </a:rPr>
              <a:t>Então Achab veiu desgostoso e indignado á sua casa, por causa da palavra que Naboth, o jezreelita, lhe fallara, dizendo: Não te darei a herança de meus paes. E deitou-se na sua cama, e voltou o rosto, e não comeu pão.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21:5</a:t>
            </a:r>
          </a:p>
          <a:p>
            <a:pPr algn="ctr"/>
            <a:r>
              <a:rPr sz="4400">
                <a:solidFill>
                  <a:srgbClr val="FFFFFF"/>
                </a:solidFill>
                <a:latin typeface="Arial"/>
              </a:rPr>
              <a:t>Porém, vindo a elle Jezabel, sua mulher, lhe disse: Que ha, que está tão desgostoso o teu espirito, e não comes pão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21:6</a:t>
            </a:r>
          </a:p>
          <a:p>
            <a:pPr algn="ctr"/>
            <a:r>
              <a:rPr sz="4400">
                <a:solidFill>
                  <a:srgbClr val="FFFFFF"/>
                </a:solidFill>
                <a:latin typeface="Arial"/>
              </a:rPr>
              <a:t>E elle lhe disse: Porque fallei a Naboth, o jezreelita, e lhe disse: Dá-me a tua vinha por dinheiro; ou, se te apraz, te darei outra vinha em seu logar. Porém elle disse: Não te darei a minha vinha.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21:7</a:t>
            </a:r>
          </a:p>
          <a:p>
            <a:pPr algn="ctr"/>
            <a:r>
              <a:rPr sz="4400">
                <a:solidFill>
                  <a:srgbClr val="FFFFFF"/>
                </a:solidFill>
                <a:latin typeface="Arial"/>
              </a:rPr>
              <a:t>Então Jezabel, sua mulher lhe disse: Governas tu agora no reino de Israel? levanta-te, come pão, e alegre-se o teu coração: eu te darei a vinha de Naboth, o jezreelita.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21:8</a:t>
            </a:r>
          </a:p>
          <a:p>
            <a:pPr algn="ctr"/>
            <a:r>
              <a:rPr sz="4400">
                <a:solidFill>
                  <a:srgbClr val="FFFFFF"/>
                </a:solidFill>
                <a:latin typeface="Arial"/>
              </a:rPr>
              <a:t>Então escreveu cartas em nome de Achab, e as sellou com o seu sinete; e mandou as cartas aos anciãos e aos nobres que havia na sua cidade e habitavam com Naboth.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21:9</a:t>
            </a:r>
          </a:p>
          <a:p>
            <a:pPr algn="ctr"/>
            <a:r>
              <a:rPr sz="4400">
                <a:solidFill>
                  <a:srgbClr val="FFFFFF"/>
                </a:solidFill>
                <a:latin typeface="Arial"/>
              </a:rPr>
              <a:t>E escreveu nas cartas, dizendo: Apregoae um jejum, e ponde a Naboth acima do povo.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21:10</a:t>
            </a:r>
          </a:p>
          <a:p>
            <a:pPr algn="ctr"/>
            <a:r>
              <a:rPr sz="4400">
                <a:solidFill>
                  <a:srgbClr val="FFFFFF"/>
                </a:solidFill>
                <a:latin typeface="Arial"/>
              </a:rPr>
              <a:t>E ponde defronte d'elle dois homens, filhos de Belial, que testemunhem contra elle, dizendo: Blasphemaste contra Deus e contra o rei: e trazei-o fóra, e apedrejae-o para que morra.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21:11</a:t>
            </a:r>
          </a:p>
          <a:p>
            <a:pPr algn="ctr"/>
            <a:r>
              <a:rPr sz="4400">
                <a:solidFill>
                  <a:srgbClr val="FFFFFF"/>
                </a:solidFill>
                <a:latin typeface="Arial"/>
              </a:rPr>
              <a:t>E os homens da sua cidade, os anciãos e os nobres que habitavam na sua cidade, fizeram como Jezabel lhes ordenara, conforme estava escripto nas cartas que lhes mandara.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21:12</a:t>
            </a:r>
          </a:p>
          <a:p>
            <a:pPr algn="ctr"/>
            <a:r>
              <a:rPr sz="4400">
                <a:solidFill>
                  <a:srgbClr val="FFFFFF"/>
                </a:solidFill>
                <a:latin typeface="Arial"/>
              </a:rPr>
              <a:t>Apregoaram um jejum, e pozeram a Naboth acima do povo.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21:13</a:t>
            </a:r>
          </a:p>
          <a:p>
            <a:pPr algn="ctr"/>
            <a:r>
              <a:rPr sz="4400">
                <a:solidFill>
                  <a:srgbClr val="FFFFFF"/>
                </a:solidFill>
                <a:latin typeface="Arial"/>
              </a:rPr>
              <a:t>Então vieram dois homens, filhos de Belial, e pozeram-se defronte d'elle; e os homens, filhos de Belial, testemunharam contra elle, contra Naboth, perante o povo, dizendo: Naboth blasphemou contra Deus e contra o rei. E o levaram para fóra da cidade, e o apedrejaram com pedras, e morreu.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21:14</a:t>
            </a:r>
          </a:p>
          <a:p>
            <a:pPr algn="ctr"/>
            <a:r>
              <a:rPr sz="4400">
                <a:solidFill>
                  <a:srgbClr val="FFFFFF"/>
                </a:solidFill>
                <a:latin typeface="Arial"/>
              </a:rPr>
              <a:t>Então enviaram a Jezabel, dizendo: Naboth foi apedrejado, e morreu.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21:15</a:t>
            </a:r>
          </a:p>
          <a:p>
            <a:pPr algn="ctr"/>
            <a:r>
              <a:rPr sz="4400">
                <a:solidFill>
                  <a:srgbClr val="FFFFFF"/>
                </a:solidFill>
                <a:latin typeface="Arial"/>
              </a:rPr>
              <a:t>E succedeu que, ouvindo Jezabel que já fôra apedrejado Naboth, e morrera, disse Jezabel a Achab: Levanta-te, e possue a vinha de Naboth, o jezreelita, a qual te recusou dar por dinheiro; porque Naboth não vive, mas é morto.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21:16</a:t>
            </a:r>
          </a:p>
          <a:p>
            <a:pPr algn="ctr"/>
            <a:r>
              <a:rPr sz="4400">
                <a:solidFill>
                  <a:srgbClr val="FFFFFF"/>
                </a:solidFill>
                <a:latin typeface="Arial"/>
              </a:rPr>
              <a:t>E succedeu que, ouvindo Achab, que já Naboth era morto, Achab se levantou, para descer para a vinha de Naboth, o jezreelita, para a possuir.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21:17</a:t>
            </a:r>
          </a:p>
          <a:p>
            <a:pPr algn="ctr"/>
            <a:r>
              <a:rPr sz="4400">
                <a:solidFill>
                  <a:srgbClr val="FFFFFF"/>
                </a:solidFill>
                <a:latin typeface="Arial"/>
              </a:rPr>
              <a:t>Então veiu a palavra do Senhor a Elias, o tesbita, dizendo: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21:18</a:t>
            </a:r>
          </a:p>
          <a:p>
            <a:pPr algn="ctr"/>
            <a:r>
              <a:rPr sz="4400">
                <a:solidFill>
                  <a:srgbClr val="FFFFFF"/>
                </a:solidFill>
                <a:latin typeface="Arial"/>
              </a:rPr>
              <a:t>Levanta-te, desce para encontrar-te com Achab, rei de Israel, que está em Samaria: eis que está na vinha de Naboth, aonde tem descido para a possuir.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21:19</a:t>
            </a:r>
          </a:p>
          <a:p>
            <a:pPr algn="ctr"/>
            <a:r>
              <a:rPr sz="4400">
                <a:solidFill>
                  <a:srgbClr val="FFFFFF"/>
                </a:solidFill>
                <a:latin typeface="Arial"/>
              </a:rPr>
              <a:t>E fallar-lhe-has, dizendo: Assim diz o Senhor: Porventura não mataste e tomaste a herança? Fallar-lhe-has mais, dizendo: Assim diz o Senhor: No logar em que os cães lamberam o sangue de Naboth os cães lamberão o teu sangue, o teu mesmo.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21:20</a:t>
            </a:r>
          </a:p>
          <a:p>
            <a:pPr algn="ctr"/>
            <a:r>
              <a:rPr sz="4400">
                <a:solidFill>
                  <a:srgbClr val="FFFFFF"/>
                </a:solidFill>
                <a:latin typeface="Arial"/>
              </a:rPr>
              <a:t>E disse Achab a Elias: Já me achaste, inimigo meu? E elle disse: Achei-te; porquanto já te vendeste para fazeres o que é mau aos olhos do Senhor.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21:21</a:t>
            </a:r>
          </a:p>
          <a:p>
            <a:pPr algn="ctr"/>
            <a:r>
              <a:rPr sz="4400">
                <a:solidFill>
                  <a:srgbClr val="FFFFFF"/>
                </a:solidFill>
                <a:latin typeface="Arial"/>
              </a:rPr>
              <a:t>Eis que trarei mal sobre ti, e arrancarei a tua posteridade, e arrancarei de Achab a todo o homem, como tambem o encerrado e o desamparado em Israel;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21:22</a:t>
            </a:r>
          </a:p>
          <a:p>
            <a:pPr algn="ctr"/>
            <a:r>
              <a:rPr sz="4400">
                <a:solidFill>
                  <a:srgbClr val="FFFFFF"/>
                </a:solidFill>
                <a:latin typeface="Arial"/>
              </a:rPr>
              <a:t>E farei a tua casa como a casa de Jeroboão, filho de Nebat, e como a casa de Baása, filho de Ahias: por causa da provocação, com que me provocaste e fizeste peccar a Israel.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21:23</a:t>
            </a:r>
          </a:p>
          <a:p>
            <a:pPr algn="ctr"/>
            <a:r>
              <a:rPr sz="4400">
                <a:solidFill>
                  <a:srgbClr val="FFFFFF"/>
                </a:solidFill>
                <a:latin typeface="Arial"/>
              </a:rPr>
              <a:t>E tambem ácerca de Jezabel fallou o Senhor, dizendo: Os cães comerão a Jezabel junto ao antemuro de Jezreel.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21:24</a:t>
            </a:r>
          </a:p>
          <a:p>
            <a:pPr algn="ctr"/>
            <a:r>
              <a:rPr sz="4400">
                <a:solidFill>
                  <a:srgbClr val="FFFFFF"/>
                </a:solidFill>
                <a:latin typeface="Arial"/>
              </a:rPr>
              <a:t>Aquelle que de Achab morrer na cidade os cães o comerão: e o que morrer no campo as aves do céu o comerão.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21:25</a:t>
            </a:r>
          </a:p>
          <a:p>
            <a:pPr algn="ctr"/>
            <a:r>
              <a:rPr sz="4400">
                <a:solidFill>
                  <a:srgbClr val="FFFFFF"/>
                </a:solidFill>
                <a:latin typeface="Arial"/>
              </a:rPr>
              <a:t>Porém ninguem fôra como Achab, que se vendera para fazer o que era máu aos olhos do Senhor: porque Jezabel, sua mulher, o incitava.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21:26</a:t>
            </a:r>
          </a:p>
          <a:p>
            <a:pPr algn="ctr"/>
            <a:r>
              <a:rPr sz="4400">
                <a:solidFill>
                  <a:srgbClr val="FFFFFF"/>
                </a:solidFill>
                <a:latin typeface="Arial"/>
              </a:rPr>
              <a:t>E fez grandes abominações, seguindo os idolos, conforme a tudo o que fizeram os amorrheos, os quaes o Senhor lançou fóra da sua possessão, de diante dos filhos de Israel.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21:27</a:t>
            </a:r>
          </a:p>
          <a:p>
            <a:pPr algn="ctr"/>
            <a:r>
              <a:rPr sz="4400">
                <a:solidFill>
                  <a:srgbClr val="FFFFFF"/>
                </a:solidFill>
                <a:latin typeface="Arial"/>
              </a:rPr>
              <a:t>Succedeu pois que Achab, ouvindo estas palavras, rasgou os seus vestidos, e cobriu a sua carne de sacco, e jejuou: e jazia em sacco, e andava mansamente.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21:28</a:t>
            </a:r>
          </a:p>
          <a:p>
            <a:pPr algn="ctr"/>
            <a:r>
              <a:rPr sz="4400">
                <a:solidFill>
                  <a:srgbClr val="FFFFFF"/>
                </a:solidFill>
                <a:latin typeface="Arial"/>
              </a:rPr>
              <a:t>Então veiu a palavra do Senhor a Elias tesbita, dizendo: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Reis 21:29</a:t>
            </a:r>
          </a:p>
          <a:p>
            <a:pPr algn="ctr"/>
            <a:r>
              <a:rPr sz="4400">
                <a:solidFill>
                  <a:srgbClr val="FFFFFF"/>
                </a:solidFill>
                <a:latin typeface="Arial"/>
              </a:rPr>
              <a:t>Não viste que Achab se humilha perante mim? porquanto pois se humilha perante mim, não trarei este mal nos seus dias, mas nos dias de seu filho trarei este mal sobre a sua casa.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