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congregou Salomão os anciãos de Israel, e todos os Cabeças das tribus, os principes dos paes, d'entre os filhos de Israel, ao rei Salomão em Jerusalem; para fazerem subir a arca do concerto do Senhor da cidade de David, que é Sião.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homens de Israel se congregaram na festa, ao rei Salomão, no mez de Ethanim, que é o setimo mez.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todos os anciãos de Israel: e os sacerdotes alçaram a arca.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trouxeram a arca do Senhor para cima, e o tabernaculo da congregação, juntamente com todos os vasos sagrados que havia no tabernaculo; assim os trouxeram para cima os sacerdotes e os levitas.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Salomão, e toda a congregação de Israel, que se congregara a elle, estava com elle diante da arca, sacrificando ovelhas e vaccas, que se não podiam contar nem numerar pela multidão.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trouxaram os sacerdotes a arca do concerto do Senhor ao seu logar, ao oraculo da casa, ao logar sanctissimo, até debaixo das azas dos cherubins.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cherubins estendiam ambas as azas sobre o logar da arca: e cobriam os cherubins a arca e os seus varaes por cima.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varaes sobresairam tanto, que as pontas dos varaes se viam desde o sanctuario diante do oraculo, porém de fóra se não viam: e ficaram ali até ao dia d'hoje.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arca nada havia, senão só as duas taboas de pedra, que Moysés ali pozera junto a Horeb, quando o Senhor contratou com os filhos de Israel, saindo elles da terra do Egypto.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saindo os sacerdotes do sanctuario, uma nuvem encheu a casa do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podiam ter-se em pé os sacerdotes para ministrar, por causa da nuvem, porque a gloria do Senhor enchera a casa do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Salomão: O Senhor disse que habitaria nas trevas.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te edifiquei uma casa para morada, assento para a tua eterna habitação.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virou o rei o seu rosto, e abençoou toda a congregação de Israel: e toda a congregação de Israel estava em pé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Bemdito seja o Senhor, o Deus de Israel, que fallou pela sua bocca a David meu pae, e pela sua mão o cumpriu, dizendo: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dia em que eu tirei o meu povo Israel do Egypto, não escolhi cidade alguma de todas as tribus de Israel, para edificar alguma casa para ali estabelecer o meu nome: porém escolhi a David, para que presidisse sobre o meu povo Israel.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David, meu pae, propozera em seu coração o edificar casa ao nome do Senhor, o Deus de Israel.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disse a David, meu pae: Porquanto propozeste no teu coração o edificar casa ao meu nome bem fizeste em o propôr no teu coração.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tu não edificarás esta casa: porém teu filho, que sair de teus lombos, edificará esta casa ao meu nome.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confirmou o Senhor a sua palavra que tinha dito: porque me levantei em logar de David, meu pae, e me assentei no throno de Israel, como tem dito o Senhor; e edifiquei uma casa ao nome do Senhor, o Deus d'Israel.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constitui ali logar para a arca em que está o concerto do Senhor, o qual fez com nossos paes, quando os tirou da terra do Egypto.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poz-se Salomão diante do altar do Senhor, em frente de toda a congregação d'Israel: e estendeu as suas mãos para os céus,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Ó Senhor Deus de Israel, não ha Deus como tu, em cima nos céus nem em baixo na terra: que guardas o concerto e a beneficencia a teus servos que andam com todo o seu coração diante de ti.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guardaste a teu servo David, meu pae, o que lhe disseras: porque com a tua bocca o disseste, e com a tua mão o cumpriste, como n'este dia se vê.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Senhor Deus d'Israel, guarda a teu servo David, meu pae, o que lhe fallaste, dizendo: Não te faltará successor diante de mim, que se assente no throno d'Israel: sómente que teus filhos guardem o seu caminho, para andarem diante de mim como tu andaste diante de mim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tambem, ó Deus d'Israel, cumpra-se a tua palavra que disseste a teu servo David, meu pae.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na verdade, habitaria Deus na terra? eis que os céus, e até o céu dos céus, te não comprehenderiam, quanto menos esta casa que eu tenho edificado.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Volve-te pois para a oração de teu servo, e para a sua supplica, ó Senhor meu Deus, para ouvires o clamor e a oração que o teu servo hoje faz diante de ti.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os teus olhos noite e dia estejam abertos sobre esta casa, sobre este logar, do qual disseste: O meu nome estará ali; para ouvires a oração que o teu servo fizer n'este logar.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pois a supplica do teu servo, e do teu povo Israel, que orarem n'este logar; tambem ouve tu no logar da tua habitação nos céus; ouve tambem, e perdôa.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alguem peccar contra o seu proximo, e pozerem sobre elle juramento de maldição, para o ajuramentarem a si mesmo, e vier juramento de maldição diante do teu altar n'esta casa,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tu então nos céus, e obra, e julga a teus servos, condemnando ao injusto, fazendo recair o seu proceder sobre a sua cabeça, e justificando ao justo, rendendo-lhe segundo a sua justiça.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teu povo Israel fôr ferido diante do inimigo, por ter peccado contra ti, e se converterem a ti, e confessarem o teu nome, e orarem e supplicarem a ti n'esta casa,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tu então nos céus, e perdôa o peccado do teu povo Israel, e torna-o a levar á terra que tens dado a seus paes.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céus se cerrarem, e não houver chuva, por terem peccado contra ti, e orarem n'este logar, e confessarem o teu nome, e se converterem dos seus peccados, havendo-os tu affligido.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tu então nos céus, e perdôa o peccado de teus servos e do teu povo Israel, ensinando-lhe o bom caminho em que andem, e dá chuva na tua terra que déste ao teu povo em herança.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houver fome na terra, quando houver peste, quando houver queima de searas, ferrugem, gafanhotos e pulgão, quando o seu inimigo o cercar na terra das suas portas, ou houver alguma praga ou doença.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oração, toda a supplica, que qualquer homem de todo o teu povo Israel fizer, conhecendo cada um a chaga do seu coração, e estendendo as suas mãos para esta casa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tu então nos céus, assento da tua habitação, e perdôa, e obra, e dá a cada um conforme a todos os seus caminhos, e segundo vires o seu coração, porque só tu conheces o coração de todos os filhos dos homens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te temam todos os dias que viverem na terra que déste a nossos paes.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ouve ao estrangeiro, que não fôr do teu povo Israel, porém vier de terras remotas, por amor do teu nome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 ouvirão do teu grande nome, e da tua forte mão, e do teu braço estendido), e vier orar para esta casa,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tu nos céus, assento da tua habitação, e faze conforme a tudo o que o estrangeiro a ti clamar, a fim de que todos os povos da terra conheçam o teu nome, para te temerem como o teu povo Israel, e para saberem que o teu nome é invocado sobre esta casa que tenho edificado.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teu povo sair á guerra contra o seu inimigo, pelo caminho por que os enviares, e orarem ao Senhor, para a banda d'esta cidade, que tu elegeste, e d'esta casa, que edifiquei ao teu nome,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então nos céus a sua oração e a sua supplica, e faze-lhes justiça.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peccarem contra ti (pois não ha homem que não peque), e tu te indignares contra elles, e os entregares ás mãos do inimigo, para que os que os captivarem os levem em captiveiro á terra do inimigo, quer longe ou perto esteja,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terra aonde forem levados em captiveiro tornarem em si, e se converterem, e na terra do seu captiveiro te supplicarem, dizendo: Peccámos, e perversamente obrámos, e commettemos iniquidade;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converterem a ti com todo o seu coração e com toda a sua alma, na terra de seus inimigos que os levaram em captiveiro, e orarem a ti para a banda da sua terra que déste a seus paes, para esta cidade que elegeste, e para esta casa que edifiquei ao teu nome;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então nos céus, assento da tua habitação, a sua oração e a sua supplica, e faze-lhes justiça;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perdôa ao teu povo que houver peccado contra ti, e todas as suas prevaricações com que houverem prevaricado contra ti; e dá-lhes misericordia perante aquelles que os teem captivos, para que d'elles tenham compaixão.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são o teu povo e a tua herança que tiraste da terra do Egypto, do meio do forno de ferro.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teus olhos estejam abertos á supplica do teu servo e á supplica do teu povo Israel, a fim de os ouvirdes em tudo quanto clamarem a ti.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 para tua herança os elegeste de todos os povos da terra, como tens dito pelo ministerio de Moysés, teu servo, quando tiraste a nossos paes do Egypto, Senhor Jehovah.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acabando Salomão de fazer ao Senhor esta oração e esta supplica, estando de joelhos e com as mãos estendidas para os céus, se levantou de diante do altar do Senhor.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poz-se em pé, e abençoou a toda a congregação d'Israel em alta voz, dizendo: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o Senhor, que deu repouso ao seu povo Israel, segundo tudo o que disse: nem uma só palavra caiu de todas as suas boas palavras que fallou pelo ministerio de Moysés, seu servo.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nosso Deus seja comnosco, como foi com nossos paes; não nos desampare, e não nos deixe.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Inclinando a si o nosso coração, para andar em todos os seus caminhos, e para guardar os seus mandamentos, e os seus estatutos, e os seus juizos que ordenou a nossos paes.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estas minhas palavras, com que suppliquei perante o Senhor, estejam perto, diante do Senhor nosso Deus, de dia e de noite, para que execute o juizo do seu servo e o juizo do seu povo Israel, a cada qual no seu dia,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todos os povos da terra saibam que o Senhor é Deus, e que não ha outro.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seja o vosso coração inteiro para com o Senhor nosso Deus, para andardes nos seus estatutos, e guardardes os seus mandamentos como hoje.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e todo o Israel com elle sacrificaram sacrificios perante a face do Senhor.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offereceu Salomão em sacrificio pacifico o que sacrificou ao Senhor, vinte e duas mil vaccas e cento e vinte mil ovelhas: assim o rei e todos os filhos de Israel consagraram a casa do Senhor.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mesmo dia sanctificou o rei o meio do atrio que estava diante da casa do Senhor; porquanto ali preparara os holocaustos e as offertas com a gordura dos sacrificios pacificos: porque o altar de cobre que estava diante da face do Senhor era muito pequeno para n'elle caberem os holocaustos, e as offertas, e a gordura dos sacrificios pacificos.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mesmo tempo celebrou Salomão a festa, e todo o Israel com elle, uma grande congregação, desde a entrada de Hamath até ao rio do Egypto, perante a face do Senhor nosso Deus; por sete dias, e mais sete dias: quatorze dias.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8:66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oitavo dia despediu o povo, e elles abençoaram o rei: então se foram ás suas tendas, alegres e gozosos de coração, por causa de todo o bem que o Senhor fizera a David seu servo, e a Israel seu povo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