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decimo oitavo anno do rei Jeroboão, filho de Nebat, Abião começou a reinar sobre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tres annos reinou em Jerusalem: e era o nome de sua mãe Maaca, filha de Abisalom.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andou em todos os peccados de seu pae, que tinha feito antes d'elle: e seu coração não foi inteiro para com o Senhor seu Deus como o coração de David, seu pae.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por amor de David o Senhor lhe deu uma lampada em Jerusalem, levantando a seu filho depois d'elle, e confirmando a Jerusalem.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David tinha feito o que parecia recto aos olhos do Senhor, e não se tinha desviado de tudo o que lhe ordenara em todos os dias da sua vida, senão só no negocio de Urias, o hetheo.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guerra entre Roboão e Jeroboão todos os dias da sua vida.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Abião, e a tudo quanto fez, porventura não está escripto no livro das chronicas dos reis de Judah? Tambem houve guerra entre Abião e Jeroboão.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Abião dormiu com seus paes, e o sepultaram na cidade de David: e Asa, seu filho, reinou em seu logar.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vigesimo anno de Jeroboão, rei d'Israel, começou Asa a reinar em Judah.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quarenta e um annos reinou em Jerusalem: e era o nome de sua mãe Maaca, filha de Abisalom.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Asa fez o que parecia recto aos olhos do Senhor, como David, seu pae.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tirou da terra os rapazes escandalosos, e tirou todos os idolos que seus paes fizeram.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a Maaca, sua mãe, removeu para que não fosse rainha, porquanto tinha feito um horrivel idolo a Asera: tambem Asa desfez o seu idolo horrivel, e o queimou junto ao ribeiro de Cedron.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altos porém se não tiraram: todavia foi o coração de Asa recto para com o Senhor todos os seus dias.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casa do Senhor trouxe as coisas consagradas de seu pae, e as coisas que elle mesmo consagrara: prata e oiro, e vasos.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guerra entre Asa e Baása, rei d'Israel, todos os seus dias.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Baása, rei d'Israel, subiu contra Judah, e edificou a Rama, para que a ninguem deixasse sair nem entrar a Asa, rei de Judah.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Asa tomou toda a prata e oiro que ficara nos thesouros da casa do Senhor, e os thesouros da casa do rei, e os entregou nas mãos de seus servos: e o rei Asa os enviou a Benhadad, filho de Tabrimmon, filho de Hezion, rei da Syria, que habitava em Damasco, dizendo: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Alliança ha entre mim e ti, entre meu pae e teu pae: vês aqui que te mando um presente, prata e oiro; vae, e annulla a tua alliança com Baása, rei d'Israel, para que se retire de sobre mim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Benhadad deu ouvidos ao rei Asa, e enviou aos capitães dos exercitos que tinha contra as cidades d'Israel; e feriu a Ijon, e a Dan, e a Abel, de Beth-maaca, e a toda a Chinneroth, com toda a terra de Naphtali.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ouvindo-o Baása, deixou de edificar a Rama: e ficou-se em Tirza.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Asa fez apregoar por toda a Judah que todos, sem excepção, trouxessem as pedras de Rama, e a sua madeira com que Baása edificara: e com ellas edificou o rei Asa a Geba de Benjamin e a Mispah.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de todos os successos de Asa, e a todo o seu poder, e a tudo quanto fez, e as cidades que edificou, porventura não está escripto no livro das chronicas dos reis de Judah? Porém, no tempo da sua velhice, padeceu dos pés.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Asa dormiu com seus paes, e foi sepultado com seus paes na cidade de David, seu pae: e Josaphat, seu filho, reinou em seu logar.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Nadab, filho de Jeroboão, começou a reinar sobre Israel no anno segundo d'Asa, rei de Judah: e reinou sobre Israel dois annos.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Senhor: e andou nos caminhos de seu pae, e no seu peccado com que tinha feito peccar a Israel.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conspirou contra elle Baása, filho d'Ahias, da casa de Issacar, e feriu-o Baása em Gibbethon, que era dos philisteos, quando Nadab e todo o Israel cercavam a Gibbethon.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matou-o Baása no anno terceiro d'Asa, rei de Judah, e reinou em seu logar.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reinando elle, feriu a toda a casa de Jeroboão: nada de Jeroboão deixou que tivesse folego, até o destruir, conforme á palavra do Senhor que dissera pelo ministerio de seu servo Ahias, o silonita.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dos peccados de Jeroboão, o qual peccou, e fez peccar a Israel, e por causa da provocação com que provocara ao Senhor Deus d'Israel.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Nadab, e a tudo quanto fez, porventura não está escripto no livro das chronicas dos reis de Israel?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guerra entre Asa e Baása, rei d'Israel, todos os seus dias.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terceiro d'Asa, rei de Judah, Baása, filho de Ahias, começou a reinar sobre todo o Israel em Tirza, e reinou vinte e quatro annos.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Senhor: e andou no caminho de Jeroboão, e no seu peccado com que tinha feito peccar a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