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pois o rei David já velho, e entrado em dias, cobriam-n'o de vestes, porém não aquecia.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disseram-lhe os seus servos: Busquem para o rei meu senhor uma moça virgem, que esteja perante o rei, e tenha cuidado d'elle: e durma no seu seio, para que o rei meu senhor aqueça.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buscaram por todos os termos de Israel uma moça formosa: e acharam a Abisag, sunamita; e a trouxeram ao 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a moça sobre maneira formosa: e tinha cuidado do rei, e o servia; porém o rei não a conheceu.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Adonias, filho d'Haggith, se levantou, dizendo: Eu reinarei. E preparou carros, e cavalleiros, e cincoenta homens, que corressem diante d'elle.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nunca seu pae o tinha contrariado, dizendo: Porque fizeste assim? E era elle tambem mui formoso de parecer; e Haggith o parira depois de Absalão.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intelligencia com Joab, filho de Zeruia, e com Abiathar o sacerdote; os quaes o ajudavam, seguindo a Adonias.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Zadok o sacerdote, e Benaia, filho de Joiada, e Nathan, o propheta, e Simei, e Rei, e os valentes que David tinha, não estavam com Adonias.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matou Adonias ovelhas, e vaccas, e bestas cevadas, junto á pedra de Zoheleth, que está junto á fonte de Rogel: e convidou a todos os seus irmãos, os filhos do rei, e a todos os homens de Judah, servos do rei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Nathan, propheta, e a Benaia, e aos valentes, e a Salomão, seu irmão, não convidou.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Nathan a Bath-seba, mãe de Salomão, dizendo: Não ouviste que Adonias, filho de Haggith, reina? e que nosso senhor David não o sabe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pois agora, e deixa-me dar-te um conselho, para que salves a tua vida, e a de Salomão teu filho.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e entra ao rei David, e dize-lhe: Não juraste tu, rei senhor meu, á tua serva, dizendo: Certamente teu filho Salomão reinará depois de mim, e elle se assentará no meu throno? porque pois reina Adonias?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que, estando tu ainda ahi fallando com o rei, eu tambem entrarei depois de ti, e acabarei as tuas palavras.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entrou Bath-seba ao rei na recamara; e o rei era mui velho: e Abisag, a sunamita, servia ao rei.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Bath-seba inclinou a cabeça, e se prostrou perante o rei: e disse o rei: Que tens?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lhe disse: Senhor meu, tu juraste á tua serva pelo Senhor teu Deus, dizendo: Salomão, teu filho, reinará depois de mim, e elle se assentará no meu throno.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eis que Adonias reina: e agora, ó rei meu senhor, tu não o sabes.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matou vaccas, e bestas cevadas, e ovelhas em abundancia, e convidou a todos os filhos do rei, e a Abiathar, o sacerdote, e a Joab, general do exercito, mas a teu servo Salomão não convidou.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tu, ó rei meu senhor, os olhos de todo o Israel estão sobre ti, para que lhes declares quem se assentará sobre o throno do rei meu senhor, depois d'elle.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D'outro modo succederá que, quando o rei meu senhor dormir com seus paes, eu e Salomão meu filho seremos os peccantes.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ella ainda fallando com o rei, eis que entra o propheta Nathan.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fizeram saber ao rei, dizendo: Eis ali está o propheta Nathan. E entrou á presença do rei, e prostrou-se diante do rei com o rosto em terra.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Nathan: Ó rei meu senhor, disseste tu: Adonias reinará depois de mim, e elle se assentará sobre o meu throno?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hoje desceu, e matou vaccas, e bestas cevadas, e ovelhas em abundancia, e convidou a todos os filhos do rei, e aos capitães do exercito, e a Abiathar, o sacerdote, e eis que estão comendo e bebendo perante elle: e dizem: Viva o rei Adonias!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mim, sendo eu teu servo, e a Zadok, o sacerdote, e a Benaia, filho de Joiada, e a Salomão, teu servo, não convidou.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feito isto da parte do rei meu senhor? e não fizeste saber a teu servo quem se assentaria no throno do rei meu senhor depois d'elle?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o rei David, e disse: Chamae-me a Bath-seba, E ella entrou á presença do rei; e estava em pé diante do rei.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jurou o rei e disse: Vive o Senhor, o qual remiu a minha alma de toda a angustia,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como te jurei pelo Senhor Deus de Israel, dizendo: Certamente teu filho Salomão reinará depois de mim, e elle se assentará no meu throno, em meu logar, assim o farei no dia d'hoje.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Bath-seba se inclinou com o rosto em terra, e se prostrou diante do rei, e disse: Viva o rei David meu senhor para sempre!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David: Chamae-me a Zadok, o sacerdote, e a Nathan, o propheta, e a Benaia, filho de Joiada. E entraram á presença do rei.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lhes disse: Tomae comvosco os servos de vosso senhor, e fazei subir a meu filho Salomão na mula que é minha; e fazei-o descer a Gihon.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Zadok, o sacerdote, com Nathan, o propheta, ali o ungirão rei sobre Israel: então tocareis a trombeta, e direis: Viva o rei Salomão!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subireis apoz elle, e virá e se assentará no meu throno, e elle reinará em meu logar: porque tenho ordenado que elle seja guia sobre Israel e sobre Judah.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Benaia, filho de Joiada, respondeu ao rei, e disse: Amen: assim o diga o Senhor Deus do rei meu senhor.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Senhor foi com o rei meu senhor, assim o seja com Salomão, e faça que o seu throno seja maior do que o throno do rei David meu senhor.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desceu Zadok, o sacerdote, e Nathan, o propheta, e Benaia, filho de Joiada, e os cheretheos, e os peletheos, e fizeram montar a Salomão na mula do rei David, e o levaram a Gihon.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Zadok, o sacerdote tomou o vaso do azeite do tabernaculo, e ungiu a Salomão: e tocaram a, trombeta, e todo o povo disse: Viva o rei Salomão!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subiu apoz elle, e o povo tangia com gaitas, e alegrava-se com grande alegria: de maneira que com o seu clamor a terra retiniu.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ouviu Adonias, e todos os convidados que estavam com elle, que tinham acabado de comer: tambem Joab ouviu o sonido das trombetas, e disse: Porque ha tal ruido na cidade alvoroçada?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elle ainda fallando, eis que vem Jonathan, filho de Abiathar, o sacerdote, e disse Adonias: Entra, porque és homem valente, e trarás boas novas.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Jonathan, e disse a Adonias: Certamente nosso senhor rei David constituiu rei a Salomão.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enviou com elle a Zadok, o sacerdote, e a Nathan, o propheta, e a Benaia, filho de Joiada, e aos cheretheos e aos peletheos: e o fizeram montar na mula do rei.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Zadok, o sacerdote, e Nathan, o propheta, o ungiram rei em Gihon, e d'ali subiram alegres, e a cidade está alvoroçada: este é o clamor que ouviste.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Salomão está assentado no throno do reino.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os servos do rei vieram abençoar a nosso senhor, o rei David, dizendo: Faça teu Deus que o nome de Salomão seja melhor do que o teu nome; e faça que o seu throno seja maior do que o teu throno. E o rei se inclinou no leito.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disse o rei assim: Bemdito o Senhor Deus de Israel, que hoje tem dado quem se assente no meu throno, e que os meus olhos o vissem.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estremeceram e se levantaram todos os convidados que estavam com Adonias: e cada um se foi ao seu caminho.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Adonias temeu a Salomão: e levantou-se, e foi, e pegou dos cornos do altar.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fez-se saber a Salomão, dizendo: Eis que Adonias teme ao rei Salomão: porque eis que pegou dos cornos do altar, dizendo: Jure-me hoje o rei Salomão que não matará a seu servo á espada.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Salomão: Se fôr homem de bem, nem um de seus cabellos cairá em terra: porém, se se achar n'elle maldade, morrerá.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o rei Salomão, e o fizeram descer do altar; e veiu, e prostrou-se perante o rei Salomão, e Salomão lhe disse: Vae para tua casa.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