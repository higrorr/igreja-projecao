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Elias, o tesbita, dos moradores de Gilead, disse a Achab: Vive o Senhor, Deus de Israel, perante cuja face estou, que n'estes annos nem orvalho nem chuva haverá, senão segundo a minha palavra.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veiu a elle a palavra do Senhor,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Vae-te d'aqui, e vira-te para o oriente, e esconde-te junto ao ribeiro de Carith, que está diante do Jordão.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 que beberás do ribeiro: e eu tenho ordenado aos corvos que ali te sustentem.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pois, e fez conforme á palavra do Senhor: porque foi, e habitou junto ao ribeiro de Carith, que está diante do Jordão.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corvos lhe traziam pão e carne pela manhã; como tambem pão e carne á noite: e bebia do ribeiro.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passados dias, o ribeiro se seccou; porque não tinha havido chuva na terra.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elle a palavra do Senhor,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e vae-te a Sarepta, que é de Zidon, e habita ali: eis que eu ordenei ali a uma mulher viuva que te sustente.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se levantou, e se foi a Sarepta; e, chegando á porta da cidade, eis que estava ali uma mulher viuva apanhando lenha; e elle a chamou, e lhe disse: Traze-me, peço-te, n'um vaso um pouco d'agua que beba,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ella a trazel-a, elle a chamou e lhe disse: Traze-me agora tambem um bocado de pão na tua mão.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ella disse: Vive o Senhor teu Deus, que nem um bolo tenho, senão sómente um punhado de farinha n'uma panella, e um pouco d'azeite n'uma botija: e vês aqui apanhei dois cavacos, e vou preparal-o para mim e para o meu filho, para que o comamos, e morramos.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Elias lhe disse: Não temas; vae, faze conforme á tua palavra: porém faze d'elle primeiro para mim um bolo pequeno, e traze-m'o para fóra; depois farás para ti e para teu filho.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Deus de Israel: A farinha da panella não se acabará, e o azeite da botija não faltará, até ao dia em que o Senhor dê chuva sobre a terra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ella, e fez conforme á palavra de Elias: e assim comeu ella, e elle, e a sua casa muitos dias.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panella a farinha se não acabou, e da botija o azeite não faltou: conforme á palavra do Senhor, que fallara pelo ministerio de Elias.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d'estas coisas succedeu que adoeceu o filho d'esta mulher, da dona da casa: e a sua doença se aggravou muito, até que n'elle nenhum folego ficou.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ella disse a Elias: Que tenho eu comtigo, homem de Deus? vieste tu a mim cara trazeres á memoria a minha iniquidade, e matares a meu filho?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Dá-me o teu filho. E elle o tomou do seu regaço, e o levou para cima, ao quarto, onde elle mesmo habitava, e o deitou em sua cama,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clamou ao Senhor, e disse: Ó Senhor meu Deus, tambem até a esta viuva, com quem eu moro, affligiste, matando-lhe seu filho?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mediu sobre o menino tres vezes, e clamou ao Senhor, e disse: Ó Senhor meu Deus, rogo-te que torne a alma d'este menino a entrar n'elle.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ouviu a voz de Elias; e a alma do menino tornou a entrar n'elle, e reviveu.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Elias tomou o menino, e o trouxe do quarto á casa, e o deu a sua mãe; e disse Elias: Vês ahi teu filho vive.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mulher disse a Elias: N'isto conheço agora que tu és homem de Deus, e que a palavra do Senhor na tua bocca é verdade.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