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um homem de Deus veiu de Judah com a palavra do Senhor a Bethel: e Jeroboão estava junto ao altar, para queimar incenso.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clamou contra o altar com a palavra do Senhor, e disse: Altar, altar! assim diz o Senhor: Eis que um filho nascerá á casa de David, cujo nome será Josias, o qual sacrificará sobre ti os sacerdotes dos altos que queimam sobre ti incenso, e ossos de homens se queimarão sobre 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n'aquelle mesmo dia um signal, dizendo: Este é o signal de que o Senhor fallou: Eis que o altar se fenderá, e a cinza, que n'elle está, se derramará.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pois, que, ouvindo o rei a palavra do homem de Deus, que clamara contra o altar de Bethel, Jeroboão estendeu a sua mão de sobre o altar, dizendo: Pegae d'elle. Mas a sua mão, que estendera contra elle, se seccou, e não a podia tornar a trazer a 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altar se fendeu, e a cinza se derramou do altar; segundo o signal que o homem de Deus apontara pela palavra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o rei, e disse ao homem de Deus: Ora á face do Senhor teu Deus, e roga por mim, que a minha mão se me restitua. Então o homem de Deus orou á face do Senhor, e a mão do rei se lhe restituiu, e ficou como d'antes.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disse ao homem de Deus: Vem comigo a casa, e conforta-te; e dar-te-hei um presente.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homem de Deus disse ao rei: Ainda que me désses metade da tua casa, não iria comtigo, nem comeria pão nem beberia agua n'este logar.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me ordenou o Senhor pela sua palavra, dizendo: Não comerás pão nem beberás agua; e não voltarás pelo caminho por onde foste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foi-se por outro caminho; e não voltou pelo caminho, por onde viera a Bethel.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morava em Bethel um propheta velho; e veiu seu filho, e contou-lhe tudo o que o homem de Deus fizera aquelle dia em Bethel, e as palavras que dissera ao rei; e as contaram a seu pae.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seu pae: Por que caminho se foi? E viram seus filhos o caminho por onde fôra o homem de Deus que viera de Judah.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 seus filhos: Albardae-me um jumento. E albardaram-lhe o jumento, e montou n'elle.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foi-se apoz o homem de Deus, e o achou assentado debaixo d'um carvalho: e disse-lhe: És tu o homem de Deus que vieste de Judah? E elle disse: Eu sou.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disse: Vem comigo a casa, e come pão.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disse: Não posso voltar comtigo, nem entrarei comtigo; nem tão pouco comerei pão, nem beberei comtigo agua n'este logar.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 foi mandado pela palavra do Senhor: Ali nem comerás pão, nem beberás agua; nem tornarás a ir pelo caminho por que foste.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Tambem eu sou propheta como tu, e um anjo me fallou pela palavra do Senhor, dizendo: Faze-o voltar comtigo a tua casa, para que coma pão e beba agua (Porém mentiu-lhe).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elle, e comeu pão em sua casa e bebeu agua.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estando elles á mesa, a palavra do Senhor veiu ao propheta que o tinha feito voltar.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clamou ao homem de Deus, que viera de Judah, dizendo: Assim diz o Senhor: Porquanto foste rebelde á bocca do Senhor, e não guardaste o mandamento que o Senhor teu Deus te mandara;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voltaste, e comeste pão e bebeste agua no logar de que te dissera: Não comerás pão nem beberás agua; o teu cadaver não entrará no sepulchro de teus paes.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depois que comeu pão, e depois que bebeu, albardou elle o jumento para o propheta que fizera voltar.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Foi-se pois, e um leão o encontrou no caminho, e o matou: e o seu cadaver estava lançado no caminho, e o jumento estava parado junto a elle, e o leão estava junto ao cadaver.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os homens passaram, e viram o corpo lançado no caminho, como tambem o leão, que estava junto ao corpo: e vieram, e o disseram na cidade onde o propheta velho habitava.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ouvindo-o o propheta que o fizera voltar do caminho, disse: É o homem de Deus, que foi rebelde á bocca do Senhor: por isso o Senhor o entregou ao leão, que o despedaçou e matou, segundo a palavra que o Senhor lhe tinha dito.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 seus filhos: Albardae-me o jumento. Elles o albardaram.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foi, e achou o seu cadaver lançado no caminho, e o jumento e o leão, que estavam parados junto ao cadaver: o leão não tinha devorado o corpo, nem tinha despedaçado o jumento.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propheta levantou o cadaver do homem de Deus, e pôl-o em cima do jumento e o tornou a levar assim veiu o propheta velho á cidade, para o chorar e enterrar.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metteu o seu cadaver no seu proprio sepulchro; e prantearam sobre elle, dizendo: Ah irmão meu!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depois de o haver sepultado, fallou a seus filhos, dizendo: Morrendo eu, sepultae-me no sepulchro em que o homem de Deus está sepultado: ponde os meus ossos junto aos ossos d'elle.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certamente se cumprirá o que pela palavra do Senhor exclamou contra o altar que está em Bethel, como tambem contra todas as casas dos altos que estão nas cidades de Samaria.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d'estas coisas, Jeroboão não tornou do seu máu caminho; antes dos mais baixos do povo tornou a fazer sacerdotes dos logares altos; a quem queria lhe enchia a mão, e assim era um dos sacerdotes dos logares altos.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isso foi causa de peccado á casa de Jeroboão, para destruil-a e extinguil-a da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