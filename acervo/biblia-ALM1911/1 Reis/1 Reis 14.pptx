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14:1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N'aquelle tempo adoeceu Ahias filho de Jeroboão.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14:2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Jeroboão a sua mulher: Levanta-te agora, e disfarça-te, para que não conheçam que és mulher de Jeroboão: e vae a Silo. Eis que lá está o propheta Ahias, o qual fallou de mim, que eu seria rei sobre este povo.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14:3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toma na tua mão dez pães, e bolos, e uma botija de mel, e vae a elle: elle te declarará o que ha de succeder a este menino.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14:4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mulher de Jeroboão assim fez, e se levantou, e foi a Silo, e entrou na casa de Ahias: e já Ahias não podia ver, porque os seus olhos estavam já escurecidos por causa da sua velhice.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14:5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o Senhor disse a Ahias: Eis que a mulher de Jeroboão vem consultar-te sobre seu filho, porque está doente: assim e assim lhe fallarás: e ha de ser que, entrando ella, fingirá ser outra.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14:6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succedeu que, ouvindo Ahias o ruido de seus pés, entrando ella pela porta, disse elle: Entra, mulher de Jeroboão: porque te disfarças assim? pois eu sou enviado a ti com duras novas.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14:7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Vae, dize a Jeroboão: Assim diz o Senhor Deus d'Israel: Porquanto te levantei do meio do povo, e te puz por chefe sobre o meu povo d'Israel,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14:8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rasguei o reino da casa de David, e a ti t'o dei, e tu não foste como o meu servo David, que guardou os meus mandamentos e que andou após mim com todo o seu coração para fazer sómente o que parecia recto aos meus olhos,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14:9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Antes tu fizeste o mal, peior do que todos os que foram antes de ti; e foste, e fizeste outros deuses e imagens de fundição, para provocar-me á ira, e me lançaste para traz das tuas costas;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14:10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Portanto, eis que trarei mal sobre a casa de Jeroboão, e destruirei de Jeroboão todo o homem até ao menino, tanto o encerrado como o desamparado em Israel; e lançarei fóra os descendentes da casa de Jeroboão, como se lança fóra o esterco, até que de todo se acabe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14:11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Quem morrer a Jeroboão na cidade os cães o comerão, e o que morrer no campo as aves do céu o comerão, porque o Senhor o disse.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14:12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 pois levanta-te, e vae-te para tua casa: entrando os teus pés na cidade, o menino morrerá.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14:13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todo o Israel o pranteará, e o sepultará; porque este só entrará em sepultura de Jeroboão, porquanto se achou n'elle coisa boa para com o Senhor Deus de Israel em casa de Jeroboão.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14:14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Senhor porém levantará para si um rei sobre Israel, que destruirá a casa de Jeroboão no mesmo dia: mas que será tambem agora?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14:15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o Senhor ferirá a Israel como se move a cana nas aguas; e arrancará a Israel d'esta boa terra que tinha dado a seus paes, e o espargirá para além do rio; porquanto fizeram os seus bosques, provocando o Senhor á ira.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14:16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entregará a Israel por causa dos peccados de Jeroboão, o qual peccou, e fez peccar a Israel.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14:17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a mulher de Jeroboão se levantou, e foi, e veiu a Tirza: chegando ella ao lumiar da porta, morreu o menino.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14:18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sepultaram, e todo o Israel o pranteou, conforme á palavra do Senhor, a qual dissera pelo ministerio de seu servo Ahias, o propheta.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14:19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Quanto ao mais dos successos de Jeroboão, como guerreou, e como reinou, eis que está escripto no livro das chronicas dos reis d'Israel.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14:20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foram os dias que Jeroboão reinou vinte e dois annos: e dormiu com seus paes; e Nadab, seu filho, reinou em seu logar.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14:21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Roboão, filho de Salomão, reinava em Judah: de quarenta e um annos de edade era Roboão quando começou a reinar, e dezesete annos reinou em Jerusalem, na cidade que o Senhor elegera de todas as tribus de Israel para pôr ali o seu nome: e era o nome de sua mãe Naama, ammonita.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14:22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fez Judah o que parecia mal aos olhos do Senhor; e o provocaram a zelo, mais do que todos os seus paes fizeram, com os seus peccados que commetteram.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14:23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tambem elles edificaram altos, e estatuas, e imagens do bosque sobre todo o alto outeiro e debaixo de toda a arvore verde.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14:24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Havia tambem rapazes escandalosos na terra: fizeram conforme a todas as abominações das nações que o Senhor tinha lançado da sua possessão de diante dos filhos d'Israel.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14:25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Succedeu pois que, no quinto anno do rei Roboão, Sisak, rei do Egypto, subiu contra Jerusalem,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14:26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tomou os thesouros da casa do Senhor e os thesouros da casa do rei; e ainda tomou tudo; tambem tomou todos os escudos de oiro que Salomão tinha feito.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14:27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em logar d'elles fez o rei Roboão escudos de cobre, e os entregou nas mãos dos capitães da guarda que guardavam a porta da casa do rei.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14:28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succedeu que, quando o rei entrava na casa do Senhor, os da guarda os levavam, e os tornavam á camara dos da guarda.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14:29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Quanto ao mais dos successos de Roboão, e a tudo quanto fez, porventura não está escripto no livro das chronicas dos reis de Judah?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14:30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houve guerra entre Roboão e Jeroboão todos os seus dias.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14:31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Roboão dormiu com seus paes, e foi sepultado com seus paes na cidade de David: e era o nome de sua mãe Naama, ammonita: e Abião, seu filho, reinou em seu logar.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