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de muitos dias, a palavra do Senhor veiu a Elias no terceiro anno, dizendo: Vae, mostra-te a Achab; porque darei chuva sobre 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Elias mostrar-se a Achab: e a fome era extrema em Samaria.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Achab chamou a Obadias, o mordomo: e Obadias temia muito ao Senhor,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 que, destruindo Jezabel os prophetas do Senhor, Obadias tomou cem prophetas, e de cincoenta em cincoenta os escondeu n'uma cova, e os sustentou com pão e agua.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 Achab a Obadias: Vae pela terra a todas as fontes de agua, e a todos os rios: pode ser que achemos herva, para que em vida conservemos os cavallos e mulas, e não estejamos privados das bestas.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repartiram entre si a terra, para passarem por ella: Achab foi á parte por um caminho, e Obadias tambem foi á parte por outro caminho.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pois Obadias já em caminho, eis que Elias o encontrou; e, conhecendo-o elle, prostrou-se sobre o seu rosto, e disse: És tu o meu senhor Elias?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elle: Eu sou: vae, e dize a teu senhor: Eis que aqui está Elias.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Em que pequei, para que entregues a teu servo na mão e Achab, para que me mate?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 o Senhor teu Deus que não houve nação nem reino aonde o meu senhor não mandasse em busca de ti; e dizendo elles: Aqui não está, então ajuramentava os reinos e as nações, se elles te não tinham achado.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dizes tu: Vae, dize a teu senhor: Eis que aqui está Elias.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poderia ser que, apartando-me eu de ti, o Espirito do Senhor te tomasse, não sei para onde, e, vindo eu a dar as novas a Achab, e não te achando elle, me mataria: porém eu, teu servo, temo ao Senhor desde a minha mocidade.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disseram a meu senhor o que fiz, quando Jezabel matava os prophetas do Senhor? como escondi a cem homens dos prophetas do Senhor, de cincoenta em cincoenta, n'umas covas, e os sustentei com pão e agua?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dizes tu: Vae, dize a teu senhor: Eis que aqui está Elias: e me mataria.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Elias: Vive o Senhor dos Exercitos, perante cuja face estou, que devéras hoje me mostrarei a 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Obadias encontrar-se com Achab, e lh'o annunciou: e foi Achab encontrar-se com Elias.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vendo Achab a Elias, disse-lhe Achab: És tu o perturbador de Israel?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Eu não tenho perturbado a Israel, mas tu e a casa de teu pae, porque deixastes os mandamentos do Senhor, e seguistes a Baalim.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envia, ajunta a mim todo o Israel no monte Carmelo: como tambem os quatrocentos e cincoenta prophetas de Baal, e os quatrocentos prophetas de Asera, que comem da mesa de Jezabel.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Achab a todos os filhos de Israel: e ajuntou os prophetas no monte Carmelo.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Elias se chegou a todo o povo, e disse: Até quando coxeareis entre dois pensamentos? se o Senhor é Deus, segui-o; e se Baal, segui-o. Porém o povo lhe não respondeu nada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Elias ao povo: Eu só fiquei por propheta do Senhor, e os prophetas de Baal são quatrocentos e cincoenta homens.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Dêem-se-nos pois dois bezerros, e elles escolham para si um dos bezerros, e o dividam em pedaços, e o ponham sobre a lenha, porém não lhe mettam fogo, e eu prepararei o outro bezerro, e o porei sobre a lenha, e não lhe metterei fogo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invocae o nome do vosso deus, e eu invocarei o nome do Senhor: e ha de ser que o deus que responder por fogo esse será Deus. E todo o povo respondeu, e disseram: É boa esta palavra.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Elias aos prophetas de Baal: Escolhei para vós um dos bezerros, e preparae-o primeiro, porque sois muitos, e invocae o nome do vosso deus, e não lhe mettaes fogo.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o bezerro que lhes déra, e o prepararam; e invocaram o nome de Baal, desde a manhã até ao meio dia, dizendo: Ah Baal, responde-nos! Porém nem havia voz, nem quem respondesse: e saltavam sobre o altar que se tinha feito.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ao meio dia Elias zombava d'elles, e dizia: Clamae em altas vozes, porque elle é um deus; pode ser que esteja fallando, ou que tenha alguma coisa que fazer, ou que intente alguma viagem; porventura dorme, e despertará.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clamavam a grandes vozes, e se retalhavam com facas e com lancetas, conforme ao seu costume, até derramarem sangue sobre si.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passado o meio dia, prophetizaram elles, até que a offerta de manjares se offerecesse: porém não houve voz, nem resposta, nem attenção alguma.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Elias disse a todo o povo: Chegae-vos a mim. E todo o povo se chegou a elle; e reparou o altar do Senhor, que estava quebrado.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Elias tomou doze pedras, conforme ao numero das tribus dos filhos de Jacob, ao qual veiu a palavra do Senhor, dizendo: Israel será o teu nome.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aquellas pedras edificou o altar em nome do Senhor: depois fez um rego em redor do altar, segundo a largura de duas medidas de semente.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armou a lenha, e dividiu o bezerro em pedaços, e o poz sobre a lenha,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Enchei de agua quatro cantaros, e derramae-a sobre o holocausto e sobre a lenha. E disse: Fazei-o segunda vez: e o fizeram segunda vez. Disse ainda: Fazei-o terceira vez: e o fizeram terceira vez;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 agua corria ao redor do altar: e ainda até o rego encheu de agua.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offerecendo-se a offerta de manjares, o propheta Elias se chegou, e disse: Ó Senhor, Deus de Abrahão, de Isaac e de Israel, manifeste-se hoje que tu és Deus em Israel, e que eu sou teu servo, e que conforme á tua palavra fiz todas estas coisas.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Responde-me, Senhor, responde-me, para que este povo conheça que tu, Senhor, és Deus, e que tu fizeste tornar o seu coração para traz.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caiu fogo do Senhor, e consumiu o holocausto, e a lenha, e as pedras, e o pó, e ainda lambeu a agua que estava no rego.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todo o povo, cairam sobre os seus rostos, e disseram: Só o Senhor é Deus! Só o Senhor é Deus!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Elias lhe disse: Lançae mão dos prophetas de Baal, que nenhum d'elles escape. E lançaram mão d'elles: e Elias os fez descer ao ribeiro de Kison, e ali os matou.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Elias a Achab: Sobe, come e bebe, porque ruido ha d'uma abundante chuva.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Achab subiu a comer e a beber; mas Elias subiu ao cume do Carmelo, e se inclinou por terra, e metteu o seu rosto entre os seus joelhos.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seu moço: Sobe agora, e olha para a banda do mar. E subiu, e olhou, e disse: Não ha nada. Então disse elle: Torna sete vezes.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á setima vez, disse: Eis aqui uma pequena nuvem, como a mão d'um homem, subindo do mar. Então disse elle: Sobe, e dize a Achab: Apparelha o teu carro, e desce, para que a chuva te não apanhe.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entretanto, os céus se ennegreceram com nuvens e vento, e veiu uma grande chuva: e Achab subiu ao carro, e foi para Jezreel.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mão do Senhor estava sobre Elias, o qual cingiu os lombos, e veiu correndo perante Achab, até á entrada de Jezreel.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