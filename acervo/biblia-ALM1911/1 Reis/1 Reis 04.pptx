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foi Salomão rei sobre todo o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eram os principes que tinha: Azarias, filho de Zadok, sacerdote;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Elihoreph e Ahia, filhos de Sisa, secretarios; Josaphat, filho de Ahilud, chanceller;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Benaia, filho de Joiada, sobre o exercito; e Zadok e Abiathar eram sacerdotes;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Azarias, filho de Nathan, sobre os provedores; e Zabud, filho de Nathan, official-mór, amigo do rei;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Ahisar, mordomo; Adoniram, filho d'Abda, sobre o tributo.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Salomão doze provedores sobre todo o Israel, que proviam ao rei e á sua casa: e cada um tinha a prover um mez no anno.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seus nomes: Ben-hur, nas montanhas de Ephraim;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Ben-deker em Makas, e em Saalbim, e em Beth-semes, e em Elon, e em Bethanan: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Ben-hesed em Arubboth; tambem este tinha a Sochó e a toda a terra de Hepher;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Ben-abinadab em todo o termo de Dor: tinha este a Taphath, filha de Salomão, por mulher;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Baana, filho d'Ahilud, tinha a Tanach, e a Megiddo, e a toda a Beth-sean, que está junto a Zartana, abaixo de Jezreel, desde Beth-sean até Abel-meola, até d'além de Jokneam;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de Geber em Ramoth-gilead; tinha este as aldeias de Jair, filho de Manassés, as quaes estão em Gilead; tambem tinha o termo de Argob, o qual está em Basan, sessenta grandes cidades com muros e ferrolhos de cobre;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Ahinadab, filho d'Iddo, em Mahanaim;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Ahimaas em Nafthali; tambem este tomou a Basmath, filha de Salomão, por mulher;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Baana, filho de Husai, em Aser e em Aloth;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Josaphat, filho de Paruah, em Issacar;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Simei, filho de Ela, em Benjamin;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Geber, filho de Uri, na terra de Gilead, a terra de Sihon, rei dos amorrheos, e de Og, rei de Basan; e só uma guarnição havia n'aquella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Eram pois os de Judah e Israel muitos, como a areia que está ao pé do mar em multidão, comendo, e bebendo, e alegrando-se.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dominava Salomão sobre todos os reinos desde o rio até á terra dos philisteos, e até ao termo do Egypto; os quaes traziam presentes, e serviram a Salomão todos os dias da sua vida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pois o provimento de Salomão, cada dia, trinta coros de flor de farinha, e sessenta coros de farinha: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Dez vaccas gordas, e vinte vaccas de pasto, e cem carneiros; afóra os veados e as cabras montezes, e os corços, e aves cevadas.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dominava sobre tudo quanto havia da banda de cá do rio de Tiphsah até Gaza, sobre todos os reis da banda de cá do rio: e tinha paz de todas a bandas em roda d'elle.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Judah e Israel habitavam seguros, cada um debaixo da sua videira, e debaixo da sua figueira, desde Dan até Berseba, todos os dias de Salomão.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tambem Salomão quarenta mil estrebarias de cavallos para os seus carros, e doze mil cavalleiros.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Proviam pois estes provedores, cada um no seu mez, ao rei Salomão e a todos quantos se chegavam á mesa do rei Salomão: coisa nenhuma deixavam faltar.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traziam a cevada e a palha para os cavallos e para os ginetes, para o logar onde estava, cada um segundo o seu cargo.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Deus a Salomão sabedoria, e muitissimo entendimento, e largueza de coração, como a areia que está na praia do mar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sabedoria de Salomão maior do que a sabedoria de todos os do oriente e do que toda a sabedoria dos egypcios.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elle ainda mais sabio do que todos os homens, e do que Ethan, ezrahita, e Heman, e Calcal, e Darda, filho de Mahol: e correu o seu nome por todas as nações em redor.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tres mil proverbios, e foram os seus canticos mil e cinco.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fallou das arvores, desde o cedro que está no Libano até ao hyssopo que nasce na parede: tambem fallou dos animaes e das aves, e dos reptis e dos peixes.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vinham de todos os povos a ouvir a sabedoria de Salomão, e de todos os reis da terra que tinham ouvido da sua sabedoria.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