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Habacuque 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carga que viu o propheta Habacuc.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Habacuque 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quando, Senhor, clamarei eu, e tu não me escutarás? até quando gritarei a ti: Violencia! e não salvarás?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Habacuque 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que razão me fazes vêr a iniquidade, e vês a vexação? porque a destruição e a violencia estão diante de mim, havendo tambem quem suscite a contenda e o litigio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Habacuque 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esta causa a lei se afrouxa, e a sentença nunca sae; porque o impio cérca o justo, e sae a sentença torcida.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Habacuque 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Vêde entre as nações, e olhae, e maravilhae-vos, e estae maravilhados; porque obro uma obra em vossos dias que não crereis, quando se vos contar.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Habacuque 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eis que suscito os chaldeos, nação amarga e apressada, que marcha sobre a largura da terra, para possuir moradas que não são suas.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Habacuque 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Horrivel e terrivel é; d'ella mesma sairá o seu juizo e a sua grandeza.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Habacuque 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seus cavallos são mais ligeiros do que os leopardos, e mais perspicazes do que os lobos á tarde, e os seus cavalleiros se espalham: os seus cavalleiros virão de longe; voarão como aguias que se apressam á comida.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Habacuque 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Elles todos virão a fim de obrar violencia: os seus rostos buscarão o oriente, e congregará os captivos como areia.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Habacuque 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escarnecerão dos reis, e dos principes farão zombaria: elles se rirão de todas as fortalezas, porque amontoarão terra, e as tomarão.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Habacuque 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passará como vento, e traspassará, e se fará culpada, attribuindo este seu poder ao seu deus,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Habacuque 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não és tu desde sempre, ó Senhor meu Deus, meu Sancto? nós não morreremos: ó Senhor, para juizo o pozeste, e tu, ó Rocha, o fundaste para castigar.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Habacuque 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és tão puro de olhos, que não podes vêr o mal, e a vexação não podes contemplar: porque olhas para os que obram aleivosamente? porque te calas quando o impio devora aquelle que é mais justo do que elle?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Habacuque 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porque farias os homens como os peixes do mar, como os reptis, que não teem quem os governe?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Habacuque 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 a todos tira com o anzol, apanhal-os-ha com a sua rede, e os ajunta na sua varredoura: por isso elle se alegra e se regozija.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Habacuque 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isso sacrifica á sua rede, e queima incenso á sua varredoura; porque com ellas se engordou a sua porção, e se engrossou a sua comida.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Habacuque 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por isso vazará a sua rede, e não poupará de matar os povos continuamente?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