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minha guarda estarei, e sobre a fortaleza me apresentarei e vigiarei, para vêr o que fallaria em mim, e o que eu responderei, quando eu fôr arguido.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me respondeu, e disse: Escreve a visão, e declara-a em taboas, para que n'ellas leia o que correndo passa.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visão ainda está para o tempo determinado, pois até ao fim fallará, e não mentirá: se tardar, espera-o, porque certamente virá, nem tardará.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de preguiça se retira, não é recta n'elle; mas o justo pela sua fé viverá.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mais se é dado ao vinho mais desleal se é; aquelle homem soberbo, que alarga como o sepulchro a sua alma, não permanecerá e é como a morte que não se farta, e ajunta a si todas as nações, e congrega a si todos os povos.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levantariam pois todos estes contra elle uma parabola e dito agudo com enigmas para elle? e se dirá: Ai d'aquelle que multiplica o que não é seu! (até quando!) e d'aquelle que carrega sobre si divida!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se levantarão de repente os que te morderão? e não despertarão os que te abalarão? e não lhes servirás tu de despojo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despojaste a muitas nações, todos os mais povos te despojarão a ti, por causa do sangue dos homens, e da violencia ácerca da terra da cidade, e de todos os que habitam n'ella.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 que ajunta bens para a sua casa, por uma avareza criminosa, para que ponha o seu ninho no alto, a fim de se livrar da mão do mal!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Vergonha maquinaste para a tua casa; destruindo tu a muitos povos, peccaste contra a tua alma.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pedra clamará da parede, e a trave lhe responderá do madeiramento.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 que edifica a cidade com sangue, e que funda a cidade com iniquidade!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porventura não vem do Senhor dos Exercitos que os povos trabalham pelo fogo e os homens se cançam em vão?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terra sera cheia do conhecimento da gloria do Senhor, como as aguas cobrem o mar.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 que dá de beber ao seu companheiro! tu, que lhe chegas o teu odre, e o embebedas, para vêr a sua nudez!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tu serás farto de ignominia em logar de honra: bebe tu tambem, e descobre o prepucio: o calix da mão direita do Senhor voltará a ti, e vomito ignominioso cairá sobre a tua gloria.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violencia commettida contra o Libano te cobrirá, e a destruição das bestas os assombrará, por causa do sangue dos homens, e da violencia feita á terra, á cidade, e a todos os moradores.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aproveitará a imagem de esculptura, depois de que a esculpiu o seu artifice? ou a imagem de fundição, que ensina a mentira, para que o artifice confie na obra, fazendo idolos mudos?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 que diz ao pau: Acorda; e á pedra muda: Desperta: porventura ensinará? eis que está coberto de oiro e de prata, mas no meio d'elle não ha espirito algum.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está no seu sancto templo: cale-se diante d'elle toda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