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Oração do propheta Habacuc sobre Shigionoth.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Senhor, a tua palavra, e temi: aviva, ó Senhor, a tua obra no meio dos annos, no meio dos annos a notifica: na tua ira lembra-te de misericordia.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veiu de Teman, e o Sancto do monte de Paran (Selah). A sua gloria cobriu os céus, e a terra foi cheia do seu louvor.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resplandor se fez como a luz, raios brilhantes lhe sahiam da sua mão, e ali estava o esconderijo da sua força.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Diante d'elle ia a peste, e queimaduras passavam diante dos seus pés.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Parou, e mediu a terra: olhou, e fez sair as nações: e os montes perpetuos foram esmiuçados; os outeiros eternos se encurvaram, porque o andar eterno é seu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as tendas de Cusan debaixo da vaidade: as cortinas da terra de Midian tremiam.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Acaso é contra os rios, Senhor, que tu estás irado? contra os ribeiros foi a tua ira? contra o mar foi o teu furor, quando andaste montado sobre os teus cavallos? os teus carros foram a salvação?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Descoberto se despertou o teu arco, pelos juramentos feitos ás tribus, pela tua palavra (Selah). Tu fendeste a terra com 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te viram, e tremeram: a inundação das aguas passou; deu o abysmo a sua voz, levantou as suas mãos ao alto.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sol e a lua pararam nas suas moradas: andaram á luz das tuas frechas, ao resplandor do relampago da tua lança.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indignação marchaste pela terra, com ira trilhaste as nações.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saiste para salvamento do teu povo, para salvamento do teu ungido: tu feriste a cabeça da casa do impio, descobrindo o alicerce até ao pescoço (Selah).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furaste com os teus cajados a cabeça das suas aldeias; elles me accommetteram tempestuosos para me espalharem: alegravam-se, como se estivessem para devorar o pobre em segredo.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com os teus cavallos marchaste pelo mar, pelo montão de grandes aguas.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Ouvindo-o eu, o meu ventre se commoveu, á sua voz tremeram os meus labios; entrou a podridão nos meus ossos, e estremeci dentro de mim; no dia da angustia descançarei, quando subir contra o povo que nos destruirá.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que a figueira não floresça, nem haja fructo na vide; o producto da oliveira minta, e os campos não produzam mantimento; as ovelhas da malhada sejam arrebatadas, e nos curraes não haja vaccas: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eu me alegrarei no Senhor: gozar-me-hei no Deus da minha salvação.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Habacuque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Jehovah, o Senhor, é minha força, e fará os meus pés como os das cervas, e me fará andar sobre as minhas alturas. Para o cantor-mór sobre os meus instrumentos de musica.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