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3 João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ancião ao amado Gaio, a quem em verdade eu amo.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3 João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Amado, antes de tudo desejo que te vá bem, e que tenhas saude, assim como bem vae á tua alma.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3 João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muito me alegrei quando os irmãos vieram, e testificaram de tua verdade, como tu andas na verdade.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3 João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tenho maior gozo do que n'isto, de ouvir que os meus filhos andam na verdade.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3 João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Amado, obras fielmente em tudo o que fazes para com os irmãos, e para com os estranhos,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3 João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em presença da egreja testificaram da tua caridade: aos quaes, se conduzires como é digno para com Deus, bem farás: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3 João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pelo seu nome sairam, nada tomando dos gentios.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3 João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aos taes devemos receber, para que sejamos cooperadores da verdade.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3 João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 escripto á egreja; porém Diotrephes, que procura ter entre elles o primado, não nos recebe.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3 João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que, se eu fôr, trarei á memoria as obras que faz, palrando contra nós com palavras maliciosas; e, não contente com isto, não recebe os irmãos, e impede os que querem recebel-os, e os lança fóra da egreja.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3 João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Amado, não sigas o mal, mas o bem. Quem faz bem é de Deus; mas quem faz mal não tem visto a Deus.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3 João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dão testemunho de Demetrio, até a mesma verdade; e tambem nós testemunhamos; e vós bem sabeis que o nosso testemunho é verdadeiro.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3 João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Tinha muito que escrever, porém não quero escrever-te com tinta e penna.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3 João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espero vêr-te brevemente, e fallaremos de bocca a bocca. Paz seja comtigo. Os amigos te saudam. Sauda os amigos por nome.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