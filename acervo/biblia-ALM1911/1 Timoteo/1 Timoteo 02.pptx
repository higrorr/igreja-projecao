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Admoesto-te pois, antes de tudo, que se façam deprecações, orações, intercessões, e acções de graças por todos os homens;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reis, e por todos os que estão em eminencia, para que tenhamos uma vida quieta e socegada, em toda a piedade e honestidade.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isto é bom, é agradavel diante de Deus nosso Salvador;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quer que todos os homens se salvem, e venham ao conhecimento da verdade.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 um só Deus, e um só Mediador entre Deus e os homens, Jesus Christo homem.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se deu a si mesmo em preço de redempção por todos, para servir de testemunho a seu tempo.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que (digo a verdade em Christo, não minto) estou constituido prégador, e apostolo, e doutor dos gentios na fé e na verdade.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pois que os varões orem em todo o logar, levantando mãos sanctas, sem ira nem contenda.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 mesmo modo as mulheres tambem se ataviem com traje honesto, com pudor e modestia, não com os cabellos encrespados, ou com oiro, ou perolas, ou vestidos preciosos,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(como é decente para mulheres que fazem profissão de servir a Deus) com boas obras.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mulher aprenda em silencio, com toda a sujeição.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permitto, porém, que a mulher ensine, nem use de auctoridade sobre o marido, mas que esteja em silencio.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primeiro foi formado Adão, depois Eva.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Adão não foi enganado, mas a mulher, sendo enganada, caiu em transgressão.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Salvar-se-ha, porém, dando á luz filhos, se permanecer com modestia na fé, na caridade e na sanctificação.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