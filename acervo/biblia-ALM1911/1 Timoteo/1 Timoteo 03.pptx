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Timóteo 3:1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Esta é uma palavra fiel: Se alguem deseja o episcopado, excellente obra deseja.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Timóteo 3:2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Convem pois que o bispo seja irreprehensivel, marido de uma mulher, vigilante, sobrio, honesto, hospitaleiro, apto para ensinar;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Timóteo 3:3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dado ao vinho, não espancador, não cubiçoso de torpe ganancia, mas moderado, não contencioso, não avarento;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Timóteo 3:4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governe bem a sua propria casa, tendo seus filhos em sujeição, com toda a modestia;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Timóteo 3:5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(Porque, se alguem não sabe governar a sua propria casa, como terá cuidado da egreja de Deus?)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Timóteo 3:6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neophyto, para que, ensoberbecendo-se, não caia na condemnação do diabo.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Timóteo 3:7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Convem tambem que tenha bom testemunho dos que estão de fóra, para que não caia em affronta, e no laço do diabo.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Timóteo 3:8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Da mesma sorte os diaconos sejam honestos, não de lingua dobre não dados a muito vinho, não cubiçosos de torpe ganancia;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Timóteo 3:9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Tendo o mysterio da fé em uma pura consciencia.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Timóteo 3:10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tambem estes sejam primeiro provados, depois sirvam, se forem irreprehensiveis.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Timóteo 3:11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Da mesma sorte as suas mulheres sejam honestas, não maldizentes, sobrias e fieis em todas as coisas.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Timóteo 3:12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diaconos sejam maridos de uma mulher, e governem bem a seus filhos e a suas proprias casas.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Timóteo 3:13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os que servirem bem, adquirirão para si um bom grau, e muita confiança na fé que ha em Christo Jesus.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Timóteo 3:14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Escrevo-te estas coisas, esperando ir vêr-te bem depressa;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Timóteo 3:15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Mas, se tardar, para que saibas como convem andar na casa de Deus, que é a egreja de Deus vivo, a columna e firmeza da verdade.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Timóteo 3:16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sem duvida alguma grande é o mysterio da piedade: Deus foi manifestado em carne, foi justificado em espirito, visto dos anjos, prégado aos gentios, crido no mundo, e recebido acima na gloria.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