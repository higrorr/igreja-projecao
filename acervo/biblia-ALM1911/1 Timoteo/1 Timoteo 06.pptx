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servos que estão debaixo do jugo estimem a seus senhores por dignos de toda a honra, para que o nome de Deus e a doutrina não sejam blasphemados.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teem senhores fieis não os desprezem, por serem irmãos; antes os sirvam melhor, porquanto são fieis e amados, como tambem participantes d'este beneficio. Isto ensina e exhorta.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ensina alguma outra doutrina, e se não conforma com as sãs palavras de nosso Senhor Jesus Christo, e com a doutrina que é conforme a piedade,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soberbo, e nada sabe, mas delira ácerca de questões e contendas de palavras, das quaes nascem invejas, porfias, blasphemias, ruins suspeitas,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Perversas contendas de homens corruptos de entendimento, e privados da verdade, cuidando que a piedade seja ganho; aparta-te dos taes.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ganho é, porém, a piedade com contentamento.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nada trouxemos para este mundo, e manifesto é que nada podemos levar d'elle.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Tendo, porém, sustento, e com que nos cobrirmos, estejamos com isso contentes.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que querem ser ricos caem em tentação e em laço, e em muitas concupiscencias loucas e nocivas, que submergem os homens na perdição e ruina,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amor do dinheiro é a raiz de todos os males; o que apetecendo alguns, se desviaram da fé, e se traspassaram a si mesmos com muitas dôres.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ó homem de Deus, foge d'estas coisas, e segue a justiça, a piedade, a fé, a caridade, a paciencia, a mansidão.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Milita a boa milicia da fé, lança mão da vida eterna, para a qual tambem foste chamado, tendo já feito boa confissão diante de muitas testemunhas.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Mando-te diante de Deus, que todas as coisas vivifica, e de Christo Jesus, que diante de Poncio Pilatos testificou boa confissão,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guardes este mandamento sem macula e reprehensão, até á apparição de nosso Senhor Jesus Christo;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a seu tempo mostrará o bemaventurado, e só poderoso Senhor, Rei dos reis e Senhor dos senhores;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é só o que tem a immortalidade, e habita na luz inaccessivel; a quem nenhum dos homens viu nem pode vêr: ao qual seja honra e poder sempiterno. Amen.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aos ricos d'este mundo que não sejam altivos, nem ponham a esperança na incerteza das riquezas, mas em Deus vivo, que abundantemente nos dá todas as coisas para d'ellas gozarmos: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façam bem, enriqueçam em boas obras, repartam de boamente, e sejam communicaveis;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enthesourem para si mesmo um bom fundamento para o futuro, para que possam alcançar a vida eterna.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Timotheo, guarda o deposito que te foi confiado, tendo horror aos clamores vãos e profanos e ás opposições da falsamente chamada sciencia;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professando alguns, se desviaram da fé. A graça seja comtigo.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