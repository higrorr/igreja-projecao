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apostolo de Jesus Christo segundo o mandado de Deus, nosso Salvador, e do Senhor Jesus Christo, esperança nossa,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Timotheo meu verdadeiro filho na fé: graça, misericordia e paz da parte de Deus nosso Pae e da de Christo Jesus nosso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te roguei, quando parti para a Macedonia, que ficasses em Epheso, para advertires a alguns, que não ensinem outra doutrina,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se dêem a fabulas nem a genealogias interminaveis, que mais produzem questões do que edificação de Deus, que consiste na fé.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fim do mandamento é a caridade de um coração puro, e de uma boa consciencia, e de uma fé não fingida.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que, desviando-se alguns, se entregaram a vãs contendas;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Querendo ser doutores da lei, e não entendendo nem o que dizem nem o que affirmam.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bem sabemos que a lei é boa, se alguem d'ella usa legitimamente: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isto, que a lei não foi posta para o justo, mas para os injustos e obstinados, para os impios e peccadores, para os profanos e irreligiosos, para os parricidas e matricidas, para os homicidas,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fornicadores, para os sodomitas, para os roubadores de homens, para os mentirosos, para os perjuros, e para alguma outra coisa contraria á sã doutrina,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o evangelho da gloria de Deus bemaventurado, que me foi confiado.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dou graças ao que me tem confortado, a Christo Jesus Senhor nosso, porque me teve por fiel, pondo-me no ministerio;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mim, que d'antes fui blasphemo, e perseguidor, e oppressor; porém foi-me feita misericordia, porquanto o fiz ignorantemente, na incredulidade.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graça de nosso Senhor superabundou com a fé e amor que ha em Jesus Christo.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uma palavra fiel, e digna de toda a acceitação, que Christo Jesus veiu ao mundo, para salvar os peccadores, dos quaes eu sou o principal.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por isso me foi feita misericordia, para que em mim, que sou o principal, Jesus Christo mostrasse toda a sua longanimidade, para exemplo dos que haviam de crêr n'elle para a vida eterna.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ao Rei dos seculos, immortal, invisivel, ao unico Deus seja honra e gloria para todo o sempre. Amen.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mandamento te dou, meu filho Timotheo, que, segundo as prophecias que d'antes houve ácerca de ti, milites por ellas boa milicia;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Retendo a fé, e a boa consciencia, rejeitando a qual alguns fizeram naufragio na fé.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D'entre os quaes foram Hymeneo e Alexandre, os quaes entreguei a Satanaz, para que aprendam a não blasphemar.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