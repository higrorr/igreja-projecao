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Espirito expressamente diz que nos ultimos tempos apostatarão alguns da fé, dando ouvidos a espiritos enganadores, e a doutrinas de demonios;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em hypocrisia fallarão mentiras, tendo cauterisada a sua propria consciencia;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Prohibindo o casarem-se, e mandando que se abstenham dos manjares que Deus creou para os fieis, e para os que conheceram a verdade, para d'elles usarem com acções de graças;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 a creatura de Deus é boa, e não ha nada que rejeitar, tomando-se com acções de graças.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pela palavra de Deus e pela oração é sanctificada.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Propondo estas coisas aos irmãos, serás bom ministro de Jesus Christo, criado com as palavras da fé e da boa doutrina que seguiste.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rejeita as fabulas profanas e de velhas, e exercita-te a ti mesmo em piedade.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exercicio corporal para pouco aproveita, mas a piedade para tudo é proveitosa, tendo a promessa da vida presente e da que ha de vir.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palavra é fiel e digna de toda a acceitação.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para isto trabalhamos e somos injuriados, porquanto esperamos no Deus vivo, que é o salvador de todos os homens, principalmente dos fieis.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 estas coisas e ensina-as.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despreze a tua mocidade: mas sê o exemplo dos fieis, na palavra, no trato, na caridade, no espirito, na fé, na pureza.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Persiste no lêr, exhortar e ensinar, até que eu vá.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desprezes o dom que ha em ti, o qual te foi dado por prophecia, com a imposição das mãos do presbyterio.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Medita estas coisas; occupa-te n'ellas para que o teu aproveitamento seja manifesto a todos.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cuidado de ti mesmo e da doutrina: persevera n'estas coisas; porque, fazendo isto, te salvarás, tanto a ti mesmo como aos que te ouvem.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