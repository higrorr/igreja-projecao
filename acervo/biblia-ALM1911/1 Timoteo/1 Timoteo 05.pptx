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reprehendas asperamente os velhos, mas admoesta-os como a paes: aos mancebos como a irmãos.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Ás velhas, como a mães, ás moças, como a irmãs, em toda a pureza.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as viuvas que verdadeiramente são viuvas.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alguma viuva tiver filhos, ou netos, aprendam primeiro a exercer piedade para com a sua propria familia, e a recompensar a seus paes; porque isto é bom e agradavel diante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que é verdadeiramente viuva e desamparada espera em Deus, e persevera de noite e de dia em rogos e orações;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que vive em deleites, vivendo está morta.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Manda, pois, estas coisas, para que sejam irreprehensiveis.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alguem não tem cuidado dos seus, e principalmente dos da sua familia, negou a fé, e é peior do que o infiel.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se eleja viuva de menos de sessenta annos, e só a que tenha sido mulher de um marido;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testemunho de boas obras: se criou os filhos, se exercitou hospitalidade, se lavou os pés aos sanctos, se soccorreu os afflictos, se seguiu toda a boa obra.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admittas as viuvas moças, porque, havendo sido lascivas contra Christo, querem casar-se;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já a sua condemnação por haverem aniquilado a primeira fé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além d'isto, tambem aprendem a andar ociosas de casa em casa; e não só ociosas, mas tambem paroleiras e curiosas, fallando o que não convem.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pois que as que são moças se casem, gerem filhos, governem a casa, e não dêem occasião alguma ao adversario de maldizer.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algumas se desviaram, indo após Satanaz.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algum crente ou alguma crente tem viuvas, soccorra-as, e não se sobrecarregue a egreja, para que possa sustentar as que deveras são viuvas.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anciãos que governam bem sejam estimados por dignos de duplicada honra, principalmente os que trabalham na palavra e na doutrina.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 a Escriptura: Não ligarás a bocca ao boi que debulha. E: Digno é o obreiro do seu salario.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acceites accusação contra o ancião, senão com duas ou tres testemunhas.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peccarem, reprehende-os na presença de todos, para que tambem os outros tenham temor.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Conjuro-te diante de Deus, e do Senhor Jesus Christo, e dos anjos eleitos, que sem prejuizo algum guardes estas coisas, nada fazendo por parcialidade.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ninguem imponhas apressadamente as mãos, nem participes dos peccados alheios: conserva-te a ti mesmo puro.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bebas mais agua sómente, mas usa tambem de um pouco de vinho; por causa do teu estomago e das tuas frequentes enfermidades.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peccados de alguns homens são manifestos antes, e se adiantam para a sua condemnação; e em alguns manifestam-se ainda depois.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mesmo tambem as suas boas obras são manifestas, e as que são d'outra maneira não podem occultar-se.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