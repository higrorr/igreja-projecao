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passou Jesus pelas searas, em um sabbado; e os seus discipulos tinham fome, e começaram a colher espigas, e a comer.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phariseos, vendo isto, disseram-lhe: Eis que os teus discipulos fazem o que não é licito fazer n'um sabbado.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lhes disse: Não tendes lido o que fez David, quando teve fome, elle e os que com elle estavam?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entrou na casa de Deus, e comeu os pães da proposição, que não lhe era licito comer, nem aos que com elle estavam, mas só aos sacerdotes?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não tendes lido na lei que, aos sabbados, os sacerdotes violam o sabbado no templo, e ficam sem culpa?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eu vos digo que está aqui um maior do que o templo.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vós soubesseis o que significa: Misericordia quero, e não sacrificio, não condemnarieis os innocentes.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Filho do homem até do sabbado é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partindo d'ali, chegou á synagoga d'elles.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estava ali um homem que tinha uma das mãos mirrada; e elles, para o accusarem, o interrogaram, dizendo: É licito curar nos sabbados?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Qual d'entre vós será o homem que tenha uma ovelha, e, se n'um sabbado a tal ovelha cair n'uma cova, não lance mão d'ella, e a levante?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quanto mais vale um homem do que uma ovelha? É, por consequencia, licito fazer bem nos sabbados.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áquelle homem: Estende a tua mão. E elle a estendeu, e ficou sã como a outra.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phariseos, tendo saido, formaram conselho contra elle, para o matarem,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sabendo-o, retirou-se d'ali, e acompanhou-o uma grande multidão de gente, e elle os curou a todos.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recommendava-lhes rigorosamente que o não descobrissem,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 cumprisse o que fôra dito pelo propheta Isaias, que diz: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o meu servo, que escolhi, o meu amado, em quem a minha alma se compraz: porei sobre elle o meu espirito, e annunciará aos gentios o juizo.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contenderá, nem clamará, nem alguem ouvirá pelas ruas a sua voz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esmagará a canna quebrada, e não apagará o murrão que fumega, até que faça triumphar o juizo;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seu nome os gentios esperarão.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Trouxeram-lhe então um endemoninhado cego e mudo; e, de tal modo o curou, que o cego e mudo fallava e via.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multidão se admirava e dizia: Não é este o Filho de David?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phariseos, ouvindo isto, diziam: Este não expulsa os demonios senão por Beelzebú, principe dos demonios.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conhecendo os seus pensamentos, disse-lhes: Todo o reino dividido contra si mesmo é devastado; e toda a cidade, ou casa dividida contra si mesma não subsistirá.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Satanaz expulsa a Satanaz, está dividido contra si mesmo; como subsistirá pois o seu reino?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eu expulso os demonios por Beelzebú, por quem os expulsam então os vossos filhos? Portanto elles mesmos serão os vossos juizes.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eu expulso os demonios pelo Espirito de Deus, é conseguintemente chegado a vós o reino de Deus.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Ou, como pode alguem entrar em casa do homem valente, e furtar os seus vasos, se primeiro não manietar o valente, saqueando então a sua casa?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não é comigo é contra mim; e quem comigo não ajunta espalha.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eu vos digo: Todo o peccado e blasphemia se perdoará aos homens; porém a blasphemia contra o Espirito não será perdoada aos homens.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qualquer fallar alguma palavra contra o Filho do homem, ser-lhe-ha perdoado, mas, se alguem fallar contra o Espirito Sancto, não lhe será perdoado, nem n'este seculo nem no futuro.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fazei a arvore boa, e o seu fructo bom, ou fazei a arvore má, e o seu fructo mau; porque pelo fructo se conhece a arvore.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Raça de viboras, como podeis vós dizer boas coisas, sendo maus? pois do que é em abundancia no coração falla a bocca.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bom tira boas coisas do thesouro do seu coração, e o homem mau do mau thesouro tira coisas más.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vos digo que de toda a palavra ociosa que os homens disserem hão de dar conta no dia do juizo.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tuas palavras serás justificado, e por tuas palavras serás condemnado.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alguns dos escribas e dos phariseos tomaram a palavra, dizendo: Mestre, quizeramos ver da tua parte algum signal.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lhes respondeu, e disse: A geração má e adultera pede um signal, porém não se lhe dará senão o signal do propheta Jonas;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como Jonas esteve tres dias e tres noites no ventre da baleia, assim estará o Filho do homem tres dias e tres noites no seio da terra.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ninivitas resurgirão no juizo com esta geração, e a condemnarão, porque se arrependeram com a prégação de Jonas. E eis que está aqui quem é mais do que Jonas.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rainha do meio-dia se levantará no dia do juizo com esta geração, e a condemnará; porque veiu dos confins da terra a ouvir a sabedoria de Salomão. E eis que está aqui quem é mais do que Salomão.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 espirito immundo tem saido do homem, anda por logares aridos, buscando repouso, e não o encontra.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diz: Voltarei para a minha casa d'onde sahi. E, voltando, acha-a desoccupada, varrida e adornada.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vae, e leva comsigo outros sete espiritos peiores do que elle, e, entrando, habitam ali: e são os ultimos actos d'esse homem peiores do que os primeiros. Assim acontecerá tambem a esta má geração.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fallando elle ainda á multidão, eis que estavam fóra sua mãe e seus irmãos, pretendendo fallar-lhe.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alguem: Eis que estão ali fóra tua mãe e teus irmãos, que querem fallar-te.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elle, respondendo, disse ao que lhe fallára: Quem é minha mãe? e quem são meus irmãos?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estendendo a sua mão para os seus discipulos, disse: Eis aqui minha mãe e meus irmãos;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12:50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qualquer que fizer a vontade de meu Pae que está nos céus, este é meu irmão, e irmã e mãe.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