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se approximaram de Jerusalem, e chegaram a Bethphage, ao monte das Oliveiras, enviou então Jesus dois discipulos, dizendo-lhes: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á aldeia que está defronte de vós, e logo encontrareis uma jumenta presa, e um jumentinho com ella; desprendei-a, e trazei-m'os.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vos disser alguma coisa, direis que o Senhor os ha de mister: e logo os enviará.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tudo isto aconteceu para que se cumprisse o que foi dito pelo propheta, que diz: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 á filha de Sião: Eis que o teu Rei ahi te vem, manso, e assentado sobre uma jumenta, e sobre um jumentinho, filho de animal sujeito ao jugo.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os discipulos, e fazendo como Jesus lhes ordenára,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Trouxeram a jumenta e o jumentinho, e sobre elles pozeram os seus vestidos, e fizeram-n'o assentar em cima.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muitissima gente estendia os seus vestidos pelo caminho, e outros cortavam ramos d'arvores, e os espalhavam pelo caminho.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que ia adeante, e a que seguia, clamava, dizendo: Hosanna ao Filho de David; bemdito o que vem em nome do Senhor: Hosanna nas alturas.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elle em Jerusalem, toda a cidade se alvoroçou, dizendo: Quem é este?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dizia: Este é Jesus, o Propheta de Nazareth da Galilea.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Jesus no templo de Deus, e expulsou todos os que vendiam e compravam no templo, e derribou as mesas dos cambistas e as cadeiras dos que vendiam pombas: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Está escripto: A minha casa será chamada casa de oração: mas vós a tendes convertido em covil de ladrões.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ter com elle ao templo cegos e côxos, e curou-os.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então os principaes dos sacerdotes e os escribas as maravilhas que fazia, e os meninos clamando no templo, Hosanna ao Filho de David; indignaram-se,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Ouves o que estes dizem? E Jesus lhes disse: Sim; nunca lestes: Pela bocca dos meninos e das creancinhas de peito aperfeiçoaste o louvor?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deixando-os, saiu da cidade para Bethania, e ali passou a noite.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 manhã, voltando para a cidade, teve fome;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avistando uma figueira perto do caminho, dirigiu-se a ella, e não achou n'ella senão folhas. E disse-lhe: Nunca mais nasça fructo de ti. E a figueira seccou immediatamente.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discipulos, vendo isto, maravilharam-se, dizendo: Como seccou immediatamente a figueira?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respondendo, disse-lhes: Em verdade vos digo que, se tiverdes fé e não duvidardes, não só fareis isto á figueira, mas até, se a este monte disserdes: Ergue-te e precipita-te no mar, assim será feito;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o que pedirdes na oração, crendo, o recebereis.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ao templo, acercaram-se d'elle, estando já ensinando, os principes dos sacerdotes e os anciãos do povo, dizendo: Com que auctoridade fazes isto? e quem te deu essa auctoridade?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Eu tambem vos perguntarei uma coisa; se m'a disserdes, tambem eu vos direi com que auctoridade faço isto.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baptismo de João d'onde era? Do céu, ou dos homens? E pensavam entre si, dizendo: Se dissermos: Do céu, elle nos dirá: Então porque não o crestes?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dissermos: Dos homens, tememos o povo, porque todos consideram João como propheta.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a Jesus, disseram: Não sabemos. Elle disse-lhes: Nem eu vos digo com que auctoridade faço isto.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vos parece? Um homem tinha dois filhos, e, dirigindo-se ao primeiro, disse: Filho, vae trabalhar hoje na minha vinha.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disse: Não quero. Mas depois, arrependendo-se, foi.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dirigindo-se ao segundo, fallou-lhe de egual modo; e, respondendo elle, disse: Eu vou, senhor; e não foi.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dos dois fez a vontade do pae? Disseram-lhe elles: O primeiro. Disse-lhes Jesus: Em verdade vos digo que os publicanos e as meretrizes vos precedem no reino de Deus.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João veiu a vós no caminho de justiça, e não o crestes, mas os publicanos e as meretrizes o creram: vós, porém, vendo isto, nem depois vos arrependestes para o crer.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ainda outra parabola: Houve um homem, pae de familia, que plantou uma vinha, e circumdou-a de um vallado, e construiu n'ella um lagar, e edificou uma torre, e arrendou-a a uns lavradores, e ausentou-se para longe: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o tempo dos fructos, enviou os seus servos aos lavradores, para receberem os seus fructos.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lavradores, apoderando-se dos servos, feriram um, mataram outro, e apedrejaram outro.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enviou outros servos, em maior numero do que os primeiros; e fizeram-lhes o mesmo;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ultimo enviou-lhes seu filho, dizendo: Terão respeito a meu filho.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lavradores, vendo o filho, disseram entre si: Este é o herdeiro; vinde, matemol-o, e apoderemo-nos da sua herança.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lançando mão d'elle, o arrastaram para fóra da vinha, e o mataram.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vier o senhor da vinha, que fará áquelles lavradores?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Dizem-lhe elles: Dará affrontosa morte aos maus, e arrendará a vinha a outros lavradores, que a seus tempos lhe dêem os fructos.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Diz-lhes Jesus: Nunca lestes nas Escripturas: A pedra, que os edificadores rejeitaram, essa foi posta por cabeça do angulo: pelo Senhor foi feito isto, e é maravilhoso aos nossos olhos?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eu vos digo que o reino de Deus vos será tirado, e será dado a gente que dê os seus fructos.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cair sobre esta pedra despedaçar-se-ha; e sobre quem ella cair esmagal-o-ha.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principes dos sacerdotes e os phariseos, ouvindo estas palavras, entenderam que fallava d'elles;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pretendendo prendel-o, receiaram o povo, porquanto o tinham por propheta.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