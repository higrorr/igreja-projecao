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quando Jesus concluiu todos estes discursos, disse aos seus discipulos: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sabeis que d'aqui a dois dias é a paschoa; e o Filho do homem será entregue para ser crucificado.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principes dos sacerdotes, e os escribas, e os anciãos do povo reuniram-se na sala do summo sacerdote, o qual se chamava Caiphás,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consultaram-se juntamente para prenderem Jesus com dolo e o matarem.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diziam: Não durante a festa, para que não haja alvoroço entre o povo.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Jesus em Bethania, em casa de Simão, o leproso,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Approximou-se d'elle uma mulher com um vaso d'alabastro, com unguento de grande valor, e derramou-lh'o sobre a cabeça, estando elle assentado á mesa.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discipulos, vendo isto, indignaram-se, dizendo: Porque se faz este desperdicio?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este unguento podia vender-se por grande preço, e dar-se o dinheiro aos pobres.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conhecendo isto, disse-lhes: Porque affligis esta mulher? pois praticou uma boa acção para comigo.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sempre tendes comvosco os pobres, mas a mim não me haveis de ter sempre.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derramando ella este unguento sobre o meu corpo, fel-o preparando-me para o meu enterramento.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que, onde quer que este Evangelho fôr prégado, em todo o mundo, tambem será dito o que ella fez, para memoria sua.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dos doze chamado Judas Iscariotes, foi ter com os principes dos sacerdotes,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Que me quereis dar, e eu vol-o entregarei? E elles lhe arbitraram trinta moedas de prata,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então buscava opportunidade para o entregar.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primeiro dia da festa dos pães asmos, chegaram os discipulos junto de Jesus, dizendo: Onde queres que te preparemos o necessario para comer a paschoa?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Ide á cidade a um certo homem, e dizei-lhe: O Mestre diz: O meu tempo está proximo; em tua casa celebro a paschoa com os meus discipulos.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discipulos fizeram como Jesus lhes ordenara, e prepararam a paschoa.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chegada a tarde, assentou-se á mesa com os doze.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comendo elles, disse: Em verdade vos digo que um de vós me ha de trahir.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entristecendo-se muito, começaram cada um a dizer-lhe: Porventura sou eu, Senhor?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respondendo, disse: O que mette a mão no prato comigo, esse me ha de trahir.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o Filho do homem vae, como ácerca d'elle está escripto, mas ai d'aquelle homem por quem o Filho do homem é trahido! bom seria a esse homem se não houvera nascido.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Judas, o que o trahia, disse: Porventura sou eu, Rabbi? Elle disse: Tu o disseste.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comiam, Jesus tomou o pão, e, abençoando-o, o partiu, e o deu aos discipulos, e disse: Tomae, comei, isto é o meu corpo.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o calix, e dando graças, deu-lh'o, dizendo: Bebei d'elle todos;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isto é o meu sangue, o sangue do Novo Testamento, que é derramado por muitos, para remissão dos peccados.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digo-vos que, desde agora, não beberei d'este fructo da vide até áquelle dia em que o beber de novo comvosco no reino de meu Pae.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cantado o hymno, sairam para o monte das Oliveiras.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 lhes disse: Todos vós esta noite vos escandalizareis em mim; porque está escripto: Ferirei o pastor, e as ovelhas do rebanho se dispersarão.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depois de eu resuscitar, irei adiante de vós para a Galilea.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Pedro, porém, respondendo, disse-lhe: Ainda que todos se escandalizem em ti, eu nunca me escandalizarei.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Em verdade te digo que, n'esta mesma noite, antes que o gallo cante, tres vezes me negarás.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Pedro: Ainda que me seja mister morrer comtigo, não te negarei. E o mesmo todos os discipulos disseram.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chegou Jesus com elles a um logar chamado Gethsemane, e disse aos discipulos: Assentae-vos aqui, emquanto vou além, a orar.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levando comsigo Pedro e os dois filhos de Zebedeo, começou a entristecer-se e a angustiar-se muito.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disse: A minha alma está cheia de tristeza até á morte; ficae aqui, e velae comigo.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um pouco mais para diante, prostrou-se sobre o seu rosto, orando e dizendo: Meu Pae, se é possivel, passe de mim este calix; porém, não como eu quero, mas como tu queres.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voltou para os seus discipulos, e achou-os adormecidos; e disse a Pedro: Então nem uma hora podeste velar comigo?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 e orae, para que não entreis em tentação: na verdade, o espirito está prompto, mas a carne é fraca.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segunda vez, orou, dizendo: Meu Pae, se este calix não pode passar de mim sem eu o beber, faça-se a tua vontade.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voltando, achou-os outra vez adormecidos; porque os seus olhos estavam carregados.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deixando-os, voltou, e orou terceira vez, dizendo as mesmas palavras.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chegou junto dos seus discipulos, e disse-lhes: Dormi agora, e repousae; eis que é chegada a hora, e o Filho do homem será entregue nas mãos dos peccadores.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Levantae-vos, partamos; eis que é chegado o que me trahe.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ainda a fallar, eis que chegou Judas, um dos doze, e com elle uma grande multidão com espadas e varapaus, enviada pelos principes dos sacerdotes e pelos anciãos do povo.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o trahia tinha-lhes dado signal, dizendo: O que eu beijar é elle; prendei-o.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logo, approximando-se de Jesus, disse: Eu te saudo Rabbi. E beijou-o.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lhe disse: Amigo, a que vieste? Então, approximando-se, lançaram mão de Jesus, e prenderam-n'o.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 dos que estavam com Jesus, estendendo a mão, puxou da espada e, ferindo o servo do summo sacerdote, cortou-lhe uma orelha.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 disse-lhe: Mette no seu logar a tua espada; porque todos os que lançarem mão da espada á espada morrerão.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pensas tu que não poderia eu agora orar a meu Pae, e elle não me daria mais de doze legiões d'anjos?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se cumpririam as Escripturas, que dizem que assim convem que aconteça?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Jesus á multidão: Saistes, como a um salteador, com espadas e varapaus para me prender? todos os dias me assentava junto de vós, ensinando no templo, e não me prendestes.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tudo isto aconteceu para que se cumpram as escripturas dos prophetas. Então todos os discipulos, deixando-o, fugiram.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os que prenderam a Jesus, o conduziram ao summo sacerdote, Caiphás, onde os escribas e os anciãos estavam reunidos.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o seguiu de longe até ao pateo do summo sacerdote: e, entrando dentro, assentou-se entre os creados, para vêr o fim.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principes dos sacerdotes, e os anciãos, e todo o conselho, buscavam falso testemunho contra Jesus, para o poderem matar,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o achavam, apezar de se apresentarem muitas testemunhas falsas; mas por fim chegaram duas falsas testemunhas,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Este disse: Eu posso derribar o templo de Deus, e reedifical-o em tres dias.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o summo sacerdote, disse-lhe: Não respondes coisa alguma ao que estes depõem contra ti?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guardava silencio. E, insistindo o summo sacerdote, disse-lhe: Conjuro-te pelo Deus vivo que nos digas se tu és o Christo, o Filho de Deus.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Tu o disseste; digo-vos, porém, que vereis em breve o Filho do homem assentado á direita da magestade divina, e vindo sobre as nuvens do céu.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summo sacerdote rasgou os seus vestidos, dizendo: Blasphemou; para que precisamos ainda de testemunhas? Eis que bem ouvistes agora a sua blasphemia.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vos parece? E elles, respondendo, disseram: E réu de morte.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cuspiram-lhe no rosto; e uns lhe davam punhadas, e outros o esbofeteavam,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Prophetiza-nos, Christo, quem é o que te bateu?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estava assentado fóra, no pateo, e approximou-se d'elle uma creada, dizendo: Tu tambem estavas com Jesus, o galileo.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negou diante de todos, dizendo: Não sei o que dizes.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para o vestibulo, viu-o outra, e disse aos que ali estavam: Este tambem estava com Jesus, o nazareno.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negou outra vez com juramento, dizendo: Não conheço tal homem.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d'ahi a pouco, approximando-se os que ali estavam, disseram a Pedro: Verdadeiramente tambem tu és um d'elles, pois a tua falla te denuncia.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começou elle a imprecar e a jurar, dizendo: Não conheço esse homem. E immediatamente o gallo cantou.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26:75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lembrou-se Pedro das palavras de Jesus, que lhe dissera: Antes que o gallo cante, tres vezes me negarás. E, saindo d'ali, chorou amargamente.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