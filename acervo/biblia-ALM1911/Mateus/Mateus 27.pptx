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a manhã, todos os principes dos sacerdotes, e os anciãos do povo, formavam juntamente conselho contra Jesus, para o matarem;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levaram-n'o maniatado, e entregaram-n'o ao presidente Poncio Pilatos.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Judas, o que o trahira, vendo que fôra condemnado, devolveu, arrependido, as trinta moedas de prata aos principes dos sacerdotes e aos anciãos,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Pequei, trahindo o sangue innocente. Elles, porém, disseram: Que nos importa? Isso é comtigo.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atirando para o templo as moedas de prata, retirou-se, e, indo, enforcou-se.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principes dos sacerdotes, tomando as moedas de prata, disseram: Não é licito mettel-as no cofre das offertas, porque são preço de sangue.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deliberado juntamente, compraram com ellas o campo do oleiro, para sepultura dos estrangeiros.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foi chamado aquelle campo, até ao dia d'hoje, Campo de sangue.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realisou o que vaticinara o propheta Jeremias: Tomaram as trinta moedas de prata, preço do avaliado, que os filhos d'Israel avaliaram,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deram-n'as pelo campo do oleiro, segundo o que o Senhor determinou.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Jesus apresentado ao presidente, e o presidente o interrogou, dizendo: És tu o Rei dos judeos? E disse-lhe Jesus: Tu o dizes.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accusado pelos principes dos sacerdotes e pelos anciãos, nada respondeu.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então Pilatos: Não ouves quanto testificam contra ti?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nem uma palavra lhe respondeu, de sorte que o presidente estava muito maravilhado.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por occasião da festa, costumava o presidente soltar um preso, escolhendo o povo aquelle que quizesse.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tinham então um preso bem conhecido, chamado Barrabás.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reunindo-se elles, disse-lhes Pilatos: Qual quereis que vos solte? Barrabás, ou Jesus, chamado Christo?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sabia que por inveja o haviam entregado.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assentado no tribunal, mandou sua mulher dizer-lhe: Não entres na questão d'esse justo, porque n'um sonho muito soffri por causa d'elle.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principes dos sacerdotes e os anciãos persuadiram á multidão que pedisse Barrabás e matasse Jesus.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o presidente, disse-lhes: Qual d'esses dois quereis vós que eu solte? E elles disseram: Barrabás.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Pilatos: Que farei então de Jesus, chamado Christo? Disseram-lhe todos: Seja crucificado.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presidente, porém, disse: Pois que mal tem feito? E elles mais clamavam, dizendo: Seja crucificado.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Pilatos, vendo que nada aproveitava, antes o tumulto crescia, tomando agua, lavou as mãos diante da multidão, dizendo: Estou innocente do sangue d'este justo: considerae-o vós.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todo o povo, disse: O seu sangue seja sobre nós e sobre nossos filhos.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soltou-lhes Barrabás, e, tendo mandado açoitar a Jesus, entregou-o para ser crucificado.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os soldados do presidente, conduzindo Jesus á audiencia, reuniram junto d'elle toda a cohorte.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despindo-o, o cobriram com uma capa de escarlata;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tecendo uma corôa d'espinhos, pozeram-lh'a na cabeça, e em sua mão direita uma canna; e, ajoelhando diante d'elle, o escarneciam, dizendo: Salve, Rei dos judeos.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cuspindo n'elle, tiraram-lhe a canna, e batiam-lhe com ella na cabeça.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de o haverem escarnecido, tiraram-lhe a capa, vestiram-lhe os seus vestidos e o levaram a crucificar.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sahiam, encontraram um homem cyreneo, chamado Simão: a este constrangeram a levar a sua cruz.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ao logar chamado Golgotha, que se diz: Logar da Caveira,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Deram-lhe a beber vinagre misturado com fel; mas, provando-o, não quiz beber.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havendo-o crucificado, repartiram os seus vestidos, lançando sortes: para que se cumprisse o que foi dito pelo propheta: Repartiram entre si os meus vestidos, e sobre a minha tunica lançaram sortes.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assentados, o guardavam ali.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cima da sua cabeça pozeram escripta a sua accusação: ESTE É JESUS, O REI DOS JUDEOS.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crucificados com elle dois salteadores, um á direita, e outro á esquerda.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passavam blasphemavam d'elle, meneando as cabeças,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dizendo: Tu, que destroes o templo, e em tres dias o reedificas, salva-te a ti mesmo; se és Filho de Deus, desce da cruz.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mesma maneira tambem os principes dos sacerdotes, com os escribas, e anciãos, e phariseos, escarnecendo, diziam: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Salvou a outros, a si mesmo não pode salvar-se. Se é o Rei d'Israel, desça agora da cruz, e creremos n'elle;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Confiou em Deus; livre-o agora, se o ama; porque disse: Sou Filho de Deus.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mesmo lhe lançaram tambem em rosto os salteadores que estavam crucificados com elle.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a hora sexta houve trevas sobre toda a terra, até á hora nona.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perto da hora nona exclamou Jesus em alta voz, dizendo: Eli, Eli, lama sabachthani; isto é, Deus meu, Deus meu, porque me desamparaste?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que ali estavam, ouvindo isto, diziam: Este chama por Elias.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um d'elles, correndo, tomou uma esponja, e encheu-a de vinagre, e, pondo-a n'uma canna, dava-lhe de beber.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outros, porém, diziam: Deixa, vejamos se Elias vem livral-o.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clamando outra vez com grande voz, rendeu o espirito.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o véu do templo se rasgou em dois, d'alto a baixo; e tremeu a terra, e fenderam-se as pedras,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abriram-se os sepulchros, e muitos corpos de sanctos que dormiam foram resuscitados,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dos sepulchros, depois da resurreição d'elle, entraram na cidade sancta, e appareceram a muitos.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centurião e os que com elle guardavam a Jesus, vendo o terremoto, e as coisas que haviam succedido, tiveram grande temor, e disseram: Verdadeiramente este era o Filho de Deus.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ali olhando de longe muitas mulheres que tinham seguido Jesus desde a Galilea, servindo-o,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as quaes estavam Maria Magdalena, e Maria, mãe de Thiago e de José, e a mãe dos filhos de Zebedeo.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vinda já a tarde, chegou um homem rico de Arimathea, por nome José, que tambem era discipulo de Jesus.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chegou a Pilatos, e pediu-lhe o corpo de Jesus. Então Pilatos mandou que o corpo lhe fosse dado.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José, tomando o corpo, envolveu-o n'um fino e limpo lençol,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poz no seu sepulchro novo, que havia lavrado n'uma rocha, e, revolvendo uma grande pedra para a porta do sepulchro, foi-se.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ali Maria Magdalena e a outra Maria, assentadas defronte do sepulchro.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seguinte, que é depois da preparação, reuniram-se os principes dos sacerdotes e os phariseos em casa de Pilatos,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Senhor, lembramo-nos de que aquelle enganador, vivendo ainda, disse: Depois de tres dias resuscitarei.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pois que o sepulchro seja guardado com segurança até ao terceiro dia, não seja caso que os seus discipulos vão de noite, e o furtem, e digam ao povo: Resuscitou dos mortos; e assim o ultimo erro será peior do que o primeiro.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Pilatos: Tendes a guarda; ide, guardae-o como entenderdes.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27:66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elles, seguraram o sepulchro com a guarda, sellando a pedra.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