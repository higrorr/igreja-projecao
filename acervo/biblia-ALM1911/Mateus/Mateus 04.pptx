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conduzido Jesus pelo Espirito ao deserto, para ser tentado pelo diabo.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jejuado quarenta dias e quarenta noites, depois teve fome;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chegando-se a elle o tentador, disse: Se tu és o Filho de Deus, manda que estas pedras se façam pães.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respondendo, disse: Está escripto: Nem só de pão viverá o homem, mas de toda a palavra que sae da bocca de Deus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diabo o levou á cidade sancta, e collocou-o sobre o pinaculo do templo,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Se tu és o Filho de Deus, lança-te de aqui abaixo; porque está escripto: Que aos seus anjos ordenará a respeito de ti; e tomar-te-hão nas mãos, para que nunca tropeces em alguma pedra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Tambem está escripto: Não tentarás o Senhor teu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Novamente o levou o diabo a um monte muito alto, e mostrou-lhe todos os reinos do mundo, e a gloria d'elles.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Tudo isto te darei se, prostrado, me adorares.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disse-lhe Jesus: Vae-te, Satanaz, porque está escripto: Ao Senhor teu Deus adorarás, e só a elle servirás.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diabo o deixou; e, eis-que chegaram os anjos, e o serviram.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ouvindo que João estava preso, voltou para a Galilea;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deixando Nazareth, foi habitar em Capernaum, cidade maritima, nos confins de Zabulon e Naphtali;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cumprisse o que foi dito pelo propheta Isaias, que diz: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 de Zabulon, e a terra de Naphtali, junto ao caminho do mar, além do Jordão, a Galilea das nações;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povo, assentado em trevas, viu uma grande luz; e para os que estavam assentados na região e raiou a luz.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então começou Jesus a prégar, e a dizer: Arrependei-vos, porque é chegado o reino dos céus.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andando junto ao mar da Galilea, viu a dois irmãos, Simão, chamado Pedro, e André, que lançavam as redes ao mar, porque eram pescadores: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Vinde após mim, e eu vos farei pescadores de homens.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elles, deixando logo as redes, seguiram-n'o.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adiantando-se d'ali, viu outros dois irmãos, Thiago, filho de Zebedeo, e João, seu irmão, n'um barco com seu pae Zebedeo, concertando as redes; e chamou-os;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Elles, deixando immediatamente o barco e seu pae, seguiram-n'o.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percorria Jesus toda a Galilea, ensinando nas suas synagogas e prégando o Evangelho do reino, e curando todas as enfermidades e molestias entre o povo.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fama correu por toda a Syria, e traziam-lhe todos os que padeciam, accommettidos de varias enfermidades e tormentos, os endemoninhados, os lunaticos, e os paralyticos, e elle os curava.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seguia-o uma grande multidão de gente da Galilea, de Decapolis, de Jerusalem, da Judea, e d'além do Jordão.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