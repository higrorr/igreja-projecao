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julgueis, para que não sejaes julgados.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 o juizo com que julgardes sereis julgados, e com a medida com que tiverdes medido hão de medir para vós.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porque reparas tu no argueiro que está no olho do teu irmão, e não vês a trave que está no teu olho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como dirás a teu irmão: Deixa-me tirar o argueiro do teu olho; e, eis uma trave no teu olho?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Hypocrita, tira primeiro a trave do teu olho, e então cuidarás em tirar o argueiro do olho do teu irmão.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deis aos cães as coisas sanctas, nem deiteis aos porcos as vossas perolas, não seja caso que as pizem com os pés, e, voltando-se, vos despedacem.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Pedi, e dar-se-vos-ha; buscae, e encontrareis; batei, e abrir-se-vos-ha.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aquelle que pede, recebe; e, o que busca, encontra; e, ao que bate, se abre.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 d'entre vós é o homem que, pedindo-lhe pão o seu filho, lhe dará uma pedra?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pedindo-lhe peixe, lhe dará uma serpente?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vós, pois, sendo maus, sabeis dar boas coisas aos vossos filhos, quanto mais vosso Pae, que está nos céus, dará bens aos que lh'os pedirem?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tudo o que vós quereis que os homens vos façam, fazei-lh'o tambem vós, porque esta é a lei e os prophetas.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Entrae pela porta estreita; porque larga é a porta, e espaçoso o caminho que conduz á perdição, e muitos são os que entram por elle;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estreita é a porta, e apertado o caminho que leva á vida, e poucos ha que o encontrem.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Acautelae-vos, porém, dos falsos prophetas, que veem para vós vestidos como ovelhas, mas interiormente são lobos devoradores.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seus fructos os conhecereis. Porventura colhem-se uvas dos espinheiros ou figos dos abrolhos?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Assim, toda a arvore boa produz bons fructos, e toda a arvore má produz fructos maus.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pode a arvore boa dar maus fructos; nem a arvore má dar fructos bons.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arvore que não dá bom fructo corta-se e lança-se no fogo.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assim, pelos seus fructos os conhecereis.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todo o que me diz: Senhor, Senhor! entrará no reino dos céus, mas aquelle que faz a vontade de meu Pae, que está nos céus.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me dirão n'aquelle dia: Senhor, Senhor, não prophetizámos nós em teu nome? e em teu nome não expulsámos demonios? e em teu nome não fizemos muitas maravilhas?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então lhes direi abertamente: Nunca vos conheci: apartae-vos de mim, vós que obraes a iniquidade.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aquelle, pois, que escuta estas minhas palavras e as pratica, assimilhal-o-hei ao homem prudente, que edificou a sua casa sobre a rocha;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desceu a chuva, e correram rios, e assopraram ventos, e combateram aquella casa, e não caiu, porque estava edificada sobre a rocha.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ouve estas minhas palavras, e as não executa, comparal-o-hei ao homem insensato, que edificou a sua casa sobre a areia;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desceu a chuva, e correram rios, e assopraram ventos, e combateram aquella casa, e caiu, e foi grande a sua queda.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concluindo Jesus este discurso, a multidão se admirou da sua doutrina,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ensinava como tendo auctoridade; e não como os escribas.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