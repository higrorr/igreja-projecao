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Jesus ia saindo do templo, approximaram-se d'elle os seus discipulos para lhe mostrarem a estructura do templo.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porém, lhes disse: Não vedes tudo isto? Em verdade vos digo que não ficará aqui pedra sobre pedra que não seja derribada.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estando assentado no monte das Oliveiras, chegaram-se a elle os seus discipulos em particular, dizendo: Dize-nos quando serão essas coisas, e que signal haverá da tua vinda e do fim do mundo?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Jesus, respondendo, disse-lhes: Acautelae-vos, que ninguem vos engane;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muitos virão em meu nome, dizendo: Eu sou o Christo; e seduzirão muitos.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ouvireis de guerras e de rumores de guerras; olhae não vos assusteis, porque é mister que isso tudo aconteça, mas ainda não é o fim.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se levantará nação contra nação, e reino contra reino, e haverá fomes, e pestes, e terremotos, em varios logares.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todas estas coisas são o principio de dôres.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vos hão de entregar para serdes atormentados, e matar-vos-hão: e sereis odiados de todas as gentes por causa do meu nome.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muitos serão escandalizados, e trahir-se-hão uns aos outros, e uns aos outros se aborrecerão,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surgirão muitos falsos prophetas, e enganarão muitos.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por se multiplicar a iniquidade, o amor de muitos esfriará.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aquelle que perseverar até ao fim será salvo.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 evangelho do reino será prégado em todo o mundo, em testemunho a todas as gentes, e então virá o fim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pois virdes que a abominação da desolação, de que fallou o propheta Daniel, está no logar sancto; quem lê, attenda;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Então, os que estiverem na Judea, fujam para os montes;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quem estiver sobre o telhado não desça a tirar alguma coisa da sua casa;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quem estiver no campo não volte atraz a buscar os seus vestidos.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ai das gravidas e das que amamentarem n'aquelles dias!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orae para que a vossa fuga não aconteça no inverno nem em sabbado;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haverá então grande afflicção, como nunca houve desde o principio do mundo até agora, nem tão pouco ha de haver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aquelles dias não fossem abreviados, nenhuma carne se salvaria; mas por causa dos escolhidos serão abreviados aquelles dias.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24:23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Então, se alguem vos disser: Eis que o Christo está aqui, ou ali, não deis credito;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24:24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surgirão falsos christos e falsos prophetas, e farão tão grandes signaes e prodigios que, se possivel fôra, enganariam até os escolhidos.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24:25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eu vol-o tenho predito.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24:26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se vos disserem: Eis que elle está no deserto, não saiaes; Eis que elle está nas camaras; não acrediteis.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24:27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como o relampago sae do oriente e apparece até ao occidente, assim será tambem a vinda do Filho do homem.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24:28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onde estiver o cadaver, ahi se ajuntarão as aguias.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24:29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logo depois da afflicção d'aquelles dias, o sol escurecerá, e a lua não dará o seu resplendor, e as estrellas cairão do céu, e as potencias dos céus serão abaladas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24:30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apparecerá no céu o signal do Filho do homem; e todas as tribus da terra se lamentarão, e verão o Filho do homem, vindo sobre as nuvens do céu, com poder e grande gloria.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24:31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enviará os seus anjos com rijo clamor de trombeta, e ajuntarão os seus escolhidos desde os quatro ventos, de uma á outra extremidade dos céus.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24:32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Aprendei pois esta parabola da figueira: Quando já o seu ramo se torna tenro e brota folhas, sabeis que está proximo o verão.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24:33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Egualmente, quando virdes todas estas coisas, sabei que está proximo ás portas.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24:34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verdade vos digo que não passará esta geração sem que todas estas coisas aconteçam.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24:35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céu e a terra passarão, mas as minhas palavras não hão de passar.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24:36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d'aquelle dia e hora ninguem sabe, nem os anjos do céu, mas unicamente meu Pae.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24:37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como foi nos dias de Noé, assim será tambem a vinda do Filho do homem.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24:38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como, nos dias anteriores ao diluvio, comiam, bebiam, casavam e davam-se em casamento, até ao dia em que Noé entrou na arca,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24:39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o conheceram, até que veiu o diluvio, e os levou a todos,--assim será tambem a vinda do Filho do homem.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24:40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Então, dois estarão no campo; será levado um, e deixado outro.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24:41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Duas estarão moendo no moinho; será levada uma, e deixada outra.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24:42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Vigiae, pois, porque não sabeis a que hora ha de vir o vosso Senhor: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24:43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considerae isto: se o pae de familia soubesse a que vigilia da noite havia de vir o ladrão, vigiaria e não deixaria minar a sua casa.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24:44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isso, estae vós apercebidos tambem; porque o Filho do homem ha de vir á hora em que não penseis.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24:45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é pois o servo fiel e prudente, que o Senhor constituiu sobre os seus servos, para lhes dar o sustento a seu tempo?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24:46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Bemaventurado aquelle servo que o Senhor, quando vier, achar fazendo assim.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24:47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verdade vos digo que o porá sobre todos os seus bens.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24:48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se aquelle mau servo disser comsigo: O meu senhor tarde virá;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24:49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começar a espancar os seus conservos, e a comer e beber com os temulentos,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24:50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Virá o senhor d'aquelle servo n'um dia em que o não espera, e á hora em que elle não sabe,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24:51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separal-o-ha, e porá a sua parte com os hypocritas: ali haverá pranto e ranger de dentes.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