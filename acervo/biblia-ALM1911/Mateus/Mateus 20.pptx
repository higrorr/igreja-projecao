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reino dos céus é similhante a um homem, pae de familia, que saiu de madrugada a assalariar trabalhadores para a sua vinha.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ajustando com os trabalhadores a um dinheiro por dia, mandou-os para a sua vinha.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perto da hora terceira, viu outros que estavam ociosos na praça,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Ide vós tambem para a vinha, e dar-vos-hei o que fôr justo. E elles foram.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Saindo outra vez, perto da hora sexta e nona, fez o mesmo.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perto da hora undecima, encontrou outros que estavam ociosos, e diz-lhes: Porque estaes ociosos todo o dia?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Dizem-lhe elles: Porque ninguem nos assalariou. Diz-lhes elle: Ide vós tambem para a vinha, e recebereis o que fôr justo.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approximando-se a noite, diz o senhor da vinha ao seu mordomo: Chama os trabalhadores, e paga-lhes o jornal, começando desde os derradeiros até aos primeiros.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os que tinham ido perto da hora undecima, receberam um dinheiro cada 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Chegando, porém, os primeiros, cuidaram que haviam de receber mais; e tambem receberam um dinheiro cada um;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recebendo-o, murmuravam contra o pae de familia,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Estes derradeiros trabalharam só uma hora, e tu os egualaste comnosco, que supportámos a fadiga e a calma do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 a um d'elles: Amigo, não te faço aggravo; não ajustaste tu comigo por um dinheiro?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que é teu, e retira-te; eu quero dar a este derradeiro tanto como a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me é licito fazer o que quizer do que é meu? Ou é mau o teu olho porque eu sou bom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derradeiros serão primeiros, e os primeiros derradeiros; porque muitos são chamados, mas poucos escolhidos.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subindo a Jerusalem, chamou de parte os seus doze discipulos, e no caminho disse-lhes: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subimos a Jerusalem, e o Filho do homem será entregue aos principes dos sacerdotes, e aos escribas, e condemnal-o-hão á morte.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entregarão aos gentios para que d'elle escarneçam, e o açoitem e crucifiquem; e ao terceiro dia resuscitará.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approximou d'elle a mãe dos filhos de Zebedeo, com seus filhos, adorando-o, e pedindo-lhe alguma coisa.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diz-lhe: Que queres? Diz-lhe ella: Dize que estes meus dois filhos se assentem, um á tua direita e outro á tua esquerda, no teu reino.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respondendo, disse: Não sabeis o que pedis; podeis vós beber o calix que eu hei de beber, e ser baptizados com o baptismo com que eu sou baptizado? Dizem-lhe elles: Podemos.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diz-lhes elle: Na verdade bebereis o meu calix e sereis baptizados com o baptismo com que eu sou baptizado, mas assentar-se á minha direita ou á minha esquerda não me pertence concedel-o, mas será para aquelles a quem meu Pae o tem preparado.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os dez ouviram isto, indignaram-se contra os dois irmãos.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chamando-os para junto de si, disse: Bem sabeis que os principes dos gentios os dominam, e que os grandes exercem auctoridade sobre 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será assim entre vós; mas todo aquelle que quizer entre vós fazer-se grande seja vosso servente;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entre vós quizer ser o primeiro seja vosso servo;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 Filho do homem não veiu para ser servido, mas a servir, e a dar a sua vida em resgate por muitos.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elles de Jericó, seguiu-o grande multidão,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dois cegos, assentados junto do caminho, ouvindo que Jesus passava, clamaram, dizendo: Senhor, Filho de David, tem misericordia de nós.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os reprehendia, para que se calassem; elles, porém, cada vez clamavam mais, dizendo: Senhor, Filho de David, tem misericordia de nós.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parando, chamou-os, e disse: Que quereis que vos faça?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elles: Senhor, que os nossos olhos sejam abertos.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movido de intima compaixão, tocou-lhe nos olhos, e logo viram; e o seguiram.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