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Jesus, tomando a palavra, tornou a fallar-lhes em parabolas,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reino dos céus é similhante a um certo rei que celebrou as bodas de seu filho;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os seus servos a chamar os convidados para as bodas; e não quizeram vir.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enviou outros servos, dizendo: Dizei aos convidados: Eisque tenho o meu jantar preparado, os meus bois e cevados já mortos, e tudo já prompto: vinde ás bodas.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elles, não fazendo caso, foram, um para o seu campo, outro para o seu trafico: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outros, apoderando-se dos servos, os ultrajaram e mataram.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rei, tendo noticia d'isto, encolerisou-se: e, enviando os seus exercitos, destruiu aquelles homicidas, e incendiou a sua 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diz aos servos: As bodas, na verdade, estão preparadas, mas os convidados não eram dignos.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pois ás saidas dos caminhos, e convidae para as bodas a todos os que encontrardes.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servos, saindo pelos caminhos, ajuntaram todos quantos encontraram, tanto maus como bons; e as bodas encheram-se de convidados.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rei, entrando para vêr os convidados, viu ali um homem que não estava trajado com vestido de bodas,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Amigo, como entraste aqui, não tendo vestido de bodas? E elle emmudeceu.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o rei aos servos: Amarrae-o de pés e mãos, levae-o, e lançae-o nas trevas exteriores: ali haverá pranto e ranger de dentes.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são chamados, mas poucos escolhidos.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retirando-se os phariseos, consultaram entre si como o surprehenderiam n'alguma palavra;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enviaram-lhe os seus discipulos, com os herodianos, dizendo: Mestre, bem sabemos que és verdadeiro, e ensinas o caminho de Deus, segundo a verdade, e de ninguem se te dá, porque não olhas á apparencia dos homens;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Dize-nos, pois, que te parece? É licito pagar o tributo a Cesar, ou não?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conhecendo a sua malicia, disse: Porque me experimentaes, hypocritas?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Mostrae-me a moeda do tributo. E elles lhe apresentaram um dinheiro.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diz-lhes: De quem é esta effigie e esta inscripção?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Dizem-lhe elles: De Cesar. Então elle lhes diz: Dae pois a Cesar o que é de Cesar, e a Deus o que é de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ouvindo isto, maravilharam-se, e, deixando-o, se retiraram.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dia chegaram junto d'elle os sadduceos, que dizem não haver resurreição, e o interrogaram,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Mestre, Moysés disse: Se morrer alguem, não tendo filhos, casará o seu irmão com a mulher d'elle, e suscitará descendencia a seu irmão: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houve entre nós sete irmãos; e o primeiro, tendo casado, morreu, e, não tendo descendencia, deixou sua mulher a seu irmão.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mesma sorte o segundo, e o terceiro, até ao setimo;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fim, depois de todos, morreu tambem a mulher.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na resurreição, de qual dos sete será a mulher, visto que todos a possuiram?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respondendo, disse-lhes: Erraes, não conhecendo as Escripturas, nem o poder de Deus;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resurreição nem casam nem se dão em casamento; mas serão como os anjos de Deus no céu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ácerca da resurreição dos mortos, não tendes lido o que Deus vos declarou, dizendo: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Deus d'Abrahão, o Deus d'Isaac, e o Deus de Jacob? Deus não é Deus dos mortos, mas dos vivos.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 turbas, ouvindo isto, ficaram maravilhadas da sua doutrina.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phariseos, ouvindo que fizera emmudecer os sadduceos, reuniram-se no mesmo logar;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d'elles, doutor da lei, interrogou-o para o experimentar, dizendo: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qual é o grande mandamento na lei?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disse-lhe: Amarás o Senhor teu Deus de todo o teu coração, e de toda a tua alma, e de todo o teu pensamento.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primeiro e grande mandamento.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segundo, similhante a este, é: Amarás o teu proximo como a ti mesmo.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dois mandamentos depende toda a lei e os prophetas.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reunidos os phariseos, interrogou-os Jesus,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Que pensaes vós do Christo? De quem é filho? Elles disseram-lhe: De David.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elle: Como é então que David, em espirito, lhe chama Senhor, dizendo: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Senhor ao meu Senhor: Assenta-te á minha direita, até que eu ponha os teus inimigos por escabello de teus pés.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David pois lhe chama Senhor, como é seu filho?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podia responder-lhe uma palavra: nem desde aquelle dia ousou mais alguem interrogal-o.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