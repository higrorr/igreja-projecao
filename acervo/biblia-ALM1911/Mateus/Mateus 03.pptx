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n'aquelles dias, appareceu João Baptista prégando no deserto da Judea,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dizendo: Arrependei-vos, porque é chegado o reino dos céus;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é este o annunciado pelo propheta Isaias, que disse: Voz do que clama no deserto: preparae o caminho do Senhor, endireitae as suas veredas.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João tinha o seu vestido de pellos de camelo, e um cinto de coiro em torno de seus lombos; e alimentava-se de gafanhotos e mel silvestre.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ia ter com elle Jerusalem, e toda a Judea, e toda a provincia adjacente ao Jordão,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eram por elle baptizados no rio Jordão, confessando os seus peccados.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elle muitos dos phariseos e dos sadduceos, que vinham ao seu baptismo, dizia-lhes: Raça de viboras, quem vos ensinou a fugir da ira futura?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Produzi pois fructos dignos de arrependimento;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presumaes de vós mesuros, dizendo: Temos por pae a Abrahão; porque eu vos digo que mesmo d'estas pedras Deus pode suscitar filhos a Abrahão.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agora está posto o machado á raiz das arvores; toda a arvore, pois, que não produz bom fructo, é cortada e lançada no fogo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eu, em verdade, vos baptizo com agua, para o arrependimento; mas aquelle que vem após mim, é mais poderoso do que eu; cujas alparcas não sou digno de levar; elle vos baptizará com o Espirito Sancto, e com fogo.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sua mão tem a pá, e limpará a sua eira, e recolherá no celleiro o seu trigo, e queimará a palha com fogo que nunca se apagará.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Jesus da Galilea a João, junto do Jordão, para ser baptizado por elle,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João oppunha-se-lhe, porém, dizendo: Eu careço de ser baptizado por ti, e vens tu a mim?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porém, respondendo, disse-lhe: Deixa por agora, porque assim nos convem cumprir toda a justiça. Então elle o deixou.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Jesus baptizado, saiu logo da agua, e eis-que se lhe abriram os céus, e viu o Espirito de Deus descendo como pomba e vindo sobre elle.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eis que uma voz dos céus dizia: Este é o meu Filho amado, em quem me comprazo.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