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Guardae-vos de fazer a vossa esmola diante dos homens, para serdes vistos por elles: aliás não tereis galardão junto de vosso Pae, que está nos céus.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pois deres esmola, não faças tocar trombeta adiante de ti, como fazem os hypocritas nas synagogas e nas ruas, para serem glorificados pelos homens. Em verdade vos digo que já receberam o seu galardão.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quanto tu deres esmola, não saiba a tua mão esquerda o que faz a tua direita;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a tua esmola seja dada occultamente: e teu Pae, que vê em segredo, te recompensará publicamente.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orares, não sejas como os hypocritas; pois se comprazem em orar em pé nas synagogas, e ás esquinas das ruas, para serem vistos pelos homens. Em verdade vos digo que já receberam o seu galardão.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tu, quando orares, entra no teu aposento, e, fechando a tua porta, ora a teu Pae que está em occulto; e teu Pae, que vê secretamente, te recompensará.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orando, não useis palavras vãs, como os gentios, que pensam que por muito fallarem serão ouvidos.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vos assimilheis pois a elles; porque vosso Pae sabe o que vos é necessario, antes de vós lh'o pedirdes.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vós orareis assim: Pae nosso, que estás nos céus, sanctificado seja o teu nome;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Venha o teu reino, seja feita a tua vontade, assim na terra como no céu;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pão nosso de cada dia nos dá hoje;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perdoa-nos as nossas dividas, assim como nós perdoamos aos nossos devedores;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nos induzas á tentação; mas livra-nos do mal; porque teu é o reino, e o poder, e a gloria, para sempre. Amen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se perdoardes aos homens as suas offensas, tambem vosso Pae celestial vos perdoará a vós;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6:15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Se, porém, não perdoardes aos homens as suas offensas, tambem vosso Pae vos não perdoará as vossas offensas.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6:16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jejuaes, não vos mostreis contristados como os hypocritas; porque desfiguram os seus rostos, para que aos homens pareça que jejuam. Em verdade vos digo que já receberam o seu galardão.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6:17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tu, quando jejuares, unge a tua cabeça, e lava o teu rosto.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6:18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não parecer aos homens que jejuas, mas a teu Pae, que está em occulto; e teu Pae, que vê em occulto, te recompensará.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6:19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ajunteis thesouros na terra, onde a traça e a ferrugem tudo consomem, e onde os ladrões minam e roubam;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6:20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ajuntae thesouros no céu, onde nem a traça nem a ferrugem corrompe, e onde os ladrões não minam nem roubam.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6:21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onde estiver o vosso thesouro, ahi estará tambem o vosso coração.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6:22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candeia do corpo é o olho; de sorte que, se o teu olho fôr bom, todo o teu corpo terá luz;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6:23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Se, porém, o teu olho fôr mau, o teu corpo será tenebroso. Se, portanto, a luz que em ti ha são trevas, quão grandes serão as trevas!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6:24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Ninguem pode servir a dois senhores; porque ou ha de odiar um e amar o outro, ou se dedicará a um e desprezará o outro. Não podeis servir a Deus e a Mammon.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6:25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vos digo: Não andeis cuidadosos emquanto á vossa vida, pelo que haveis de comer ou pelo que haveis de beber; nem, emquanto ao vosso corpo, pelo que haveis de vestir. Não é a vida mais do que o mantimento, e o corpo mais do que o vestido?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6:26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Olhae para as aves do céu, que nem semeiam, nem segam, nem ajuntam em celleiros; e vosso Pae celestial as alimenta. Não tendes vós muito mais valor do que ellas?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6:27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qual de vós poderá, com todos os seus cuidados, accrescentar um covado á sua estatura?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6:28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emquanto ao vestido, porque andaes solicitos? Olhae para os lirios do campo, como elles crescem: não trabalham nem fiam;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6:29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vos digo que nem mesmo Salomão, em toda a sua gloria, se vestiu como qualquer d'elles.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6:30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Pois, se Deus assim enfeita a herva do campo, que hoje existe e ámanhã é lançada no forno, não vos vestirá muito mais a vós, homens de pouca fé?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6:31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andeis pois inquietos, dizendo: Que comeremos, ou que beberemos, ou com que nos vestiremos?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6:32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(Porque todas estas coisas os gentios procuram) Pois vosso Pae celestial bem sabe que necessitaes de todas estas coisas;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6:33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buscae primeiro o reino de Deus, e a sua justiça, e todas estas coisas vos serão accrescentadas.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Mateus 6:34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vos inquieteis pois pelo dia d'ámanhã, porque o dia d'ámanhã cuidará de si mesmo. Basta a cada dia o seu mal.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