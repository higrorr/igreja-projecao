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da geração de Jesus Christo, filho de David, filho d'Abrahão.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Abrahão gerou a Isaac; e Isaac gerou a Jacob; e Jacob gerou a Judas e a seus irmãos;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Judas gerou de Tamar a Fares e a Zara; e Fares gerou a Esrom; e Esrom gerou a Arão;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Arão gerou a Aminadab; e Aminadab gerou a Naason; e Naason gerou a Salmon;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Salmon gerou de Rachab a Booz, e Booz gerou de Ruth a Obed; e Obed gerou a Jessé;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Jessé gerou ao rei David; e o rei David gerou a Salomão, da que foi mulher de Urias;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Salomão gerou a Roboão; e Roboão gerou a Abia; e Abia gerou a Asa;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Asa gerou a Josaphat; e Josaphat gerou a Jorão; e Jorão gerou a Ozias;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Ozias gerou a Joathão; e Joathão gerou a Achaz; e Achaz gerou a Ezequias;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gerou a Manassés; e Manassés gerou a Amon; e Amon gerou a Josias;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Josias gerou a Jechonias e a seus irmãos na deportação para a Babylonia.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da deportação para a Babylonia, Jechonias gerou a Salathiel; e Salathiel gerou a Zorobabel;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Zorobabel gerou a Abiud; e Abiud gerou a Eliakim; e Eliakim gerou a Azor;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Azor gerou a Sadoc; e Sadoc gerou a Achim; e Achim gerou a Eliud;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Eliud gerou a Eleazar; e Eleazar gerou a Matthan; e Matthan gerou a Jacob;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gerou a José, marido de Maria, da qual nasceu Jesus, que se chama o Christo.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todas as gerações, desde Abrahão até David, são quatorze gerações; e desde David até á deportação para a Babylonia, quatorze gerações; e desde a deportação para a Babylonia até o Christo, quatorze gerações.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nascimento de Jesus Christo foi assim: Estando Maria, sua mãe, desposada com José, antes de se ajuntarem, achou-se gravida do Espirito Sancto.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José, seu marido, como era justo, e a não queria infamar, intentou deixal-a secretamente.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projectando elle isto, eis que n'um sonho lhe appareceu um anjo do Senhor, dizendo: José, filho de David, não temas receber a Maria tua mulher, porque o que n'ella está gerado é do Espirito Sancto;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dará á luz um filho e chamarás o seu nome Jesus; porque elle salvará o seu povo dos seus peccados.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 aconteceu para que se cumprisse o que foi dito da parte do Senhor, pelo propheta, que diz: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virgem conceberá e dará á luz um filho, e chamal-o-hão pelo nome Emmanuel, que traduzido é: Deus comnosco.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José, despertando do sonho, fez como o anjo do Senhor lhe ordenára, e recebeu a sua mulher;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 conheceu até que deu á luz o seu filho, o primogenito; e poz-lhe por nome Jesus.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