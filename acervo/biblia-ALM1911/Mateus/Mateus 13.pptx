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tendo saido da casa n'aquelle dia, estava assentado junto ao mar;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ajuntou-se muita gente ao pé d'elle, de sorte que, entrando n'um barco, se assentou; e toda a multidão estava em pé na praia.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fallou-lhe de muitas coisas por parabolas, dizendo: Eis que o semeador saiu a semear.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semeava, uma parte da semente caiu ao pé do caminho, e vieram as aves, e comeram-n'a;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parte caiu em pedregaes, onde não havia terra bastante, e logo nasceu, porque não tinha terra funda;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vindo o sol, queimou-se, e seccou-se, porque não tinha raiz.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caiu em espinhos, e os espinhos cresceram, e suffocaram-n'a.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caiu em boa terra, e deu fructo: um grão produziu cem, outro sessenta e outro trinta.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tem ouvidos para ouvir, oiça.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acercando-se d'elle os discipulos, disseram-lhe: Porque lhes fallas por parabolas?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respondendo, disse-lhes: Porque a vós é dado conhecer os mysterios do reino dos céus, mas a elles não é dado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áquelle que tem, se dará, e terá em abundancia; mas áquelle que não tem, até aquillo que tem lhe será tirado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lhes fallo por parabolas; porque elles, vendo, não vêem; e, ouvindo, não ouvem nem comprehendem.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n'elles se cumpre a prophecia d'Isaias, que diz: Ouvindo, ouvireis, mas não comprehendereis, e, vendo, vereis, mas não percebereis.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coração d'este povo está endurecido, e ouviram de mau grado com seus ouvidos, e fecharam seus olhos; para que não vejam com os olhos, e oiçam com os ouvidos, e comprehendam com o coração, e se convertam, e eu os cure.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bemaventurados os vossos olhos, porque vêem, e os vossos ouvidos, porque ouvem.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verdade vos digo que muitos prophetas e justos desejaram vêr o que vós vedes, e não o viram; e ouvir o que vós ouvis e não o ouviram,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Escutae vós pois a parabola do semeador.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alguem a palavra do reino, e não a entendendo, vem o maligno, e arrebata o que foi semeado no seu coração; este é o que foi semeado ao pé do caminho;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que foi semeado em pedregaes é o que ouve a palavra, e logo a recebe com alegria;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tem raiz em si mesmo, antes é temporão; e, chegada a angustia e a perseguição por causa da palavra, logo se offende;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foi semeado em espinhos é o que ouve a palavra, mas os cuidados d'este mundo, e a seducção das riquezas, suffocam a palavra, e fica infructifera;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foi semeado em boa terra é o que ouve e comprehende a palavra; e dá fructo, e um produz cem, outro sessenta, e outro trinta.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Propoz-lhes outra parabola, dizendo: O reino dos céus é similhante ao homem que semeia boa semente no seu campo;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dormindo os homens, veiu o seu inimigo, e semeou joio no meio do trigo, e retirou-se.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 herva cresceu e fructificou, appareceu tambem o joio.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servos do pae de familia, indo ter com elle, disseram-lhe: Senhor, não semeaste tu no teu campo boa semente? Porque tem então joio?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Um homem inimigo é que fez isso. E os servos lhe disseram: Queres pois que vamos colhel-o?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lhes disse: Não; para que ao colher o joio não arranqueis tambem o trigo com elle.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Deixae crescer ambos juntos até á ceifa; e, por occasião da ceifa, direi aos ceifeiros: Colhei primeiro o joio, e atae-o em molhos para o queimar; mas o trigo ajuntae-o no meu celleiro.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Outra parabola lhes propoz, dizendo: O reino dos céus é similhante ao grão de mostarda que o homem, pegando d'elle, semeou no seu campo;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é realmente a mais pequena de todas as sementes; mas, crescendo, é a maior das plantas, e faz-se uma arvore, de sorte que veem as aves do céu, e se aninham nos seus ramos.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Outra parabola lhes disse: O reino dos céus é similhante ao fermento, que uma mulher, pegando d'elle, introduz em tres medidas de farinha, até que tudo esteja levedado.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isto disse Jesus por parabolas á multidão, e não lhes fallava sem parabolas;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 cumprisse o que fôra dito pelo propheta, que disse: Abrirei em parabolas a minha bocca; publicarei coisas occultas desde a fundação do mundo.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Jesus, despedindo a multidão, foi para casa. E chegaram ao pé d'elle os seus discipulos, dizendo: Explica-nos a parabola do joio do campo.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respondendo, disse-lhes: O que semeia a boa semente, é o Filho do homem;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campo é o mundo; e a boa semente são os filhos do reino; e o joio são os filhos do maligno;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inimigo, que o semeou, é o diabo; e a ceifa é o fim do mundo; e os ceifeiros são os anjos.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pois o joio é colhido e queimado no fogo, assim será na consummação d'este mundo.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Mandará o Filho do homem os seus anjos, e elles colherão do seu reino todos os escandalos, e os que commettem iniquidade.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lançal-os-hão na fornalha de fogo; ali haverá pranto e ranger de dentes.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justos resplandecerão como o sol, no reino de seu Pae. Quem tem ouvidos para ouvir, oiça.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reino dos céus é similhante a um thesouro escondido n'um campo, que um homem achou e escondeu; e, pelo gozo d'elle, vae, vende tudo quanto tem, e compra aquelle campo.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Outrosim o reino dos céus é similhante ao homem, negociante, que busca boas perolas;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encontrando uma perola de grande valor, foi, vendeu tudo quanto tinha, e comprou-a.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Egualmente o reino dos céus é similhante a uma rede lançada ao mar, e que prende toda a qualidade de peixes.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cheia, os pescadores a puxam para a praia; e, assentando-se, apanham para os cestos os bons; os ruins, porém, lançam fóra.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será na consummação dos seculos: virão os anjos, e separarão os maus d'entre os justos.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lançal-os-hão na fornalha de fogo: ali haverá pranto e ranger de dentes.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Jesus: Entendestes todas estas coisas? Disseram-lhe elles: Sim, Senhor.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disse-lhes: Por isso, todo o escriba instruido ácerca do reino dos céus é similhante a um pae de familia, que tira dos seus thesouros coisas novas e velhas.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Jesus, concluindo estas parabolas, se retirou d'ali.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á sua patria, ensinava-os na synagoga d'elles, de sorte que se maravilhavam, e diziam: D'onde veiu a este a sabedoria, e estas maravilhas?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este o filho do carpinteiro? e não se chama sua mãe Maria, e seus irmãos Thiago, e José, e Simão, e Judas?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estão entre nós todas as suas irmãs? D'onde lhe veiu pois tudo isto?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escandalizavam-se n'elle. Jesus, porém, lhes disse: Não ha propheta sem honra, senão na sua patria e na sua casa.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13:58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fez ali muitas maravilhas, por causa da incredulidade d'elles.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