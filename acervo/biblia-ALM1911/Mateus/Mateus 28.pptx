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fim do sabbado, quando já começava a despontar para o primeiro dia da semana, Maria Magdalena e a outra Maria foram vêr o sepulchro;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houvera um grande terremoto, porque o anjo do Senhor, descendo do céu, chegou, e revolveu a pedra da porta, e estava assentado sobre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aspecto era como um relampago, e o seu vestido branco como neve.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guardas, com medo d'elle, ficaram muito assombrados, e tornaram-se como mortos.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anjo, fallando, disse ás mulheres: Vós não tenhaes medo; pois eu sei que buscaes a Jesus, que foi crucificado.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está aqui, porque já resuscitou, como havia dito. Vinde, vêde o logar onde o Senhor jazia.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ide immediatamente, e dizei aos seus discipulos que já resuscitou dos mortos. E eis que elle vae adiante de vós para a Galilea; ali o vereis. Eis que eu vol-o tenho dito.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ellas pressurosamente do sepulchro, com temor e grande alegria, correram a annuncial-o aos seus discipulos;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ellas annuncial-o aos seus discipulos, eis que Jesus lhes sae ao encontro, dizendo: Eu vos saúdo. E ellas, chegando, abraçaram os seus pés, e o adoraram.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Jesus disse-lhes: Não temaes; ide, e annunciae a meus irmãos que vão a Galilea, e lá me verão.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ellas, eis que alguns da guarda, chegando á cidade, annunciaram aos principes dos sacerdotes todas as coisas que haviam acontecido.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congregados elles com os anciãos, e tomando conselho entre si, deram muito dinheiro aos soldados,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Dizei: Vieram de noite os seus discipulos e, dormindo nós, o furtaram;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isto chegar a ser ouvido pelo presidente, nós o persuadiremos, e vos poremos em segurança.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recebendo o dinheiro, fizeram como estavam instruidos. E foi divulgado este dito entre os judeos, até ao dia d'hoje.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onze discipulos partiram para Galilea, para o monte, que Jesus lhes tinha destinado.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viram o adoraram; mas alguns duvidaram.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 Jesus, fallou-lhes, dizendo: É-me dado todo o poder no céu e na terra.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ide, ensinae todas as nações, baptizando-as em nome do Pae, e do Filho e do Espirito Sancto;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Ensinando-as a guardar todas as coisas que eu vos tenho mandado; e eis que eu estou comvosco todos os dias, até á consummação do mundo.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