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ao pé de Jesus uns escribas e phariseos de Jerusalem,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transgridem os teus discipulos a tradição dos anciãos? pois não lavam as mãos quando comem pão.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disse-lhes: Porque transgredis vós tambem o mandamento de Deus pela vossa tradição?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ordenou, dizendo: Honra a teu pae e a tua mãe; e: Quem maldisser ao pae ou á mãe, morra de morte.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dizeis: Qualquer que disser ao pae ou á mãe: É offerta ao Senhor o que poderias aproveitar de mim; desobrigado fica. Esse não honrará de modo algum nem a seu pae nem a sua mãe,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invalidastes, pela vossa tradição, o mandamento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Hypocritas, bem prophetizou Isaias a vosso respeito, dizendo: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povo honra-me com os seus labios, mas o seu coração está longe de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em vão me veneram, ensinando doutrinas que são preceitos dos homens.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a si a multidão, disse-lhes: Ouvi, e entendei: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contamina o homem não é o que entra na bocca, mas o que sae da bocca isso é o que contamina o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acercando-se d'elle os seus discipulos, disseram-lhe: Sabes que os phariseos, ouvindo essas palavras, se escandalizaram?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disse: Toda a planta, que meu Pae celestial não plantou, será arrancada.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Deixae-os: são conductores cegos de cegos: ora, se um cego guiar outro cego, ambos cairão na cova.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tomando a palavra, disse-lhe: Explica-nos essa parabola.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disse: Até vós mesmos estaes ainda sem entender?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não comprehendeis que tudo o que entra pela bocca desce para o ventre, e é evacuado?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sae da bocca, procede do coração, e isso contamina o homem.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 coração procedem os maus pensamentos, mortes, adulterios, fornicações, furtos, falsos testemunhos e blasphemias.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estas coisas que contaminam o homem; comer, porém, sem lavar as mãos não contamina o homem.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Jesus d'ali, foi para as partes de Tyro e de Sidon.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mulher cananea, que saira d'aquellas cercanias, clamou, dizendo: Senhor, Filho de David, tem misericordia de mim, que minha filha está miseravelmente endemoninhada.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não lhe respondeu palavra. E os seus discipulos, chegando ao pé d'elle, rogaram-lhe, dizendo: Despede-a, que vem gritando após nós.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respondendo, disse: Eu não sou enviado senão ás ovelhas perdidas da casa d'Israel.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chegou ella, e adorou-o, dizendo: Senhor, soccorre-me.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disse: Não é bom pegar no pão dos filhos e deital-o aos cachorrinhos.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Sim, Senhor, mas tambem os cachorrinhos comem das migalhas que caem da mesa dos seus senhores.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Jesus, e disse-lhe: O mulher! grande é a tua fé: seja-te feito como tu desejas. E desde aquella mesma hora a sua filha ficou sã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partindo d'ali, chegou ao pé do mar da Galilea, e, subindo a um monte, assentou-se ali.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ter com elle muito povo, que trazia côxos, cegos, mudos, aleijados, e outros muitos: e os pozeram aos pés de Jesus, e elle os sarou: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tal sorte, que a multidão se maravilhou vendo os mudos a fallar, os aleijados sãos, os côxos a andar, e os cegos a ver; e glorificava o Deus d'Israel.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chamando os seus discipulos, disse: Tenho intima compaixão da multidão, porque já está comigo ha tres dias, e não tem que comer; e não quero despedil-a em jejum, para que não desfalleça no caminho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disseram-lhe: D'onde nos viriam no deserto tantos pães, para saciar tal multidão?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disse-lhes: Quantos pães tendes? E elles disseram: Sete, e uns poucos de peixinhos.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á multidão que se assentasse no chão.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os sete pães e os peixes, e dando graças, partiu-os, e deu-os aos seus discipulos, e os discipulos á multidão.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comeram e se saciaram; e levantaram, do que sobejou dos pedaços, sete cestos cheios.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os que tinham comido eram quatro mil homens, além de mulheres e creanças.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despedido a multidão, entrou no barco, e dirigiu-se ao territorio de Magdala.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