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Jesus á multidão, e aos seus discipulos,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Na cadeira de Moysés estão assentados os escribas e phariseos.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Observae, pois, e practicae tudo o que vos disserem; mas não procedaes em conformidade com as suas obras, porque dizem e não praticam: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atam fardos pesados e difficeis de supportar, e os põem aos hombros dos homens; elles, porém, nem com o dedo querem movel-os;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fazem todas as obras a fim de serem vistos pelos homens; pois trazem largas phylacterias, e estendem as franjas dos seus vestidos,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amam os primeiros logares nas ceias e as primeiras cadeiras nas synagogas,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saudações nas praças, e o serem chamados pelos homens--Rabbi, Rabbi.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porém, não queiraes ser chamados Rabbi, porque um só é o vosso Mestre, a saber, o Christo: e todos vós sois irmãos.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ninguem na terra chameis vosso pae, porque um só é o vosso Pae, o qual está nos céus.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vos chameis mestres, porque um só é o vosso Mestre, que é o Christo.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maior d'entre vós será vosso servo.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a si mesmo se exaltar será humilhado; e o que a si mesmo se humilhar será exaltado.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de vós, escribas e phariseos, hypocritas! pois que fechaes aos homens o reino dos céus; porque nem vós entraes nem deixaes entrar aos que entram.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devoraes as casas das viuvas, e isto com pretexto de prolongadas orações; por isso soffrereis mais rigoroso juizo.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percorreis o mar e a terra para fazer um proselyto; e, depois de o terdes feito, o fazeis filho do inferno duas vezes mais do que vós.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conductores cegos! pois que dizeis: Qualquer que jurar pelo templo isso nada é; mas o que jurar pelo oiro do templo é devedor.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Insensatos e cegos! Pois qual é maior: o oiro, ou o templo, que sanctifica o oiro?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jurar pelo altar isso nada é; mas aquelle que jurar pela offerta que está sobre o altar é devedor.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Insensatos e cegos! Pois qual é maior: a offerta, ou o altar, que sanctifica a offerta?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o que jurar pelo altar jura por elle e por tudo o que sobre elle está: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jurar pelo templo jura por elle e por aquelle que n'elle habita: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jurar pelo céu jura pelo throno de Deus e por aquelle que está assentado n'elle.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dizimaes a hortelã, o endro e o cominho, e desprezaes o mais importante da lei, o juizo, a misericordia e a fé: deveis, porém, fazer estas coisas, e não omittir aquellas.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Conductores cegos! que coaes o mosquito e engulis o camelo.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limpaes o exterior do copo e do prato, mas o interior está cheio de rapina e iniquidade.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Phariseo cego! limpa primeiro o interior do copo e do prato, para que tambem o exterior fique limpo.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sois similhantes aos sepulchros caiados, que por fóra realmente parecem formosos, mas interiormente estão cheios d'ossos de mortos e de toda a immundicia.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 exteriormente pareceis justos aos homens, mas interiormente estaes cheios de hypocrisia e iniquidade.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vós, escribas e phariseos, hypocritas! pois que edificaes os sepulchros dos prophetas e adornaes os monumentos dos justos.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dizeis: Se existissemos no tempo de nossos paes, nunca nos associariamos com elles para derramar o sangue dos prophetas.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vós mesmos testificaes que sois filhos dos que mataram os prophetas.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Enchei vós pois a medida de vossos paes.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Serpentes, raça de viboras! como escapareis da condemnação do inferno?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vos envio prophetas, sabios e escribas; e a uns d'elles matareis e crucificareis; e a outros d'elles açoitareis nas vossas synagogas e os perseguireis de cidade em cidade;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sobre vós caia todo o sangue justo, que foi derramado sobre a terra, desde o sangue d'Abel, o justo, até ao sangue de Zacharias, filho de Baraquias, que matastes entre o templo e o altar.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todas estas coisas hão de vir sobre esta geração.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Jerusalem, Jerusalem, que matas os prophetas, e apedrejas os que te são enviados! quantas vezes quiz eu ajuntar os teus filhos, como a gallinha ajunta os seus pintos debaixo das azas, e vós não quizestes!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vossa casa vae ficar-vos deserta;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vos digo que desde agora me não vereis mais, até que digaes: Bemdito o que vem em nome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