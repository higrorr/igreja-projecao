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chegando-se os phariseos e os sadduceos, e tentando-o, pediram-lhe que lhes mostrasse algum signal do céu.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elle, respondendo, disse-lhes: Quando é chegada a tarde, dizeis: Haverá bom tempo, porque o céu está rubro.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pela manhã: Hoje haverá tempestade, porque o céu está de um vermelho sombrio. Hypocritas, sabeis differençar a face do céu, e não sabeis differençar os signaes dos tempos?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Uma geração má e adultera pede um signal, e nenhum signal lhe será dado, senão o signal do propheta Jonas. E, deixando-os, retirou-se.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passando seus discipulos para a outra banda, tinham-se esquecido de fornecer-se de pão.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 disse-lhes: Adverti, e acautelae-vos do fermento dos phariseos e sadduceos.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 arrazoavam entre si, dizendo: É porque não nos fornecemos de pão.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Jesus, conhecendo-o, disse: Porque arrazoaes entre vós, homens de pouca fé, sobre o não vos terdes fornecido de pão?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comprehendeis ainda, nem vos lembraes dos cinco pães para cinco mil homens, e de quantas alcofas levantastes?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dos sete pães para quatro mil, e de quantos cestos levantastes?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não entendestes que não vos fallei a respeito do pão, mas que vos guardasseis do fermento dos phariseos e sadduceos?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comprehenderam que não dissera que se guardassem do fermento do pão, mas da doutrina dos phariseos.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chegando Jesus ás partes de Cesarea de Philippo, interrogou os seus discipulos, dizendo: Quem dizem os homens ser o Filho do homem?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 disseram: Uns João Baptista, outros Elias, e outros Jeremias ou um dos prophetas.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Disse-lhes elle: E vós, quem dizeis que eu sou?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Simão Pedro, respondendo, disse: Tu és o Christo, o Filho de Deus vivo.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Jesus, respondendo, disse-lhe: Bemaventurado és tu, Simão Barjonas, porque t'o não revelou a carne e o sangue, mas meu Pae, que está nos céus.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tambem eu te digo que tu és Pedro, e sobre esta pedra edificarei a minha egreja, e as portas do inferno não prevalecerão contra ella: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 te darei as chaves do reino dos céus; e tudo o que ligares na terra será ligado nos céus, e tudo o que desligares na terra será desligado nos céus.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mandou aos seus discipulos que a ninguem dissessem que elle era Jesus o Christo.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Desde então começou Jesus a mostrar aos seus discipulos que convinha ir a Jerusalem, e padecer muito dos anciãos, e dos principaes dos sacerdotes, e dos escribas, e ser morto, e resuscitar ao terceiro dia.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16:22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Pedro, tomando-o de parte, começou a reprehendel-o, dizendo: Senhor, tem compaixão de ti; de modo nenhum te aconteça isso.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16:23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Elle, porém, voltando-se, disse a Pedro: Arreda-te de diante de mim, Satanaz, que me serves de escandalo; porque não comprehendes as coisas que são de Deus, mas só as que são dos homens.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16:24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Jesus aos seus discipulos: Se alguem quizer vir após mim, renuncie-se a si mesmo, tome sobre si a sua cruz, e siga-me;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16:25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aquelle que quizer salvar a sua vida, perdel-a-ha, e quem perder a sua vida por amor de mim, achal-a-ha.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16:26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que aproveita ao homem, se ganhar o mundo inteiro, e perder a sua alma? ou que dará o homem em recompensa da sua alma?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16:27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Filho do homem virá na gloria de seu Pae, com os seus anjos; e então dará a cada um segundo as suas obras.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16:28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verdade vos digo que alguns ha, dos que aqui estão, que não gostarão a morte até que vejam vir o Filho do homem no seu reino.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