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concluindo Jesus estes discursos, saiu da Galilea, e dirigiu-se aos confins da Judéa, dalem do Jordão;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seguiram-o muitas gentes, e curou-as ali.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chegaram ao pé d'elle os phariseos, tentando-o, e dizendo-lhe: É licito ao homem repudiar sua mulher por qualquer coisa?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respondendo, disse-lhes: Não tendes lido que aquelle que os fez no principio macho e femea os fez?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Portanto deixará o homem pae e mãe, e se unirá a sua mulher, e serão dois n'uma só carne.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não são mais dois, mas uma só carne. Portanto o que Deus ajuntou não o separe o homem.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elles: Então porque mandou Moysés dar-lhe carta de divorcio, e repudial-a?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elle: Moysés por causa da dureza dos vossos corações vos permittiu repudiar vossas mulheres; mas ao principio não foi assim.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vos digo, porém, que qualquer que repudiar sua mulher, não sendo por causa de fornicação, e casar com outra, commette adulterio; e o que casar com a repudiada tambem commette adulterio.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seus discipulos: Se assim é a condição do homem relativamente á mulher, não convem casar.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lhes disse: Nem todos podem receber esta palavra, mas só aquelles a quem foi concedido.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 eunuchos que assim nasceram do ventre da mãe; e ha eunuchos que foram castrados pelos homens; e ha eunuchos que se castraram a si mesmos por causa do reino dos céus. Quem pode receber isto, receba-o.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Trouxeram-lhe então alguns meninos, para que lhes impozesse as mãos, e orasse; mas os discipulos os reprehendiam.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disse: Deixae os meninos, e não os estorveis de vir a mim; porque de taes é o reino dos céus.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tendo-lhes imposto as mãos, partiu d'ali.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que, approximando-se d'elle um mancebo, disse-lhe: Bom Mestre, que bem farei, para conseguir a vida eterna?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disse-lhe: Porque me chamas bom? Não ha bom senão um só, que é Deus. Se queres, porém, entrar na vida, guarda os mandamentos.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elle: Quaes? E Jesus disse: Não matarás, não commetterás adulterio, não furtarás, não dirás falso testemunho;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teu pae e tua mãe, e amarás o teu proximo como a ti mesmo.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o mancebo: Tudo isso tenho guardado desde a minha mocidade; que me falta ainda?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Se queres ser perfeito, vae, vende tudo o que tens, dá aos pobres, e terás um thesouro no céu; e vem, e segue-me.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mancebo, ouvindo esta palavra, retirou-se triste, porque possuia muitas propriedades.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Jesus aos seus discipulos: Em verdade vos digo que difficilmente entrará um rico no reino dos céus.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 vos digo que é mais facil passar um camelo pelo fundo d'uma agulha do que entrar um rico no reino de Deus.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discipulos, ouvindo isto, admiraram-se muito, dizendo: Quem poderá pois salvar-se?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olhando para elles, disse-lhes: Aos homens é isso impossivel, mas a Deus tudo é possivel.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Pedro, tomando a palavra, disse-lhe: Eis que nós deixámos tudo, e te seguimos; qual será então o nosso galardão?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disse-lhes: Em verdade vos digo que vós, que me seguistes, na regeneração, quando o Filho do homem se assentar no throno da sua gloria, tambem vos assentareis sobre doze thronos, para julgar as doze tribus d'Israel.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aquelle que tiver deixado casas, ou irmãos, ou irmãs, ou pae, ou mãe, ou mulher, ou filhos, ou terras, por amor do meu nome, receberá cem vezes tanto, e herdará a vida eterna.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muitos primeiros serão os derradeiros, e muitos derradeiros serão os primeiros.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