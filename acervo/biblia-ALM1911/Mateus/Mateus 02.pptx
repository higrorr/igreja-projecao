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nascido Jesus em Bethlehem de Judéa, no tempo do rei Herodes, eis que uns magos vieram do oriente a Jerusalem,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Onde está aquelle que é nascido rei dos judeos? porque vimos a sua estrella no oriente, e viemos a adoral-o.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rei Herodes, ouvindo isto, perturbou-se, e toda Jerusalem com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congregados todos os principes dos sacerdotes, e os escribas do povo, perguntou-lhes onde havia de nascer o Christo.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Em Bethlehem de Judea; porque assim está escripto pelo propheta: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Bethlehem, terra de Judah, de modo nenhum és a menor entre as capitaes de Judah; porque de ti sairá o Guia que ha de apascentar o meu povo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Herodes, chamando secretamente os magos, inquiriu exactamente d'elles ácerca do tempo em que a estrella lhes apparecera.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enviando-os a Bethlehem, disse: Ide, e perguntae diligentemente pelo menino, e, quando o achardes, participae-m'o, para que tambem eu vá e o adore.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elles ouvido o rei, foram-se; e eis-que a estrella, que tinham visto no oriente, ia adiante d'elles, até que, chegando, se deteve sobre o logar onde estava o menino.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elles a estrella, alegraram-se muito com grande alegria.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na casa, acharam o menino com Maria sua mãe, e, prostrando-se, o adoraram; e, abrindo os seus thesouros, lhe offertaram dadivas: oiro, incenso e myrrha.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por divina revelação avisados em sonhos para que não voltassem para junto de Herodes, partiram para a sua terra por outro caminho.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tendo-se elles retirado, eis-que o anjo do Senhor appareceu a José em sonhos, dizendo: Levanta-te, e toma o menino e sua mãe, e foge para o Egypto, e demora-te lá até que eu te diga; porque Herodes ha de procurar o menino para o matar.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 elle, tomou o menino e sua mãe, de noite, e foi para o Egypto,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esteve lá até á morte de Herodes, para que se cumprisse o que foi dito da parte do Senhor pelo propheta, que diz: Do Egypto chamei o meu Filho.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Herodes, vendo que tinha sido illudido pelos magos, irritou-se muito, e mandou matar todos os meninos que havia em Bethlehem, e em todos os seus contornos, de edade de dois annos e menos, segundo o tempo que diligentemente inquirira dos magos.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cumpriu o que foi dito pelo propheta Jeremias, que diz: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Rama se ouviu uma voz, lamentação, choro e grande pranto: Rachel chorando os seus filhos, e não quiz ser consolada, porque já não existem.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Morto porém Herodes, eis que o anjo do Senhor appareceu n'um sonho a José no Egypto,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Levanta-te, e toma o menino e sua mãe, e vae para a terra d'Israel; porque já estão mortos os que procuravam a morte do menino.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elle se levantou, e tomou o menino e sua mãe, e foi para a terra d'Israel.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que Archelau reinava na Judea em logar de Herodes, seu pae, receiou ir para lá: mas avisado em sonho por divina revelação, foi para as partes da Galilea.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chegou, e habitou n'uma cidade chamada Nazareth, para que se cumprisse o que fôra dito pelos prophetas: Que se chamará Nazareno.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