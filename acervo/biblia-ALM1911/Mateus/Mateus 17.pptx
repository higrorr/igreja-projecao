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depois, Jesus levou comsigo a Pedro, e a Thiago, e a João, seu irmão, e os conduziu em particular a um alto monte,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transfigurou-se diante d'elles; e o seu rosto resplandeceu como o sol, e os seus vestidos se tornaram brancos como 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lhes appareceram Moysés e Elias, fallando com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tomando a palavra, disse a Jesus: Senhor, bom é estarmos aqui; se queres, façamos aqui tres tabernaculos, um para ti, um para Moysés, e um para Elias.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a fallar, eis que uma nuvem luminosa os cobriu. E eis que uma voz da nuvem disse: Este é o meu amado Filho, em quem me comprazo: escutae-o.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discipulos, ouvindo isto, cairam sobre seus rostos, e tiveram grande medo.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approximando-se-lhes, tocou-os, e disse: Levantae-vos; e não tenhaes medo.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erguendo elles os olhos, ninguem viram senão unicamente a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descendo elles do monte, Jesus lhes ordenou, dizendo: A ninguem conteis a visão, até que o Filho do homem seja resuscitado dos mortos.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o interrogaram, dizendo: Porque dizem então os escribas que é mister que Elias venha primeiro?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Em verdade Elias virá primeiro, e restaurará todas as coisas;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digo-vos que Elias já veiu, e não o conheceram, mas fizeram-lhe tudo o que quizeram. Assim padecerá tambem d'elles o Filho do homem.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entenderam os discipulos que lhes fallara de João Baptista.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chegaram á multidão, approximou-se-lhe um homem, pondo-se de joelhos diante d'elle, e dizendo: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tem misericordia de meu filho, que é lunatico e soffre muito; pois muitas vezes cae no fogo, e muitas vezes na agua;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trouxe-o aos teus discipulos; e não poderam cural-o.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disse: Ó geração incredula e perversa! até quando estarei eu comvosco, e até quando vos soffrerei? Trazei-m'o aqui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reprehendeu Jesus o demonio, e saiu d'elle, e desde aquella hora o menino sarou.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discipulos, approximando-se de Jesus em particular, disseram: Porque não podémos nós expulsal-o?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disse: Por causa da vossa pouca fé; porque em verdade vos digo que, se tivesseis fé como um grão de mostarda, dirieis a este monte: Passa d'aqui para acolá: e havia de passar; e nada vos seria impossivel.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esta casta de demonios não se expulsa senão pela oração e por jejum.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achando-se elles na Galilea, disse-lhes Jesus: O Filho do homem será entregue nas mãos dos homens;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matal-o-hão, e ao terceiro dia resuscitará. E elles se entristeceram muito.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elles a Capernaum, approximaram-se de Pedro os que cobravam as didrachmas, e disseram: O vosso mestre não paga as didrachmas?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elle: Sim. E, entrando em casa, Jesus se lhe antecipou, dizendo: Que te parece, Simão? De quem cobram os reis da terra os tributos, ou o censo? Dos seus filhos, ou dos alheios?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Pedro: Dos alheios. Disse-lhe Jesus: Logo, são livres os filhos: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para que os não escandalizemos, vae ao mar, lança o anzol, tira o primeiro peixe que subir, e, abrindo-lhe a bocca, encontrarás um státer; toma-o, e dá-o por mim e por ti.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