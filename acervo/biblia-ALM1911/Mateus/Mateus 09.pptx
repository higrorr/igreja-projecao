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no barco, passou para a outra banda, e chegou á sua cidade. E eis que lhe trouxeram um paralytico deitado n'uma cama.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a sua fé, disse ao paralytico: Filho, tem bom animo, perdoados te são os teus peccados.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alguns dos escribas diziam entre si: Elle blasphema.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Jesus, conhecendo os seus pensamentos, disse: Porque ajuizaes mal em vossos corações?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qual é mais facil? dizer: Perdoados te são os teus peccados; ou dizer: Levanta-te e anda?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para que saibaes que o Filho do homem tem na terra auctoridade para perdoar peccados (disse então ao paralytico): Levanta-te; toma a tua cama, e vae para tua casa.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levantando-se, foi para sua casa.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multidão, vendo isto, maravilhou-se, e glorificou a Deus, que dera tal auctoridade aos homens.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passando adiante d'ali, viu assentado na alfandega um homem, chamado Mattheus, e disse-lhe: Segue-me. E elle, levantando-se, o seguiu.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elle em casa assentado á mesa, chegaram muitos publicanos e peccadores, e assentaram-se juntamente á mesa com Jesus e seus discipulos.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phariseos, vendo isto, disseram aos seus discipulos: Porque come o vosso Mestre com os publicanos e peccadores?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ouvindo, disse-lhes: Não necessitam de medico os sãos, senão os doentes.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porém, e aprendei o que significa: Misericordia quero, e não sacrificio. Porque eu não vim para chamar os justos, mas os peccadores, ao arrependimento.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 ao pé d'elle os discipulos de João, dizendo: Porque jejuamos nós e os phariseos muitas vezes, e os teus discipulos não jejuam?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Jesus: Podem porventura andar tristes os filhos das bodas, emquanto o esposo está com elles? Dias, porém, virão em que lhes será tirado o esposo, e então jejuarão.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deita remendo de panno novo em vestido velho, porque similhante remendo rompe o vestido, e faz-se maior o rasgão;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deitam vinho novo em odres velhos; aliás rompem-se os odres, e entorna-se o vinho, e os odres estragam-se; mas deitam vinho novo em odres novos, e ambos se conservam.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Dizendo-lhes elle estas coisas, eis que chegou um principal, e o adorou, dizendo: Minha filha falleceu agora mesmo; mas vem, impõe-lhe a tua mão, e ella viverá.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levantando-se, seguiu-o, elle e os seus discipulos.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uma mulher que havia já doze annos padecia de um fluxo de sangue, chegando por detraz d'elle, tocou a orla do seu vestido;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 comsigo: Se eu tão sómente tocar o seu vestido, ficarei sã.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voltando-se, e vendo-a, disse: Tem animo, filha, a tua fé te salvou. E immediatamente a mulher ficou sã.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chegando a casa d'aquelle principal, e vendo os instrumentistas, e o povo em alvoroço,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Disse-lhes: Retirae-vos, que a menina não está morta, mas dorme. E riam-se d'elle.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o povo foi posto fóra, entrou, e pegou-lhe na mão, e a menina levantou-se.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espalhou-se aquella noticia por todo aquelle paiz.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Jesus d'ali, seguiram-o dois cegos, clamando, e dizendo: Tem compaixão de nós, filho de David.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chegou a casa, os cegos se approximaram d'elle; e Jesus disse-lhes: Credes vós que eu possa fazer isto? Disseram-lhe elles: Sim,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Tocou então os olhos d'elles, dizendo: Seja-vos feito segundo a vossa fé.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olhos se lhes abriram. E Jesus ameaçou-os, dizendo: Olhae não o saiba alguem.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tendo elle saido, divulgaram a sua fama por toda aquella terra.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havendo-se elles retirado, trouxeram-lhe um homem mudo e endemoninhado.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expulso o demonio, fallou o mudo; e a multidão se maravilhou, dizendo: Nunca tal se viu em Israel.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phariseos diziam: Elle expulsa os demonios pelo principe dos demonios.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percorria Jesus todas as cidades e aldeias, ensinando nas synagogas d'elles, e prégando o evangelho do reino, e curando todas as enfermidades e molestias entre o povo.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a multidão, teve grande compaixão d'elles, porque andavam desgarrados e errantes, como ovelhas que não teem pastor.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aos seus discipulos: A seara é realmente grande, mas poucos os ceifeiros.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Rogae pois ao Senhor da seara que mande ceifeiros para a sua seara.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