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chamando os seus doze discipulos, deu-lhes poder sobre os espiritos immundos, para os expulsarem, e curarem toda a enfermidade e todo o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os nomes dos doze apostolos são estes: O primeiro, Simão, chamado Pedro, e André, seu irmão; Thiago, filho de Zebedeo, e João, seu irmão;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Philippe e Bartholomeo; Thomé e Mattheus, o publicano; Thiago, filho de Alpheo, e Lebbeo, appellidado Thaddeo;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Simão Cananita, e Judas Iscariotes, o mesmo que o trahiu.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enviou estes doze, e lhes ordenou, dizendo: Não ireis pelo caminho das gentes, nem entrareis em cidade de samaritanos;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ide antes ás ovelhas perdidas da casa d'Israel;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indo, prégae, dizendo: É chegado o reino dos céus.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Curae os enfermos, purificae os leprosos, resuscitae os mortos, expulsae os demonios: de graça recebestes, de graça dae.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possuaes oiro, nem prata, nem cobre, em vossos cintos,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alforges para o caminho, nem duas tunicas, nem alparcas, nem bordão; porque digno é o operario do seu alimento.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 qualquer cidade ou aldeia em que entrardes, procurae saber quem n'ella seja digno, e hospedae-vos ahi até que vos retireis.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entrardes n'alguma casa, saudae-a;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casa fôr digna, desça sobre ella a vossa paz; porém, se não fôr digna, torne para vós a vossa paz.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ninguem vos receber, nem escutar vossas palavras, saindo d'aquella casa ou cidade, sacudi o pó dos vossos pés.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que, no dia do juizo, haverá menos rigor para o paiz de Sodoma e Gomorrah do que para aquella cidade.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vos envio como ovelhas ao meio de lobos; portanto sêde prudentes como as serpentes e simplices como as pombas.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Acautelae-vos, porém, dos homens; porque elles vos entregarão aos synhedrios, e vos açoitarão nas suas synagogas;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sereis até conduzidos á presença dos governadores e dos reis por causa de mim, para lhes servir de testemunho a elles e aos gentios.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quando vos entregaram, não estejaes cuidadosos de como, ou o que haveis de fallar, porque n'aquella mesma hora vos será ministrado o que haveis de dizer.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sois vós que fallaes, mas o Espirito de vosso Pae, que falla em vós.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irmão entregará á morte o irmão, e o pae o filho; e os filhos se levantarão contra os paes, e os matarão.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odiados de todos sereis por causa do meu nome: mas aquelle que perseverar até ao fim será salvo.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vos perseguirem n'esta cidade, fugi para outra; porque em verdade vos digo que não acabareis de percorrer as cidades d'Israel, sem que venha o Filho do homem.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o discipulo mais do que o mestre, nem o servo mais do que o seu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Baste ao discipulo ser como seu mestre, e ao servo como seu senhor. se chamaram Beelzebú ao pae de familia, quanto mais aos seus domesticos?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não os temaes; porque nada ha encoberto que não haja de revelar-se, nem occulto que não haja de saber-se.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vos digo em trevas dizei-o em luz; e o que escutaes ao ouvido prégae-o sobre os telhados.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temaes os que matam o corpo, e não podem matar a alma: temei antes aquelle que pode fazer perecer no inferno a alma e o corpo.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vendem dois passarinhos por um ceitil? e nenhum d'elles cairá em terra sem a vontade de vosso Pae.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mesmo os cabellos da vossa cabeça estão todos contados.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temaes pois: mais valeis vós do que muitos passarinhos.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qualquer que me confessar diante dos homens, eu o confessarei diante de meu Pae, que está nos céus.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qualquer que me negar diante dos homens, eu o negarei tambem diante de meu Pae, que está nos céus.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cuideis que vim trazer a paz á terra; não vim trazer a paz, mas a espada;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vim pôr em dissensão o homem contra seu pae, e a filha contra sua mãe, e a nora contra sua sogra;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serão os inimigos do homem os que são seus familiares.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ama o pae ou a mãe mais do que a mim não é digno de mim; e quem ama o filho ou a filha mais do que a mim não é digno de mim.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não toma a sua cruz, e não segue após mim, não é digno de mim.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achar a sua vida perdel-a-ha; e quem perder a sua vida por amor de mim achal-a-ha.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vos recebe, me recebe a mim; e quem me recebe a mim, recebe aquelle que me enviou.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recebe um propheta em qualidade de propheta, receberá galardão de propheta; e quem recebe um justo em qualidade de justo, receberá galardão de justo.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10:42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qualquer que tiver dado só que seja um copo d'agua fria a um d'estes pequenos, em qualidade de discipulo, em verdade vos digo que de modo nenhum perderá o seu galardão.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