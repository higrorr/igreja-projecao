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aconteceu que, acabando Jesus de dar seus preceitos aos seus doze discipulos, partiu d'ali a ensinar e a prégar nas cidades d'elles.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João, ouvindo, no carcere, fallar dos feitos de Christo, enviou dois dos seus discipulos,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Dizendo-lhe: És tu aquelle que havia de vir, ou esperamos outro?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disse-lhes: Ide, e annunciae a João as coisas que ouvis e vêdes: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cegos vêem, e os coxos andam; os leprosos são purificados, e os surdos ouvem; os mortos são resuscitados, e o evangelho é annunciado aos pobres.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bemaventurado é aquelle que se não escandalizar em mim.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partindo elles, começou Jesus a dizer ás turbas, a respeito de João: Que fostes vêr no deserto? uma canna agitada pelo vento?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que fostes vêr? um homem ricamente vestido? Os que trajam ricamente estão nas casas dos reis.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então que fostes vêr? um propheta? sim, vos digo eu, e muito mais do que propheta: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é este de quem está escripto: Eis que adiante da tua face envio o meu anjo, que preparará adiante de ti o teu caminho.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que, entre os que de mulheres teem nascido, não appareceu alguem maior do que João Baptista; mas aquelle que é o menor no reino dos céus é maior do que elle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desde os dias de João Baptista até agora, se faz violencia ao reino dos céus, e os violentos se apoderam d'elle.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todos os prophetas e a lei prophetizaram até João.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quereis dar credito, é este o Elias que havia de vir.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tem ouvidos para ouvir oiça.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a quem assimilharei esta geração? É similhante aos meninos que se assentam nas praças, e clamam aos seus companheiros,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dizem: Tocámos-vos flauta, e não dançastes: cantámos-vos lamentações, e não chorastes.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veiu João, não comendo nem bebendo, e dizem: Tem demonio.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o Filho do homem, comendo e bebendo, e dizem: Eis ahi um homem comilão e beberrão, amigo de publicanos e peccadores. Mas a sabedoria é justificada por seus filhos.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começou elle a lançar em rosto ás cidades onde se operou a maior parte dos seus prodigios o não se haverem arrependido,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ti, Corazin! ai de ti, Bethsaida! porque, se em Tyro e em Sidon fossem feitos os prodigios que em vós se fizeram, ha muito que se teriam arrependido, com sacco e com cinza.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vos digo que haverá menos rigor para Tyro e Sidon, no dia do juizo, do que para vós.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tu, Capernaum, que te ergues até aos céus, serás abatida até aos infernos; porque, se entre os de Sodoma fossem feitos os prodigios que em ti se fizeram, teriam permanecido até hoje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vos digo que haverá menos rigor para os de Sodoma, no dia do juizo, do que para ti.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tempo, respondendo Jesus, disse: Graças te dou, ó Pae, Senhor do céu e da terra, que occultaste estas coisas aos sabios e intelligentes, e as revelaste aos meninos.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ó Pae, porque assim te aprouve.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Todas as coisas me foram entregues por meu Pae: e ninguem conhece o Filho, senão o Pae; e ninguem conhece o Pae, senão o Filho, e aquelle a quem o Filho o quizer revelar.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a mim, todos os que estaes cançados e opprimidos, e eu vos alliviarei.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Tomae sobre vós o meu jugo, e aprendei de mim, que sou manso e humilde de coração; e encontrareis descanço para as vossas almas.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meu jugo é suave e o meu fardo é leve.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