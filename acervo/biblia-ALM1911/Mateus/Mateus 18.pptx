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N'aquella mesma hora chegaram os discipulos ao pé de Jesus, dizendo: Quem é o maior no reino dos céus?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chamando um menino, o poz no meio d'elles,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Em verdade vos digo que, se não vos converterdes e não vos fizerdes como meninos, de modo algum entrareis no reino dos céus.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aquelle que se humilhar como este menino, este é o maior no reino dos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receber em meu nome um menino tal como este a mim me recebe.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qualquer que escandalizar um d'estes pequeninos, que crêem em mim, melhor lhe fôra que se lhe pendurasse ao pescoço uma mó de atafona, e se submergisse na profundeza do mar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 mundo, por causa dos escandalos; porque é mister que venham escandalos, mas ai d'aquelle homem por quem o escandalo vem!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a tua mão ou o teu pé te escandalizar, corta-o, e atira-o para longe de ti: melhor te é entrar na vida côxo, ou aleijado, do que, tendo duas mãos ou dois pés, ser lançado no fogo eterno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teu olho te escandalizar, arranca-o, e atira-o para longe de ti. Melhor te é entrar na vida com um só olho, do que, tendo dois olhos, ser lançado no fogo do inferno.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Olhae, não desprezeis algum d'estes pequeninos, porque eu vos digo que os seus anjos nos céus sempre vêem a face de meu Pae que está nos céus.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do homem veiu salvar o que se tinha perdido.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vos parece? Se algum homem tiver cem ovelhas, e uma d'ellas se desgarrar, não irá pelos montes, deixando as noventa e nove, em busca da que se desgarrou?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porventura a encontra, em verdade vos digo que maior prazer tem por aquella do que pelas noventa e nove que se não desgarraram.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não é vontade de vosso Pae, que está nos céus, que um d'estes pequeninos se perca.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se teu irmão peccar contra ti, vae, e reprehende-o entre ti e elle só; se te ouvir, ganhaste a teu irmão;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 não ouvir, porém, leva ainda comtigo um ou dois, para que pela bocca de duas ou tres testemunhas toda a palavra seja confirmada.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os não escutar, dize-o* á egreja; e, se tambem não escutar a egreja, considera-o como um gentio e publicano.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tudo o que ligardes na terra será ligado no céu, e tudo o que desligardes na terra será desligado no céu.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vos digo que, se dois de vós concordarem na terra ácerca de qualquer coisa que pedirem, isso lhes será feito por meu Pae, que está nos céus.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onde estiverem dois ou tres reunidos em meu nome, ahi estou eu no meio d'elles.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Pedro, approximando-se d'elle, disse: Senhor, até quantas vezes peccará meu irmão contra mim, e eu lhe perdoarei? Até sete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lhe disse: Não te digo: Até sete, mas, até setenta vezes sete.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reino dos céus pode comparar-se a um certo rei que quiz fazer contas com os seus servos;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começando a fazer contas, foi-lhe apresentado um que lhe devia dez mil talentos;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tendo elle com que pagar, o seu senhor mandou vendel-o, e a sua mulher e filhos, com tudo quanto tinha, para que a divida se lhe pagasse.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 servo, prostrando-se, o adorava, dizendo: Senhor, sê generoso para comigo, e tudo te pagarei.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d'aquelle servo, movido de intima compaixão, soltou-o, e perdoou-lhe a divida.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Saindo, porém, aquelle servo, encontrou um dos seus conservos, que lhe devia cem dinheiros, e, lançando mão d'elle, suffocava-o, dizendo: Paga-me o que me deves.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seu conservo, prostrando-se aos seus pés rogava-lhe, dizendo: Sê generoso para comigo, e tudo te pagarei.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não quiz, antes foi encerral-o na prisão, até que pagasse a divida.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seus conservos o que acontecia, contristaram-se muito, e foram declarar ao seu senhor tudo o que se passára.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seu senhor, chamando-o á sua presença, disse-lhe: Servo malvado, perdoei-te toda aquella divida, porque me supplicaste: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devias tu egualmente ter compaixão do teu companheiro, como eu tambem tive misericordia de ti?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indignado, o seu senhor o entregou aos atormentadores, até que pagasse tudo o que devia.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vos fará tambem meu Pae celestial, se do coração não perdoardes, cada um a seu irmão, as suas offensas.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