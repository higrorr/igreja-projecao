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reino dos céus será similhante a dez virgens que, tomando as suas lampadas, sairam ao encontro do esposo.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cinco d'ellas eram prudentes, e cinco loucas.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loucas, tomando as suas lampadas, não levaram azeite comsigo,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as prudentes levaram azeite nos seus vasos, com as suas lampadas.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tardando o esposo, tosquenejaram todas, e adormeceram,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á meia noite ouviu-se um clamor: Ahi vem o esposo, sahi-lhe ao encontro.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todas aquellas virgens se levantaram, e prepararam as suas lampadas.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loucas disseram ás prudentes: Dae-nos do vosso azeite, porque as nossas lampadas se apagam.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as prudentes responderam, dizendo: Não seja caso que nos falte a nós e a vós; ide antes aos que o vendem, e comprae-o para vós.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 ellas ido compral-o, chegou o esposo, e as que estavam preparadas entraram com elle para as bodas, e fechou-se a porta.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chegaram tambem as outras virgens, dizendo: Senhor, Senhor, abre-nos.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elle, respondendo, disse: Em verdade vos digo que vos não conheço.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Vigiae pois, porque não sabeis o dia nem a hora em que o Filho do homem ha de vir.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é tambem como um homem que, partindo para fóra da sua terra, chamou os seus servos, e entregou-lhes os seus bens;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um deu cinco talentos, e a outro dois, e a outro um, a cada um segundo a sua capacidade, e ausentou-se logo para longe.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 elle partido, o que recebera cinco talentos negociou com elles, e grangeou outros cinco talentos.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mesma sorte, o que recebera dois, grangeou tambem outros dois;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que recebera um foi enterral-o no chão, e escondeu o dinheiro do seu senhor.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muito tempo depois veiu o senhor d'aquelles servos, e fez contas com elles.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approximou-se o que recebera cinco talentos, e trouxe-lhe outros cinco talentos, dizendo: Senhor, entregaste-me cinco talentos; eis aqui outros cinco talentos que grangeei com elles.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seu senhor lhe disse: Bem está, servo bom e fiel. Sobre o pouco foste fiel, sobre muito te colocarei; entra no gozo do teu senhor.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 tambem o que tinha recebido dois talentos, disse: Senhor, entregaste-me dois talentos; eis que com elles grangeei outros dois talentos.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o seu senhor: Bem está, bom e fiel servo. Sobre o pouco foste fiel, sobre muito te colocarei; entra no gozo do teu senhor.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chegando tambem o que recebera um talento, disse: Senhor, eu conhecia-te, que és um homem duro, que ceifas onde não semeaste e ajuntas onde não espalhaste;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atemorisado, escondi na terra o teu talento; aqui tens o que é teu.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Respondendo, porém, o seu senhor, disse-lhe: Mau e negligente servo; sabes que ceifo onde não semeei e ajunto onde não espalhei;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te cumpria dar o meu dinheiro aos banqueiros, e, quando eu viesse, receberia o meu com os juros.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Tirae-lhe pois o talento, e dae-o ao que tem os dez talentos.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qualquer que tiver será dado, e terá em abundancia; mas ao que não tiver até o que tem será tirado.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Lançae pois o servo inutil nas trevas exteriores: ali haverá pranto e ranger de dentes.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quando o Filho do homem vier em sua gloria, e todos os sanctos anjos com elle, então se assentará no throno da sua gloria;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todas as nações serão reunidas diante d'elle, e apartará uns dos outros, como o pastor aparta dos bodes as ovelhas,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porá as ovelhas á sua direita, mas os bodes á esquerda.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dirá o Rei aos que estiverem á sua direita: Vinde, bemditos de meu Pae, possui por herança o reino que vos está preparado desde a fundação do mundo;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tive fome, e destes-me de comer; tive sede, e destes-me de beber; era estrangeiro, e hospedastes-me;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Estava nú, e vestistes-me; adoeci, e visitastes-me; estive na prisão, e fostes ver-me.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justos lhe responderão, dizendo: Senhor, quando te vimos com fome, e te démos de comer? ou com sede, e te démos de beber?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quando te vimos estrangeiro, e te hospedámos? ou nú, e te vestimos?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quando te vimos enfermo, ou na prisão, e fomos ver-te?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respondendo o Rei, lhes dirá: Em verdade vos digo que, quando o fizestes a um d'estes meus pequeninos irmãos, a mim o fizestes.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dirá tambem aos que estiverem á sua esquerda: Apartae-vos de mim, malditos, para o fogo eterno, preparado para o diabo e seus anjos;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tive fome, e não me destes de comer: tive sede, e não me destes de beber;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Sendo estrangeiro, não me recolhestes; estando nú, não me vestistes; enfermo, e na prisão, não me visitastes.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elles tambem lhe responderão, dizendo: Senhor, quando te vimos com fome, ou com sede, ou estrangeiro, ou nú, ou enfermo, ou na prisão, e te não servimos?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lhes responderá, dizendo: Em verdade vos digo que, quando a um d'estes pequeninos o não fizestes, não o fizestes a mim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25:46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irão para o tormento eterno, mas os justos para a vida eterna.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