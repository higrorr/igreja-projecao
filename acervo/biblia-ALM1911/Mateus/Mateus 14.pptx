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ouviu Herodes, o tetrarca, a fama de Jesus,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seus creados: Este é João Baptista; resuscitou dos mortos, e por isso as maravilhas obram n'elle.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Herodes tinha prendido João, e tinha-o manietado e encerrado no carcere, por causa de Herodias, mulher de seu irmão Philippe;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João lhe dissera: Não te é licito possuil-a.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querendo matal-o, temia o povo; porque o tinham como propheta.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Festejando-se, porém, o dia natalicio de Herodes, dançou a filha de Herodias diante d'elle, e agradou a Herodes.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prometteu com juramento dar-lhe tudo o que pedisse;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ella, instruida previamente por sua mãe, disse: Dá-me aqui n'um prato a cabeça de João Baptista.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affligiu-se, mas, por causa do juramento, e dos que estavam com elle, mandou que se lhe désse.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degolar João no carcere,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cabeça foi trazida n'um prato, e dada á menina, e ella a levou a sua mãe.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chegaram os seus discipulos, e levaram o corpo, e o sepultaram; e foram annuncial-o a Jesus.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ouvindo isto, retirou-se d'ali n'um barco, para um logar deserto, apartado; e, sabendo-o o povo, seguiu-o a pé desde as cidades.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saindo, viu uma grande multidão, e foi possuido de intima compaixão para com ella, e curou os seus enfermos.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chegada a tarde, os seus discipulos approximaram-se-lhe, dizendo: O logar é deserto, e a hora é já avançada; despede a multidão, para que vão pelas aldeias, e comprem comida para 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lhes disse: Não é mister que vão: dae-lhes vós de comer.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elles lhe disseram: Não temos aqui senão cinco pães e dois peixes.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Trazei-m'os aqui.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mandando que a multidão se assentasse sobre a herva, e tomando os cinco pães e os dois peixes, e erguendo os olhos ao céu, os abençoou, e, partindo os pães, deu-os aos discipulos, e os discipulos á multidão.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comeram todos, e saciaram-se; e levantaram dos pedaços, que sobejaram, doze alcofas cheias.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comeram foram quasi cinco mil homens, além das mulheres e creanças.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ordenou Jesus que os seus discipulos entrassem no barco, e fossem adiante d'elle para a outra banda, emquanto despedia a multidão.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despedida a multidão, subiu ao monte para orar á parte. E, chegada já a tarde, estava ali só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barco estava já no meio do mar, açoitado pelas ondas; porque o vento era contrario;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á quarta vigilia da noite, dirigiu-se Jesus para elles, caminhando por cima do mar.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discipulos, vendo-o caminhar sobre o mar, assustaram-se, dizendo: É um phantasma. E gritaram com medo.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lhes fallou logo, dizendo: Tende bom animo, sou eu, não tenhaes medo.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respondeu-lhe Pedro, e disse: Senhor, se és tu, manda-me ir ter comtigo por cima das aguas.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Vem. E Pedro, descendo do barco, andou sobre as aguas para ir ter com Jesus.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sentindo o vento forte, teve medo; e, começando a afundar-se, clamou, dizendo: Senhor, salva-me.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Jesus, estendendo a mão, segurou-o, e disse-lhe: Homem de pouca fé, porque duvidaste?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subiram para o barco, acalmou o vento.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approximaram-se os que estavam no barco, e adoraram-o, dizendo: És verdadeiramente o Filho de Deus.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passado para a outra banda, chegaram á terra de Genezareth.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os homens d'aquelle logar o conheceram, mandaram por todas aquellas terras em redor, e trouxeram-lhe todos os que estavam enfermos.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rogavam-lhe para que ao menos elles tocassem a orla do seu vestido; e todos os que a tocavam ficavam sãos.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