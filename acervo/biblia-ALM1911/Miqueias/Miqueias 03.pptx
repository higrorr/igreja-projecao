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disse eu: Ouvi agora vós, chefes de Jacob, e vós, principes da casa de Israel; porventura não é a vós que pertence saber o direito?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aborreceis o bem, e amaes o mal, que lhes arrancaes a pelle de cima d'elles, e a sua carne de cima dos seus ossos,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comeis a carne do meu povo, e lhes esfolaes a sua pelle, e lhes esmiuçaes os ossos, e os repartis como para a panella e como carne no meio do caldeirão.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clamarão ao Senhor, mas não os ouvirá, antes esconderá d'elles a sua face n'aquelle tempo, visto que elles fizeram mal com as suas obras.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contra os prophetas que fazem errar o meu povo, que mordem com os seus dentes, e clamam paz; mas contra aquelle que nada lhes mette na bocca preparam guerra.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se vos fará noite por causa da prophecia, e vos serão trevas por causa da adivinhação, e se porá o sol sobre estes prophetas, e o dia sobre elles se ennegrecerá.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videntes se envergonharão, e os adivinhadores se confundirão; e todos juntos cobrirão o beiço superior, porque não haverá resposta de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decerto eu sou cheio da força do Espirito do Senhor, e cheio de juizo e animo, para annunciar a Jacob a sua transgressão e a Israel o seu peccado.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agora isto, vós, chefes da casa de Jacob, e vós, maioraes da casa de Israel, que abominaes o juizo e perverteis tudo o que é direito,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Edificando a Sião com sangue, e a Jerusalem com injustiça.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chefes dão as sentenças por presentes, e os seus sacerdotes ensinam por interesse, e os seus prophetas adivinham por dinheiro; e ainda se encostam ao Senhor, dizendo: Porventura não está o Senhor no meio de nós? nenhum mal nos sobrevirá.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Miquéias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por causa de vós, Sião será lavrada como um campo, e Jerusalem se fará montões de pedras, e o monte d'esta casa alturas de bosque.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