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ultimo dos dias acontecerá que o monte da casa do Senhor será estabelecido no cume dos montes, e se elevará sobre os outeiros, e concorrerão a elle os povos.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irão muitas nações, e dirão: Vinde, e subamos ao monte do Senhor, e á casa do Deus de Jacob, para que nos ensine os seus caminhos, e nós andemos pelas suas veredas; porque de Sião sairá a lei, e a palavra do Senhor de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julgará entre muitos povos, e castigará poderosas nações até mui longe, e converterão as suas espadas em enxadas, e as suas lanças em foices: uma nação contra outra nação não levantará a espada, nem aprenderão mais a guerra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assentar-se-hão, cada um debaixo da sua videira, e debaixo da sua figueira, e não haverá quem os espante, porque a bocca do Senhor dos Exercitos o fallou.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povos andarão, cada um no nome do seu deus; mas nós andaremos no nome do Senhor nosso Deus, eternamente e para sempre.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dia, diz o Senhor, congregarei a que coxeava, e recolherei a que eu tinha expulsado, e a que eu tinha maltratado.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que coxeava farei um resto, e da que estava rejeitada longe uma nação poderosa; e o Senhor reinará sobre elles no monte de Sião, desde agora e para sempre.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torre do rebanho, monte da filha de Sião, até a ti virá; certamente virá o primeiro dominio, o reino da filha de Jerusalem.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porque farias tão grande pranto? não ha em ti rei? pereceu o teu conselheiro? apoderou-se de ti dôr, como da que está de parto?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Soffre dôres, e trabalhos, para produzir, ó filha de Sião, como a que está de parto, porque agora sairás da cidade, e morarás no campo, e virás até Babylonia: ali, porém, serás livrada; ali te remirá o Senhor da mão de teus inimigos.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se congregaram muitas nações contra ti, que dizem: Seja profanada, e os nossos olhos verão seus desejos sobre Sião.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sabem os pensamentos do Senhor, nem entendem o seu conselho: porque as ajuntou como gavelas á eira.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e trilha, ó filha de Sião; porque eu farei de ferro a tua ponta, e de cobre as tuas unhas; e esmiuçarás a muitos povos, e o seu ganho consagrarei ao Senhor, e a sua fazenda ao Senhor de toda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