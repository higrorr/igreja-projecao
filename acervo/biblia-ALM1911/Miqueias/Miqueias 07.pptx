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mim! porque estou feito como quando se tem colhido as fructas do verão, como os rabiscos da vindima; não ha cacho de uvas para comer; desejou a minha alma figos temporãos.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pereceu o benigno da terra, e não ha entre os homens um que seja recto: todos armam ciladas para sangue; caçam cada um a seu irmão com rede,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com ambas as mãos fazerem diligentemente o mal; assim demanda o principe, e o juiz julga pela recompensa, e o grande falla a corrupção da sua alma, e a torcem.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melhor d'elles é como um espinho; o mais recto é peior do que o espinhal: veiu o dia dos teus vigias, veiu a tua visitação; agora será a sua confusão.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creias no amigo, nem confieis no vosso guia, d'aquella que repousa no teu seio guarda as portas da tua bocca.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filho despreza ao pae, a filha se levanta contra sua mãe, a nora contra sua sogra, os inimigos do homem são os da sua casa.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porém, esperarei no Senhor; esperei no Deus da minha salvação: o meu Deus me ouvirá.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inimiga minha, não te alegres de mim; ainda bem que eu tenho caido, levantar-me-hei: se morar nas trevas, o Senhor será a minha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Soffrerei a ira do Senhor, porque pequei contra elle, até que julgue a minha causa, e execute o meu direito: elle tirar-me-ha á luz, verei satisfeito a sua justiça.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minha inimiga o verá, e cobril-a-ha a confusão; e aquella que me diz: Onde está o teu Deus? os meus olhos a verão satisfeitos; agora será ella pisada como a lama das ruas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em que reedificar os teus muros, n'esse dia longe estará ainda o estatuto.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virá até ti, desde a Assyria até ás cidades fortes, e das fortalezas até ao rio, e do mar até ao mar, e da montanha até á montanha.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esta terra será posta em desolação, por causa dos seus moradores, por causa do fructo das suas obras.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Apascenta o teu povo com a tua vara, o rebanho da tua herança, que móra só no bosque, no meio da terra fertil; apascentem-se em Basan e Gilead, como nos dias da antiguidade.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lhes mostrarei maravilhas, como nos dias da tua subida da terra do Egypto.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nações o verão, e envergonhar-se-hão, por causa de todo o seu poder: porão a mão sobre a bocca, e os seus ouvidos ficarão surdos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Lamberão o pó como serpentes, como uns reptis da terra, tremendo, sairão dos seus encerramentos; com pavor virão ao Senhor nosso Deus, e terão medo de 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Deus similhante a ti, que perdoa a iniquidade, e que passa pela rebellião do restante da sua herança? não retem a sua ira para sempre, porque tem prazer na benignidade.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Tornará a apiedar-se de nós: sujeitará as nossas iniquidades, e tu lançarás todos os seus peccados nas profundezas do mar.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Darás a Jacob a fidelidade, e a Abrahão a benignidade, que juraste a nossos paes desde os dias antigos.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