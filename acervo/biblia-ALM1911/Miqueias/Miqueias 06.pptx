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Miquéias 6:1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Ouvi agora o que diz o Senhor: Levanta-te, contende com os montes, e ouçam os outeiros a tua voz.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Miquéias 6:2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Ouvi montes, a contenda do Senhor, e vós, fortes fundamentos da terra; porque o Senhor tem uma contenda com o seu povo, e com Israel entrará em juizo.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Miquéias 6:3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Ó povo meu; que te tenho feito? e com que te enfadei? testifica contra mim.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Miquéias 6:4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Certamente te fiz subir da terra do Egypto e da casa da servidão te remi; e enviei adiante de ti a Moysés, Aarão e Miriam.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Miquéias 6:5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Povo meu, ora lembra-te do que consultou Balak, rei de Moab, e o que lhe respondeu Balaão, filho de Beor, desde Sittim até Gilgal; para que conheças as justiças do Senhor.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Miquéias 6:6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 que coisa encontrarei ao Senhor, e me inclinarei ao Deus altissimo? encontral-o-hei com holocaustos? com bezerros de um anno?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Miquéias 6:7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Agradar-se-ha o Senhor de milhares de carneiros? de dez mil ribeiros de azeite? darei o meu primogenito pela minha transgressão? o fructo do meu ventre pelo peccado da minha alma?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Miquéias 6:8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Elle te declarou, ó homem, o que é bom; e que é o que o Senhor pede de ti, senão que pratiques a justiça, e ames a beneficencia, e andes humildemente com o teu Deus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Miquéias 6:9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voz do Senhor clama á cidade (porque o teu nome vê a inteireza): Ouvi a vara, e a quem a ordenou.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Miquéias 6:10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Ainda ha na casa do impio thesouros da impiedade? e epha pequena, que é detestavel?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Miquéias 6:11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Seria eu limpo com balanças falsas? e com uma bolsa de pesos enganosos?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Miquéias 6:12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os seus ricos estão cheios de violencia, e os seus habitantes fallam mentiras; e a sua lingua é enganosa na sua bocca.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Miquéias 6:13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Assim eu tambem te enfraquecerei, ferindo-te e assolando-te por causa dos teus peccados.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Miquéias 6:14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Tu comerás, mas não te fartarás; e a tua humilhação estará no meio de ti; e tu removerás, mas não livrarás; e aquillo que livrares, eu o entregarei á espada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Miquéias 6:15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Tu semearás, mas não segarás: pisarás a azeitona, mas não te ungirás com azeite; e o mosto, mas não beberás vinho.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Miquéias 6:16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se guardaram os estatutos de Omri, e toda a obra da casa de Acab, e vós andaes nos conselhos d'elles; para que eu te faça uma desolação, e dos seus habitantes um assobio: assim trareis sobre vós o opprobrio do meu povo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