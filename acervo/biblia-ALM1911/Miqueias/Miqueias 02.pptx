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 d'aquelles que nas suas camas intentam a iniquidade, e obram o mal: á luz da alva o põem em obra, porque está no poder da sua mão!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cobiçam campos, e os arrebatam, e casas, e as tomam: assim fazem violencia a um homem e á casa, a uma pessoa e á sua herança.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assim diz o Senhor: Eis que intento mal contra esta geração, d'onde não tirareis os vossos pescoços, nem andareis tão altivos, porque o tempo será mau.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 dia se levantará um proverbio sobre vós, e se pranteará pranto lastimoso, dizendo: Nós estamos inteiramente desolados! a porção do meu povo elle a troca! como me despoja! para nos tirar os nossos campos elle os reparte!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não terás tu na congregação do Senhor quem lance o cordel pela sorte.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prophetizeis, os que prophetizam, não prophetizem d'este modo, que se não apartará a vergonha.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vós que sois chamados a casa de Jacob, porventura se tem encurtado o Espirito do Senhor? são estas as suas obras? e não é assim que fazem bem as minhas palavras ao que anda rectamente?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assim como fôra hontem, se levantou o meu povo por inimigo: de sobre a vestidura tirastes a capa d'aquelles que passavam seguros, como os que voltavam da guerra.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Lançaes fóra as mulheres do meu povo, da casa das suas delicias: dos seus meninos tirastes o meu louvor para sempre.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Levantae-vos, pois, e andae, porque não será esta terra o descanço; porquanto está contaminada, vos corromperá, e isso com grande corrupção.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houver algum que siga o seu espirito, e está mentindo falsamente, dizendo: Eu te prophetizarei de vinho e de bebida forte; far-se-ha então este tal o propheta d'este povo.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Certamente te ajuntarei todo inteiro, ó Jacob: certamente congregarei o restante de Israel: pôl-o-hei todo junto, como ovelhas de Bozra; como o rebanho no meio do seu curral, farão estrondo pela multidão dos homens.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Subirá diante d'elles o que romperá o caminho: elles romperão, e entrarão pela porta, e sairão por ella; e o rei irá adiante d'elles, e o Senhor á testa d'elles.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