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do Senhor, que veiu a Miqueas, morasthita, nos dias de Jothão, Achaz e Ezequias, reis de Judah, a qual elle viu sobre Samaria e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todos os povos, attenta tu, terra, e a plenitude d'ella, e seja o Senhor Jehovah testemunha contra vós, o Senhor, desde o templo da sua sanctidade.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o Senhor sae do seu logar, e descerá, e pizará as alturas da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montes debaixo d'elle se derreterão, e os valles se fenderão, como a cera diante do fogo, como as aguas que se precipitam n'um abysmo.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por causa da prevaricação de Jacob, e dos peccados da casa de Israel: quem é o auctor da rebellião de Jacob? não é Samaria? e quem o das alturas de Judah? não é Jerusalem?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farei de Samaria um montão de pedras do campo, uma terra de plantar vinhas, e farei rebolar as suas pedras no valle, e descobrirei os seus fundamentos.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suas imagens de esculptura serão esmiuçadas, e todos os seus salarios serão queimados pelo fogo, e de todos os seus idolos eu farei uma assolação, porque da paga de prostitutas os ajuntou, e para a paga de prostitutas voltarão.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lamentarei, e uivarei, andarei despojado e nú: farei lamentação como de dragões, e pranto como de abestruzes.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sua chaga é incuravel, porque chegou até Judah: estendeu-se até á porta do meu povo, até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annuncieis em Gath, nem choreis muito: revolve-te no pó, na casa de Aphra.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Passa, ó moradora de Saphir, com nudez vergonhosa: a moradora de Zaanan não sae para fóra; o pranto de Beth-ezel receberá de vós a sua estancia.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moradora de Maroth teve dôr pelo bem; porque desceu do Senhor o mal até á porta de Jerusalem.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Ata os animaes ligeiros ao carro, ó moradora de Lachis (esta é o principio do peccado para a filha de Sião), porque em ti se acharam as transgressões de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dá presentes a Moreshethgath: as casas de Achzib serão casas de mentira aos reis de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te trarei um herdeiro, ó moradora de Maresha: chegar-se-ha até Adullam, para gloria de 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Faze-te calva, e tosquia-te, por causa dos filhos das tuas delicias: alarga a tua calva como a aguia, porque te foram levados captivos.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