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ajunta-te com esquadrões, ó filha de esquadrões; pôr-se-ha cerco sobre nós: ferirão com a vara no queixo ao juiz de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Beth-lehem Ephrata, ainda que és pequena entre os milhares de Judah, de ti me sairá o que será Senhor em Israel, e cujas saidas são desde os tempos antigos, desde os dias da eternidade.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os entregará até ao tempo em que a que está de parto tiver parido: então o resto de seus irmãos voltará com os filhos de 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estará em pé, e apascentará ao povo na força do Senhor, na excellencia do nome do Senhor seu Deus: e elles permanecerão, porque agora será engrandecido até aos fins da terra.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será a paz: quando a Assyria vier á nossa terra, e quando passar os nossos palacios, levantaremos contra elle sete pastores e oito principes d'entre os homens.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Esses consumirão a terra da Assyria á espada, e a terra de Nimrod nas suas entradas. Assim nos livrará da Assyria, quando vier á nossa terra, e quando calcar os nossos termos.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estará o resto de Jacob no meio de muitos povos, como orvalho do Senhor, como uns choviscos sobre a terra, que não espera pelo homem, nem aguarda a filhos de homens.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resto de Jacob estará entre as nações, no meio de muitos povos, como um leão entre os animaes do bosque, como um leãosinho entre os rebanhos de ovelhas, o qual, quando passar, pizará e despedaçará, sem que haja quem as livre.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mão se exaltará sobre os seus adversarios; e todos os teus inimigos serão exterminados.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succederá n'aquelle dia, diz o Senhor, que eu exterminarei do meio de ti os teus cavallos, e destruirei os teus carros;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destruirei as cidades da tua terra, e derribarei todas as tuas fortalezas;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exterminarei as feitiçarias da tua mão: e não terás agoureiros;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exterminarei do meio de ti as tuas imagens de esculptura e as tuas estatuas; e tu não te inclinarás mais diante da obra das tuas mãos.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arrancarei os teus bosques do meio de ti; e destruirei as tuas cidades.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ira e com furor farei vingança das nações que não ouvem.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