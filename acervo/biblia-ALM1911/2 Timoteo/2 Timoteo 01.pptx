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Paulo, apostolo de Jesus Christo, pela vontade de Deus, segundo a promessa da vida que está em Christo Jesus,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Timotheo, meu amado filho: graça, misericordia, e paz da parte de Deus Pae, e da de Christo Jesus Senhor nosso.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Dou graças a Deus, a quem desde os meus antepassados sirvo com uma consciencia pura, de que sem cessar faço memoria de ti nas minhas orações noite e dia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Desejando muito vêr-te, lembrando-me de tuas lagrimas, para me encher de gozo: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Trazendo á memoria a fé não fingida que em ti ha, a qual habitou primeiro em tua avó Loide, e em tua mãe Eunice, e estou certo de que tambem habita em ti.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cujo motivo te lembro que despertes o dom de Deus que existe em ti pela imposição das minhas mãos.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Deus não nos deu o espirito de temor, mas de fortaleza, e de amor, e de moderação.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não te envergonhes do testemunho de nosso Senhor, nem de mim, que sou prisioneiro seu; antes participa das afflicções do evangelho segundo o poder de Deus,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 nos salvou, e chamou com uma sancta vocação; não segundo as nossas obras, mas segundo o seu proprio proposito e graça que nos foi dada em Christo Jesus antes dos tempos dos seculos;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agora é manifesta pela apparição de nosso Salvador Jesus Christo, o qual aboliu a morte, e trouxe á luz a vida e a incorrupção pelo evangelho;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 que fui constituido prégador, e apostolo, e doutor dos gentios.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cuja causa padeço tambem estas coisas, porém não me envergonho; porque eu sei em quem tenho crido, e estou certo de que é poderoso para guardar o meu deposito até áquelle dia.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Conserva o exemplar das sãs palavras que de mim tens ouvido, na fé e na caridade que ha em Christo Jesus.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Guarda o bom deposito pelo Espirito Sancto que habita em nós.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 sabes isto, que os que estão na Asia todos se apartaram de mim; entre os quaes foram Phygelo e Hermogenes.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faça misericordia á casa de Onesiphoro, porque muitas vezes me recreou, e não se envergonhou das minhas cadeias.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Antes, vindo elle a Roma, com muito cuidado me procurou e me achou.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lhe conceda que n'aquelle dia ache misericordia diante do Senhor. E, quanto me ajudou em Epheso, melhor o sabes tu.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