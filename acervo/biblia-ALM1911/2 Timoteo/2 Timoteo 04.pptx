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Conjuro-te pois diante de Deus, e do Senhor Jesus Christo, que ha de julgar os vivos e os mortos, na sua vinda e no seu reino,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pregues a palavra, instes a tempo e fóra de tempo, redarguas, reprehendas, exhortes, com toda a longanimidade e doutrina.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virá tempo em que não soffrerão a sã doutrina; mas, tendo comichão nos ouvidos, amontoarão para si doutores conforme as suas proprias concupiscencias;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desviarão os ouvidos da verdade, e se tornarão ás fabulas.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 vigia em todas as coisas, soffre as afflicções, faze a obra d'um evangelista, cumpre o teu ministerio.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mim já agora me offereço por aspersão de sacrificio, e o tempo da minha partida está proximo.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Combati o bom combate, acabei a carreira, guardei a fé.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demais, a corôa da justiça está-me guardada, a qual o Senhor, justo juiz, me dará n'aquelle dia; e não sómente a mim, mas tambem a todos os que amarem a sua vinda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 vir ter comigo depressa.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Démas me desamparou, amando o presente seculo, e foi para Thessalonica, Crescente para Galacia, Tito para Dalmacia.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Lucas está comigo. Toma Marcos, e tral-o comtigo, porque me é muito util para o ministerio.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enviei Tychico a Epheso.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vieres traze a capa que deixei em Troade, em casa de Carpo, e os livros, principalmente os pergaminhos.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Alexandre, o latoeiro, occasionou-me muitos males; o Senhor lhe pague segundo as suas obras.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guarda-te tambem d'elle; porque resistiu muito ás nossas palavras.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me assistiu na minha primeira defeza, antes todos me desampararam. Oxalá isto lhes não seja imputado.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 Senhor assistiu-me e fortaleceu-me, para que por mim fosse cumprida a prégação, e todos os gentios a ouvissem; e fiquei livre da bocca do leão.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me livrará de toda a má obra, e guardar-me-ha para o seu reino celestial; a quem seja gloria para todo o sempre. Amen.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 a Prisca e Aquila, e á casa de Onesiphoro.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Erasto ficou em Corintho, e deixei Trophimo doente em Mileto.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Procura vir antes do inverno. Eubulo, e Pudens, e Lino, e Claudia, e todos os irmãos te saudam.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Timóteo 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Jesus Christo seja com o teu espirito. A graça seja comvosco.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