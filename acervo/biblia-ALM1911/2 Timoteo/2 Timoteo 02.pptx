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meu filho, fortifica-te na graça que ha em Christo Jesus.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de mim, d'entre muitas testemunhas, ouviste, confia-o a homens fieis, que sejam idoneos para tambem ensinarem os outros.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soffre as afflicções como bom soldado de Jesus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que milita se embaraça com negocios d'esta vida, para agradar áquelle que o alistou para a guerra.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tambem milita, não é coroado se não militar legitimamente.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lavrador que trabalha deve ser o primeiro a gozar dos fructos.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 o que digo: o Senhor, porém, te dê entendimento em tudo.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que Jesus Christo, que é da descendencia de David, resuscitou dos mortos, segundo o meu evangelho;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soffro trabalhos e até prisões, como um malfeitor; mas a palavra de Deus não está presa.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tudo soffro por amor dos escolhidos, para que tambem elles alcancem a salvação que está em Christo Jesus com gloria eterna.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fiel é esta: que, se morrermos com elle, tambem com elle viveremos: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soffrermos, tambem com elle reinaremos: se o negarmos, tambem elle nos negará: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formos infiéis, elle permanece fiel: não pode negar-se a si mesmo.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 estas coisas á memoria, protestando diante do Senhor que não tenham contendas de palavras, que para nada aproveitam senão para perversão dos ouvintes.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 apresentar-te a Deus approvado, como obreiro que não tem de que se envergonhar, que maneja bem a palavra da verdade.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oppõe-te aos clamores vãos e profanos, porque produzirão maior impiedade.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palavra roerá como cancro; entre os quaes são Hymeneo e Phileto;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se desviaram da verdade, dizendo que a resurreição era já feita, e perverteram a fé de alguns.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fundamento de Deus fica firme, tendo este sello: O Senhor conhece os que são seus, e qualquer que nomeia o nome de Christo aparte-se da iniquidade.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n'uma grande casa não sómente ha vasos de oiro e de prata, mas tambem de pau e de barro, e uns para honra, outros, porém, para deshonra.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se alguem se purificar d'estas coisas, será vaso para honra, sanctificado e idoneo para uso do Senhor, e preparado para toda a boa obra.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tambem dos desejos da mocidade; e segue a justiça, a fé, a caridade, e a paz com os que, com um coração puro, invocam 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rejeita as questões loucas, e sem instrucção, sabendo que produzem contendas.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servo do Senhor não convém contender, mas sim ser manso para com todos, apto para ensinar e supportar os maus;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Instruindo com mansidão os que resistem, se porventura Deus lhes der arrependimento para conhecerem a verdade,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tornarem a despertar, e se desprenderem dos laços do diabo, em que á vontade d'elle estão presos.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