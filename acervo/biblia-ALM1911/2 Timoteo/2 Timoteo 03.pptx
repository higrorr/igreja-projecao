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Sabe, porém, isto, que nos ultimos dias sobrevirão tempos trabalhosos.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haverá homens amantes de si mesmos, avarentos, presumpçosos, soberbos, blasphemos, desobedientes a paes e mães, ingratos, profanos,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affecto natural, irreconciliaveis, calumniadores, incontinentes, crueis, sem amor para com os bons,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Traidores, temerarios, orgulhosos, mais amantes dos deleites do que amantes de Deus,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apparencia de piedade, mas negando a efficacia d'ella. D'estes affasta-te.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d'este numero são os que entram pelas casas, e levam captivas mulherinhas carregadas de peccados, levadas de varias concupiscencias;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aprendem, e nunca podem chegar ao conhecimento da verdade.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Jannes e Jambres resistiram a Moysés, assim tambem estes resistem á verdade, homens corruptos de entendimento e reprobos emquanto á fé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irão mais avante; porque a todos será manifesto o seu desvario, como tambem o foi o d'aquelles.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porém, tens seguido a minha doutrina, modo de viver, intenção, fé, longanimidade, caridade, paciencia,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Perseguições, afflicções, taes quaes me aconteceram em Antioquia, em Iconio, e em Lystra: quantas perseguições soffri, e o Senhor de todas me livrou;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todos os que piamente querem viver em Christo Jesus padecerão perseguições.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homens maus e enganadores irão de mal para peior, enganando e sendo enganados.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porém, fica nas coisas que aprendeste, e de que foste inteirado, sabendo de quem as tens aprendido;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desde a tua meninice soubeste as sagradas lettras, as quaes podem fazer-te sabio para a salvação, pela fé que ha em Christo Jesus.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Escriptura divinamente inspirada é proveitosa para ensinar, para redarguir, para corrigir, para instruir em justiça;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homem de Deus seja perfeito e perfeitamente instruido para toda a boa obra.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