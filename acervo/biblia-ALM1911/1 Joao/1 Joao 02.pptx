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filhinhos, estas coisas vos escrevo, para que não pequeis; e, se alguem peccar, temos um Advogado para com o Pae, Jesus Christo, o justo.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é a propiciação pelos nossos peccados, e não sómente pelos nossos, mas tambem pelos de todo o mundo.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n'isto sabemos que o temos conhecido, se guardarmos os seus mandamentos.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diz: Eu conheço-o, e não guarda os seus mandamentos, é mentiroso, e n'elle não está a verdade.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qualquer que guarda a sua palavra, o amor de Deus está n'elle verdadeiramente aperfeiçoado: n'isto conhecemos que estamos n'elle.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diz que está n'elle tambem deve andar como elle andou.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não vos escrevo mandamento novo, mas o mandamento antigo, que desde o principio tivestes. Este mandamento antigo é a palavra que desde o principio ouvistes.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Outra vez vos escrevo um mandamento novo, que é verdadeiro n'elle e em vós; porque são passadas as trevas, e já a verdadeira luz allumia.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diz que está na luz, e aborrece a seu irmão, até agora está em trevas.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ama a seu irmão está na luz, e n'elle não ha escandalo.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que aborrece a seu irmão está em trevas, e anda em trevas, e não sabe para onde vá; porque as trevas lhe cegaram os olhos.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Filhinhos, escrevo-vos, porque pelo seu nome vos são perdoados os peccados.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Paes, escrevo-vos, porque conhecestes Mancebos, escrevo-vos, porque vencestes o maligno. Filhos, escrevi-vos, porque conhecestes o Pae.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Paes, escrevi-vos, porque já conhecestes aquelle que é desde o principio. Mancebos, escrevi-vos, porque sois fortes, e a palavra de Deus está em vós, e já vencestes o maligno.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ameis o mundo, nem as coisas que ha no mundo. Se alguem ama o mundo, o amor do Pae não está n'elle.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tudo o que ha no mundo, a concupiscencia da carne, a concupiscencia dos olhos e a soberba da vida, não é do Pae, mas é do mundo.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mundo passa, e a sua concupiscencia; mas aquelle que faz a vontade de Deus permanece para sempre.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Filhinhos, é já a ultima hora: e, como já ouvistes que vem o anti-christo, tambem já agora muitos se teem feito anti-christos; por onde conhecemos que é já a ultima hora.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Sairam de nós, porém não eram de nós; porque, se fossem de nós, ficariam comnosco: mas isto é para que se manifestasse que não são todos de nós.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tendes a uncção do Sancto, e sabeis todas as coisas.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escrevi porque não soubesseis a verdade, mas porquanto a sabeis, e porque nenhuma mentira é da verdade.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o mentiroso, senão aquelle que nega que Jesus é o Christo? Esse é o anti-christo, que nega o Pae e o Filho.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nega o Filho, tambem não tem o Pae; e aquelle que confessa o Filho, tem tambem o Pae.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que desde o principio ouvistes permaneça em vós. Se em vós permanecer o que desde o principio ouvistes, tambem permanecereis no Filho e no Pae.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promessa que elle nos prometteu: a vida eterna.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vos escrevi ácerca dos que vos enganam.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uncção que vós recebestes d'elle fica em vós, e não tendes necessidade de que alguem vos ensine; mas, como a mesma uncção vos ensina todas as coisas, e é verdadeira, e não é mentira, e como ella vos ensinou, assim n'elle ficareis.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filhinhos, permanecei n'elle; para que, quando se manifestar, tenhamos confiança, e não sejamos confundidos por elle na sua vinda.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sabeis que elle é justo, sabeis que todo aquelle que obra a justiça é nascido d'elle.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