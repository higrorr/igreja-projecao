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aquelle que crê que Jesus é o Christo é nascido de Deus; e todo aquelle que ama ao que o gerou tambem ama ao que d'elle é nascido.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conhecemos que amamos os filhos de Deus, quando amamos a Deus e guardamos os seus mandamentos.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 é a caridade de Deus: que guardemos os seus mandamentos; e os seus mandamentos não são pesados.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 o que é nascido de Deus vence o mundo; e esta é a victoria que vence o mundo, a nossa fé.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aquelle que vence o mundo, senão aquelle que crê que Jesus é o Filho de Deus?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aquelle que veiu por agua e sangue, Jesus, o Christo: não só por agua, mas por agua e por sangue. E o Espirito é o que testifica, porque o Espirito é a verdade.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tres são os que testificam no céu: o Pae, a Palavra, e o Espirito Sancto; e estes tres são 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tres são os que testificam na terra: o Espirito, e a agua, e o sangue; e estes tres concordam n'um.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recebemos o testemunho dos homens, o testemunho de Deus é maior; porque é este o testemunho de Deus, que de seu Filho testificou.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crê no Filho de Deus, em si mesmo tem o testemunho: quem a Deus não crê mentiroso o fez: porquanto não creu no testemunho que Deus de seu Filho deu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testemunho é este: que Deus nos deu a vida eterna; e esta vida está em seu Filho.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 Filho tem a vida: quem não tem o Filho de Deus não tem a vida.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coisas vos escrevi, a vós que crêdes no nome do Filho de Deus, para que saibaes que tendes a vida eterna, e para que creiaes no nome do Filho de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é a confiança que temos para com elle, que, se pedirmos alguma coisa, segundo a sua vontade, elle nos ouve.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sabemos que nos ouve em tudo o que pedimos, sabemos que alcançamos as petições que lhe pedimos.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vir peccar seu irmão peccado que não é para morte, orará, e Deus dará a vida áquelles que não peccarem para morte. Ha peccado para morte, pelo qual não digo que 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iniquidade é peccado: e ha peccado que não é para morte.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Sabemos que todo aquelle que é nascido de Deus não pecca; mas o que de Deus é gerado conserva-se a si mesmo, e o maligno não lhe toca.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Sabemos que somos de Deus, e que todo o mundo jaz no maligno.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sabemos que já o Filho de Deus é vindo, e nos deu entendimento para conhecermos o que é verdadeiro; e no que é verdadeiro estamos, em seu Filho Jesus Christo. Este é o verdadeiro Deus e a vida eterna.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Filhinhos, guardae-vos dos idolos.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