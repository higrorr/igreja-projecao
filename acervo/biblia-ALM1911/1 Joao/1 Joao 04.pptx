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Amados, não creiaes a todo o espirito, mas provae se os espiritos são de Deus; porque já muitos falsos prophetas se teem levantado no mundo.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conhecereis o Espirito de Deus: Todo o espirito que confessa que Jesus Christo veiu em carne é de Deus;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espirito que não confessa que Jesus Christo veiu em carne não é de Deus; e tal é o espirito do anti-christo, do qual já ouvistes que ha de vir, e já agora está no mundo.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Filhinhos, sois de Deus, e já o tendes vencido; porque maior é o que está em vós do que o que está no mundo.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mundo são, por isso fallam do mundo, e o mundo os ouve.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somos de Deus; aquelle que conhece a Deus ouve-nos; aquelle que não é de Deus não nos ouve. N'isto conhecemos nós o espirito da verdade e o espirito do erro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Amados, amemo-nos uns aos outros; porque a caridade é de Deus; e qualquer que ama é nascido de Deus e conhece a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não ama não tem conhecido a Deus; porque Deus é caridade.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se manifestou a caridade de Deus para comnosco: que Deus enviou seu Filho unigenito ao mundo, para que por elle vivamos.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está a caridade, não que nós tenhamos amado a Deus, mas que elle nos amou a nós, e enviou seu Filho para propiciação pelos nossos peccados.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Amados, se Deus assim nos amou, tambem nos devemos amar uns aos outros.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jámais viu a Deus; e, se nos amamos uns aos outros, Deus está em nós, e em nós é perfeita a sua caridade.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conhecemos que estamos n'elle, e elle em nós, porquanto nos deu do seu Espirito,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vimos, e testificamos que o Pae enviou seu Filho para Salvador do mundo.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confessar que Jesus é o Filho de Deus, Deus está n'elle, e elle em Deus.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conhecemos, e cremos o amor que Deus nos tem. Deus é caridade; e quem está em caridade está em Deus, e Deus n'elle.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é perfeita a caridade para comnosco, para que no dia do juizo tenhamos confiança, porque qual elle é somos nós tambem n'este mundo.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caridade não ha temor, antes a perfeita caridade lança fóra o temor; porque o temor tem a pena, e o que teme não está perfeito em caridade.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o amamos a elle porque elle nos amou primeiro.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diz: Eu amo a Deus, e aborrece a seu irmão, é mentiroso. Pois quem não ama a seu irmão, ao qual viu, como pode amar a Deus, a quem não viu?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d'elle temos este mandamento: que quem ama a Deus ame tambem a seu irmão.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