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quão grande caridade nos tem dado o Pae, que fossemos chamados filhos de Deus. Por isso o mundo nos não conhece; porque o não conhece a 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agora somos filhos de Deus, e ainda não é manifestado o que havemos de ser. Porém sabemos que, quando se manifestar, seremos similhantes a elle; porque assim como é o veremos.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n'elle tem esta esperança, purifica-se a si mesmo, como tambem elle é puro.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commette peccado, tambem commette iniquidade; porque o peccado é iniquidade.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sabeis que elle se manifestou, para tirar os nossos peccados; e n'elle não ha peccado.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permanece n'elle não pecca: qualquer que pecca não o viu nem o conheceu.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Filhinhos, ninguem vos engane. Quem obra justiça é justo, assim como elle é justo.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commette o peccado é do diabo; porque o diabo pecca desde o principio. Para isto o Filho de Deus se manifestou, para desfazer as obras do diabo.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é nascido de Deus não commette peccado; porque a sua semente permanece n'elle; e não-pode peccar, porque é nascido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são manifestos os filhos de Deus, e os filhos do diabo. Qualquer que não obra justiça, e não ama a seu irmão, não é de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é a annunciação que ouvistes desde o principio: que nos amemos uns aos outros.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como Caim, que era do maligno, e matou a seu irmão. E por que causa o matou? Porque as suas obras eram más e as de seu irmão justas.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não vos maravilheis, se o mundo vos aborrece.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sabemos que já passámos da morte para a vida, porque amamos os irmãos. Quem não ama a seu irmão permanece na morte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aborrece a seu irmão é homicida. E vós sabeis que nenhum homicida tem a vida eterna permanecendo n'elle.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Conhecemos a caridade n'isto, que elle deu a sua vida por nós, e nós devemos dar a vida pelos irmãos.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pois tiver bens do mundo, e vir o seu irmão necessitado e lhe cerrar as suas entranhas, como estará n'elle a caridade de Deus?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filhinhos, não amemos de palavra, nem de lingua, senão de obra e de verdade.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n'isto conhecemos que somos da verdade, e diante d'elle asseguraremos nossos corações;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se o nosso coração nos condemna, maior é Deus do que os nossos corações, e conhece todas as coisas.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se o nosso coração nos não condemna, temos confiança para com Deus;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coisa que lhe pedirmos, d'elle a receberemos; porque guardamos os seus mandamentos, e fazemos as coisas agradaveis perante elle.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mandamento é este: que creiamos no nome de seu Filho Jesus Christo, e nos amemos uns aos outros, como nos deu mandamento.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guarda os seus mandamentos n'elle está, e elle n'elle. E n'isto conhecemos que elle está em nós, pelo Espirito que nos tem dado.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