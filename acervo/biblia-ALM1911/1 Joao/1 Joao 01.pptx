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era desde o principio, o que ouvimos, o que vimos com os nossos olhos, o que temos contemplado, e as nossas mãos tocaram da Palavra da vida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(Porque a vida já foi manifesta, e nós a vimos, e testificámos, e vos annunciámos a vida eterna, que estava com o Pae, e nos foi manifestada);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vimos e ouvimos, isso vos annunciamos, para que tambem tenhaes communhão comnosco; e a nossa communhão está com o Pae, e com seu Filho Jesus Christo.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coisas vos escrevemos, para que o vosso gozo se cumpra.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é a annunciação que d'elle ouvimos, e vos annunciamos: que Deus é luz, e não ha n'elle trevas nenhumas.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dissermos que temos communhão com elle, e andarmos em trevas, mentimos, e não praticamos a verdade.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andarmos na luz, como elle na luz está, temos communhão uns com os outros, e o sangue de Jesus Christo, seu Filho, nos purifica de todo o peccado.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dissermos que não temos peccado, enganamo-nos a nós mesmos, e não ha verdade em nos.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confessarmos os nossos peccados, elle é fiel e justo, para nos perdoar os peccados, e purificar-nos de toda a injustiça.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João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dissermos que não peccamos, fazemol-o mentiroso, e a sua palavra não está em nós.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