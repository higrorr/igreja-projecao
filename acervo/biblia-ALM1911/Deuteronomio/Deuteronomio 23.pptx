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quebrado de quebradura, e o castrado, não entrará na congregação do Senhor.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Nenhum bastardo entrará na congregação do Senhor: nem ainda a sua decima geração entrará na congregação do Senhor.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Nenhum ammonita nem moabita entrará na congregação do Senhor: nem ainda a sua decima geração entrará na congregação do Senhor eternamente.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não sairam com pão e agua, a receber-vos no caminho, quando saíeis do Egypto; e porquanto alugou contra ti a Balaão, filho de Beor, de Pethor, de Mesopotamia, para te amaldiçoar.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Senhor teu Deus não quiz ouvir Balaão: antes o Senhor teu Deus trocou em benção a maldição; porquanto o Senhor teu Deus te amava.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lhes procurarás nem paz nem bem em todos os teus dias para sempre.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abominarás o edumeo, pois é teu irmão: nem abominarás o egypcio; pois estrangeiro foste na sua terra.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que lhes nascerem na terceira geração, cada um d'elles entrará na congregação do Senhor.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exercito sair contra os teus inimigos, então te guardarás de toda a coisa má.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entre ti houver algum que por algum accidente de noite não estiver limpo, sairá fóra do exercito; não entrará no meio do exercito.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será que, declinando a tarde, se lavará em agua; e, em se pondo o sol, entrará no meio do arraial.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terás um logar fóra do arraial; e ali sairás fóra.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entre as tuas armas terás uma pá; e será que, quando estiveres assentado fóra, então com ella cavarás, e, virando-te, cobrirás aquillo que saiu de ti.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o Senhor teu Deus anda no meio do teu arraial, para te livrar, e entregar os teus inimigos diante de ti: pelo que o teu arraial será sancto: para que elle não veja coisa feia em ti, e se torne atraz de ti.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entregarás a seu senhor o servo que se acolner a ti de seu senhor;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Comtigo ficará no meio de ti, no logar que escolher em alguma das tuas portas, onde lhe estiver bem: não o opprimirás.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haverá rameira d'entre as filhas d'Israel; nem haverá sodomita d'entre os filhos d'Israel.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trarás salario de rameira nem preço de cão á casa do Senhor teu Deus por qualquer voto: porque estes ambos são egualmente abominação ao Senhor teu Deus.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teu irmão não emprestarás á usura, nem á usura de dinheiro, nem á usura de comida, nem á usura de qualquer coisa que se empreste á usura.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estranho emprestarás á usura, porém a teu irmão não emprestarás á usura: para que o Senhor teu Deus te abençoe em tudo no que pozeres a tua mão, na terra a qual vaes a possuir.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votares algum voto ao Senhor teu Deus, não tardarás em pagal-o; porque o Senhor teu Deus certamente o requererá de ti, e em ti haverá peccado.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abstendo-te de votar, não haverá peccado em ti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saiu da tua bocca guardarás, e o farás; trazendo a offerta voluntaria, assim como votaste ao Senhor teu Deus, o que declaraste pela tua bocca.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entrares na vinha do teu proximo, comerás uvas conforme ao teu desejo até te fartares, porém não as porás no teu vaso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23:25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entrares na seara do teu proximo, com a tua mão arrancarás as espigas; porém não metterás a foice na seara do teu proximo.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