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sobrevindo-te todas estas coisas, a benção ou a maldição, que tenho posto diante de ti, e te recordares d'ellas entre todas as nações, para onde te lançar o Senhor teu Deus;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converteres ao Senhor teu Deus, e deres ouvidos á sua voz, conforme a tudo o que eu te ordeno hoje, tu e teus filhos, com todo o teu coração, e com toda a tua alma;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teu Deus te fará voltar do teu captiveiro, e se apiedará de ti; e tornará a ajuntar-te d'entre todas as nações entre as quaes te espalhou o Senhor teu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os teus desterrados estejam para a extremidade do céu, desde ali te ajuntará o Senhor teu Deus, e te tomará d'ali;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teu Deus te trará á terra que teus paes possuiram, e a possuirás; e te fará bem, e te multiplicará mais do que a teus paes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teu Deus circumcidará o teu coração, e o coração de tua semente; para amares ao Senhor teu Deus com todo o coração, e com toda a tua alma, para que vivas.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teu Deus porá todas estas maldições sobre os teus inimigos, e sobre os teus aborrecedores, que te perseguiram.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Converter-te-has pois, e darás ouvidos á voz do Senhor; farás todos os seus mandamentos que hoje te ordeno.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teu Deus te fará abundar em toda a obra das tuas mãos, no fructo do teu ventre, e no fructo dos teus animaes, e no fructo da tua terra para bem; porquanto o Senhor tornará a alegrar-se em ti para bem, como se alegrou em teus paes;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deres ouvidos á voz do Senhor teu Deus, guardando os seus mandamentos e os seus estatutos, escriptos n'este livro da lei, quando te converteres ao Senhor teu Deus com todo o teu coração, e com toda a tua alma.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este mandamento, que hoje te ordeno, te não é encoberto, e tão pouco está longe de 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está nos céus, para dizeres: Quem subirá por nós aos céus, que nol-o traga, e nol-o faça ouvir, para que o façamos?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tão pouco está d'além do mar, para dizeres: Quem passará por nós d'além do mar, para que nol-o traga, e nol-o faça ouvir, para que o façamos?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 palavra está mui perto de ti, na tua bocca, e no teu coração, para a fazeres.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Vês aqui, hoje te tenho proposto a vida e o bem, e a morte e o mal;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te ordeno hoje que ames ao Senhor teu Deus, que andes nos seus caminhos, e que guardes os seus mandamentos, e os seus estatutos, e os seus juizos, para que vivas, e te multipliques, e o Senhor teu Deus te abençoe na terra a qual entras a possuir.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o teu coração se desviar, e não quizeres dar ouvidos, e fores seduzido para te inclinar a outros deuses, e os servires,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vos denuncio hoje que, certamente, perecereis: não prolongareis os dias na terra a que vaes, passando o Jordão, para que, entrando n'ella, a possuas;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céus e a terra tomo hoje por testemunhas contra vós, que te tenho proposto a vida e a morte, a benção e a maldição: escolhe pois a vida, para que vivas, tu e a tua semente,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Amando ao Senhor teu Deus, dando ouvidos á sua voz, e te achegando a elle: pois elle é a tua vida, e a longura dos teus dias; para que fiques na terra que o Senhor jurou a teus paes, a Abrahão, a Isaac, e a Jacob, que lhes havia de dar.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