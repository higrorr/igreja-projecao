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pois, ó Israel, ouve os estatutos e os juizos que eu vos ensi-* no, para os fazerdes: para que vivaes, e entreis, e possuaes a terra que o Senhor Deus de vossos paes vos dá.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accrescentareis á palavra que vos mando, nem diminuireis d'ella, para que guardeis os mandamentos do Senhor vosso Deus, que eu vos mando.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vossos olhos teem visto o que Deus fez por Baal-peor; pois a todo o homem que seguiu a Baal-peor o Senhor teu Deus consumiu do meio de 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vós, que vos che*astes ao Senhor vosso Deus, hoje todos estaes vivos.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Vêdes aqui vos tenho ensinado estatutos e juizos, como me mandou o Senhor meu Deus: para que assim façaes no meio da terra a qual ides a herdar.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Guardae-os pois, e fazei-os, porque esta será a vossa sabedoria e o vosso entendimento perante os olhos dos povos, que ouvirão todos estes estatutos, e dirão: Este grande povo só é gente sabia e entendida.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 gente ha tão grande, que tenha deuses tão chegados como o Senhor nosso Deus, todas as vezes que o chamamos?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gente ha tão grande, que tenha estatutos e juizos tão justos como toda esta lei que hoje dou perante vós?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sómente guarda-te a ti mesmo, e guarda bem a tua alma, que te não esqueças d'aquellas coisas que os teus olhos teem visto, e se não apartem do teu coração todos os dias da tua vida: e as farãs saber a teus filhos, e aos filhos de teus filhos: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dia em que estiveste perante o Senhor teu Deus em Horeb, quando o Senhor me disse: Ajunta-me este povo, e os farei ouvir as minhas palavras, e aprendel-as-hão, para me temerem todos os dias que na terra viverem, e as ensinarão a seus filhos;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vos chegastes, e vos pozestes ao pé do monte: e o monte ardia em fogo até ao meio dos céus, e havia trevas, e nuvens e escuridão;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vos fallou do meio do fogo: a voz das palavras ouvistes; porém, além da voz, não vistes similhança nenhuma.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vos annunciou elle o seu concerto, que vos ordenou fazer, os dez mandamentos, e os escreveu em duas taboas de pedra.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Senhor me ordenou ao mesmo tempo que vos ensinasse estatutos e juizos, para que os fizesseis na terra a qual passaes a possuir.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 pois com diligencia as vossas almas, pois similhança nenhuma vistes no dia em que o Senhor vosso Deus em Horeb fallou comvosco do meio do fogo;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vos corrompaes, e vos façaes alguma esculptura, similhança de imagem, figura de macho ou de femea;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Figura d'algum animal que haja na terra; figura d'alguma ave aligera que vôa pelos céus;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Figura d'algum animal que anda de rastos sobre a terra; figura d'algum peixe que esteja nas aguas debaixo da terra;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levantes os teus olhos aos céus e vejas o sol, e a lua, e as estrellas, todo o exercito dos céus; e sejas impellido a que te inclines perante elles, e sirvas áquelles que o Senhor teu Deus repartiu a todos os povos debaixo de todos os céus.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Senhor vos tomou, e vos tirou do forno de ferro do Egypto, para que lhe sejaes por povo hereditario, como n'este dia se vê.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Senhor se indignou contra mim por causa das vossas palavras, e jurou que eu não passaria o Jordão, e que não entraria na boa terra que o Senhor teu Deus te dará por herança.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n'esta terra morrerei, não passarei o Jordão: porém vós o passareis, e possuireis aquella boa terra.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Guardae-vos de que vos esqueçaes do concerto do Senhor vosso Deus, que tem feito comvosco, e vos façaes esculptura alguma, imagem d'alguma coisa que o Senhor vosso Deus vos prohibiu.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teu Deus é um fogo que consome, um Deus zeloso.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gerardes filhos, e filhos de filhos, e vos envelhecerdes na terra, e vos corromperdes, e fizerdes alguma esculptura, similhança d'alguma coisa, e fizerdes mal aos olhos do Senhor, para o provocar á ira: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 tomo por testemunhas contra vós o céu e a terra, que certamente perecereis depressa da terra, a qual passaes o Jordão a possuir: não prolongareis os vossos dias n'ella, antes sereis de todo destruidos.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vos espalhará entre os povos, e ficareis poucos em numero entre as gentes ás quaes o Senhor vos conduzirá.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 servireis a deuses que são obra de mãos de homens, madeira e pedra, que não vêem nem ouvem, nem comem nem cheiram.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d'ali buscarás ao Senhor teu Deus, e o acharás, quando o buscares de todo o teu coração e de toda a tua alma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estiveres em angustia, e todas estas coisas te alcançarem, então no fim de dias te virarás ao Senhor teu Deus, e ouvirás a sua voz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 Senhor teu Deus é Deus misericordioso; e não te desamparará, nem te destruirá, nem se esquecerá do concerto que jurou a teus paes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pergunta agora aos tempos passados, que te precederam desde o dia em que Deus creou o homem sobre a terra, desde uma extremidade do céu até á outra, se succedeu jámais coisa tão grande como esta, ou se se ouviu coisa como esta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se algum povo ouviu a voz de Deus fallando do meio do fogo, como tu a ouviste, e ficou vivo?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se um Deus intentou ir tomar para si um povo do meio de outro povo com provas, com signaes, e com milagres, e com peleja, e com mão forte, e com braço estendido, e com grandes espantos, conforme a tudo quanto o Senhor vosso Deus vos fez no Egypto aos vossos olhos?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 te foi mostrado para que soubesses que o Senhor é Deus: nenhum outro ha senão elle.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os céus te fez ouvir a sua voz, para te ensinar, e sobre a terra te mostrou o seu grande fogo, e ouviste as suas palavras do meio do fogo.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porquanto amava teus paes, e escolhera a sua semente depois d'elles, te tirou do Egypto diante de si, com a sua grande força: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lançar fóra de diante de ti gentes maiores e mais poderosas do que tu, para te introduzir n'ella, e te dar a sua terra por herança, como n'este dia se vê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hoje saberás, e reflectirás no teu coração, que só o Senhor é Deus em cima no céu, e em baixo na terra; nenhum outro ha.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guardarás os teus estatutos e os seus mandamentos, que te ordeno hoje, para que bem te vá a ti, e a teus filhos depois de ti, e para que prolongues os dias na terra que o Senhor teu Deus te dá para todo o sempre.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separou tres cidades d'áquem do Jordão, da banda do nascimento do sol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ali se acolhesse o homicida que de improviso matasse o seu proximo a quem d'antes não tivesse odio algum: e se acolhesse a uma d'estas cidades, e vivesse;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Bezer, no deserto, na terra plana, para os rubenitas; e a Ramoth, em Gilead, para os gaditas; e a Golan, em Basan, para os manassitas.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pois a lei que Moysés propoz aos filhos de Israel.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testemunhos, e os estatutos, e os juizos, que Moysés fallou aos filhos de Israel, havendo saido do Egypto;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D'aquem do Jordão, no valle defronte de Beth-peor, na terra de Sehon, rei dos amorrheos, que habitava em Hesbon: a quem feriu Moysés e os filhos de Israel, havendo elles saido do Egypto.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tomaram a sua terra em possessão, como tambem a terra de Og, rei de Basan, dois reis dos amorrheos, que estavam d'áquem do Jordão, da banda do nascimento do sol.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Aroer, que está á borda do ribeiro de Arnon, até ao monte de Sion. que é Hermon,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4:49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campina d'áquem do Jordão, da banda do oriente, até ao mar da campina, abaixo de Asdoth-pisga.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