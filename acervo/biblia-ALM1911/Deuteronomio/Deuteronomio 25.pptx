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houver contenda entre alguns, e vierem ao juizo, para que os julguem, ao justo justificarão, e ao injusto condemnarão.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se o injusto merecer açoites, o juiz o fará deitar, e o fará açoitar diante de si, quanto bastar pela sua injustiça, por certa conta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Quarenta açoites lhe fará dar, não mais; para que, porventura, se lhe fizer dar mais açoites do que estes, teu irmão não fique envilecido aos teus olhos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atarás a bocca ao boi, quando trilhar.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alguns irmãos morarem juntos, e algum d'elles morrer, e não tiver filho, então a mulher do defunto não se casará com homem estranho de fóra; seu cunhado entrará a ella, e a tomará por mulher, e fará a obrigação de cunhado para com ella.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o primogenito que ella parir estará em nome de seu irmão defunto; para que o seu nome se não apague em 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o tal homem não quizer tomar sua cunhada, subirá então sua cunhada á porta dos anciãos, e dirá: Meu cunhado recusa suscitar a seu irmão nome em Israel; não quer fazer para comigo o dever de cunhado.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anciãos da sua cidade o chamarão, e com elle fallarão: e, se elle ficar n'isto, e disser; Não quero tomal-a;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sua cunhada se chegará a elle aos olhos dos anciãos; e lhe descalçará o sapato do pé, e lhe cuspirá no rosto, e protestará, e dirá: Assim se fará ao homem que não edificar a casa de seu irmão: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nome se chamará em Israel: A casa do descalçado.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pelejarem dois homens, um contra o outro, e a mulher d'um chegar para livrar a seu marido da mão do que o fere, e ella estender a sua mão, e lhe pegar pelas suas vergonhas,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cortar-lhe-has a mão: não a poupará o teu olho.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tua bolsa não terás diversos pesos, um grande e um pequeno.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tua casa não terás duas sortes d'epha, uma grande e uma pequena.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Peso inteiro e justo terás; epha inteira e justa terás; para que se prolonguem os teus dias na terra que te dará o Senhor teu Deus.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abominação é ao Senhor teu Deus todo aquelle que faz isto, todo aquelle que fizer injustiça.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do que te fez Amalek no caminho, quando saieis do Egypto;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te saiu ao encontro no caminho, e te derribou na rectaguarda todos os fracos que iam após ti, estando tu cançado e afadigado; e não temeu a Deus.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pois que, quando o Senhor teu Deus te tiver dado repouso de todos os teus inimigos em redor, na terra que o Senhor teu Deus te dará por herança, para possuil-a, então apagarás a memoria de Amalek de debaixo do céu: não te esqueças.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