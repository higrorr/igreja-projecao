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Esta, porém, é a benção com que Moysés, homem de Deus, abençoou os filhos de Israel antes da sua morte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pois: O Senhor veiu de Sinai, e lhes subiu de Seir; resplandeceu desde o monte Paran, e veiu com dez milhares de sanctos: á sua direita havia para elles o fogo da lei.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ama os povos; todos os seus sanctos estão na tua mão; postos serão no meio, entre os teus pés, cada um receberá das tuas palavras.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 nos deu a lei por herança da congregação de Jacob.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rei em Jeshurun, quando se congregaram em um os Cabeças do povo com as tribus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Ruben, e não morra, e que os seus homens sejam numerosos.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é o que disse de Judah; e disse: Ouve, ó Senhor, a voz de Judah, e introduze-o no seu povo: as suas mãos lhe bastem, e tu lhe sejas em ajuda contra os seus inimigos.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Levi disse: Teu Thummim e teu Urim são para o teu amado, que tu provaste em Massah, com quem contendeste ás aguas de Meribah.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disse a seu pae e a sua mãe: Nunca o vi; e não conheceu a seus irmãos, e não estimou a seus filhos: pois guardaram a tua palavra e observaram o teu concerto.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Ensinaram os teus juizos a Jacob, e a tua lei a Israel; metteram incenso no teu nariz, e o holocausto sobre o teu altar.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 o seu poder, ó Senhor, e a obra das suas mãos te aguarde: fere os lombos dos que se levantam contra elle e o aborrecem, que nunca mais se levantem.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Benjamin disse: O amado do Senhor habitará seguro com elle: todo o dia o cobrirá, e morará entre os seus hombros.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José disse: Bemdita do Senhor seja a sua terra, com o mais excellente dos céus, como orvalho, e com o abysmo que jaz abaixo.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as mais excellentes novidades do sol, e com as mais excellentes producções da lua,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o mais excellente dos montes antigos, e com o mais excellente dos outeiros eternos,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o mais excellente da terra, e com a sua plenidão, e com a benevolencia d'aquelle que habitava na sarça, a benção venha sobre a cabeça de José, e sobre o alto da cabeça do que foi separado de seus irmãos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tem a gloria do primogenito do seu boi, e as suas pontas são pontas de unicornio: com elles escorneará os povos juntamente até ás extremidades da terra: estes pois são os dez milhares de Ephraim, e estes são os milhares de Manasseh.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Zebulon disse: Zebulon, alegra-te nas tuas saidas; e tu, Issacar, nas tuas tendas.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chamarão os povos ao monte: ali offerecerão offertas de justiça, porque chuparão a abundancia dos mares e os thesouros escondidos da areia.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Gad disse: Bemdito aquelle que faz dilatar a Gad, habita como a leoa, e despedaça o braço e alto da cabeça.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proveu do primeiro, porquanto ali estava escondida a porção do legislador: pelo que veiu com os chefes do povo, executou a justiça do Senhor e os seus juizos para com 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Dan disse: Dan é leãozinho; saltará de Basan.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Naphtali disse: Farta-te, ó Naphtali, da benevolencia, e enchete da benção do Senhor; possue o occidente e o meio dia.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Aser disse: Bemdito seja Aser com seus filhos, agrade a seus irmãos, e banhe em azeite o seu pé.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ferro e o metal será o teu calçado; e a tua força será como os teus dias.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outro, ó Jeshurun, similhante a Deus! que cavalga sobre os céus para a tua ajuda, e com a sua alteza sobre as mais altas nuvens.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eterno te seja por habitação, e por baixo sejam os braços eternos: e elle lance o inimigo de diante de ti, e diga: Destroe-o.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 pois habitará só seguro, na terra da fonte de Jacob, na terra de grão e de mosto: e os seus céus gotejarão orvalho.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tu, ó Israel! quem é como tu? um povo salvo pelo Senhor, o escudo do teu soccorro, e a espada da tua alteza: pelo que os teus inimigos te serão sujeitos, e tu pisarás sobre as suas alturas.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