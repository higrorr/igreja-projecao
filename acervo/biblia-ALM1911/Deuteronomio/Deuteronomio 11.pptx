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Amarás pois ao Senhor teu Deus, e guardarás a sua observancia, e os seus estatutos, e os seus juizos, e os seus mandamentos, todos os dias.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hoje sabereis que fallo, não com vossos filhos, que o não sabem, e não viram a instrucção do Senhor vosso Deus, a sua grandeza, a sua mão forte, e o seu braço estendido;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tão pouco os seus signaes, nem os seus feitos, que fez no meio do Egypto a Pharaó, rei do Egypto, e a toda a sua terra;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o que fez ao exercito dos egypcios, aos seus cavallos e aos seus carros, fazendo passar sobre elles as aguas do Mar Vermelho quando vos perseguiam: e o Senhor os destruiu até ao dia de hoje;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o que vos fez no deserto, até que chegastes a este logar;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que fez a Dathan e a Abiram, filhos de Eliab, filho de Ruben: como a terra abriu a sua bocca e os tragou com as suas casas e com as suas tendas, como tambem tudo o que subsistia, e lhes pertencia, no meio de todo o Israel: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os vossos olhos são os que viram toda a grande obra que fez o Senhor.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Guardae pois todos os mandamentos que eu vos ordeno hoje, para que vos esforceis, e entreis, e possuaes a terra que passaes a possuir;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para que prolongueis os dias na terra que o Senhor jurou a vossos paes dal-a a elles e á sua semente, terra que mana leite e mel.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terra que entras a possuir não é como a terra do Egypto, d'onde saistes, em que semeavas a tua semente, e a regavas com o teu pé, como a uma horta.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 terra que passaes a possuir é terra de montes e de valles: da chuva dos céus beberá as aguas: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Terra de que o Senhor teu Deus tem cuidado: os olhos do Senhor teu Deus estão sobre ella continuamente, desde o principio até ao fim do anno.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que, se diligentemente obedecerdes a meus mandamentos que hoje te ordeno, de amar ao Senhor teu Deus, e de o servir de todo o teu coração e de toda a tua alma,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darei a chuva da vossa terra a seu tempo, a temporã e a serodia, para que recolhas o teu grão, e o teu mosto e o teu azeite.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darei herva no teu campo ás tuas bestas, e comerás, e fartar-te-has.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Guardae-vos, que o vosso coração não se engane, e vos desvieis, e sirvaes a outros deuses, e vos inclineis perante elles: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ira do Senhor se accenda contra vós, e feche elle os céus, e não haja agua, e a terra não dê a sua novidade, e cedo pereçaes da boa terra que o Senhor vos dá.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Ponde pois estas minhas palavras no vosso coração e na vossa alma, e atae-as por signal na vossa mão, para que estejam por testeiras entre os vossos olhos,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ensinae-as a vossos filhos, fallando d'ellas assentado em tua casa, e andando pelo caminho, e deitando-te, e levantando-te;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escreve-as nos umbraes de tua casa, e nas tuas portas: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se multipliquem os vossos dias e os dias de vossos filhos na terra que o Senhor jurou a vossos paes dar-lhes, como os dias dos céus sobre a terra.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se diligentemente guardardes todos estes mandamentos que vos ordeno para os guardardes, amando ao Senhor vosso Deus, andando em todos os seus caminhos, e a elle vos achegardes,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o Senhor de diante de vós lançará fóra todas estas nações, e possuireis nações maiores e mais poderosas do que vós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o logar que pisar a planta do vosso pé será vosso: desde o deserto, e desde o Libano, desde o rio, o rio Euphrates, até ao mar occidental, será o vosso termo.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11:25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Ninguem parará diante de vós: o Senhor vosso Deus porá sobre toda a terra que pisardes o vosso terror e o vosso temor, como já vos tem dito.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11:26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hoje eu ponho diante de vós a benção e a maldição: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11:27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benção, quando ouvirdes os mandamentos do Senhor vosso Deus, que hoje vos mando;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11:28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 maldição, se não ouvirdes os mandamentos do Senhor vosso Deus, e vos desviardes do caminho que hoje vos ordeno, para seguirdes outros deuses que não conhecestes.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11:29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que, havendo-te o Senhor teu Deus introduzido na terra, a que vaes para possuil-a, então pronunciarás a benção sobre o monte de Gerizim, e a maldição sobre o monte d'Ebal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11:30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não estão elles d'aquem do Jordão, junto ao caminho do pôr do sol, na terra dos cananeos, que habitam na campina defronte do Gilgal, junto aos carvalhaes de Moreh?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11:31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passareis o Jordão para entrardes a possuir a terra, que vos dá o Senhor vosso Deus: e a possuireis, e n'ella habitareis.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11:32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Tende pois cuidado em fazer todos os estatutos e os juizos, que eu hoje vos proponho.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