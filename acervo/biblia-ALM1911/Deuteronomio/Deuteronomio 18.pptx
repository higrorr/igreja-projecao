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sacerdotes levitas, toda a tribu de Levi, não terão parte nem herança em Israel: das offertas queimadas do Senhor e da sua herança comerão.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não terá herança no meio de seus irmãos: o Senhor é a sua herança, como lhe tem 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pois será o direito dos sacerdotes, a receber do povo, dos que sacrificarem sacrificio, seja boi ou gado miudo: que dará ao sacerdote a espadoa, e as queixadas, e o bucho.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Dar-lhe-has as primicias do teu grão, do teu mosto e do teu azeite, e as primicias da tosquia das tuas ovelhas.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teu Deus o escolheu de todas as tuas tribus, para que assista a servir no nome do Senhor, elle e seus filhos, todos os dias.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vier um levita de alguma das tuas portas, de todo o Israel, onde habitar, e vier com todo o desejo da sua alma ao logar que o Senhor escolheu,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servir no nome do Senhor seu Deus, como tambem todos os seus irmãos, os levitas, que assistem ali perante o Senhor;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Egual porção comerão, além das suas vendas paternas.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entrares na terra que o Senhor teu Deus te dér, não aprenderás a fazer conforme as abominações d'aquellas nações.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ti se não achará quem faça passar pelo fogo a seu filho ou a sua filha, nem adivinhador, nem prognosticador, nem agoureiro, nem feiticeiro;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encantador de encantamentos, nem quem pergunte a um espirito adivinhante, nem magico, nem quem pergunte aos mortos: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todo aquelle que faz tal coisa é abominação ao Senhor; e por estas abominações o Senhor teu Deus as lança fóra de diante d'elle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Perfeito serás, como o Senhor teu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estas nações, que has de possuir, ouvem os prognosticadores e os adivinhadores: porém a ti o Senhor teu Deus não permittiu tal coisa.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teu Deus te despertará um propheta do meio de ti, de teus irmãos, como eu; a elle ouvireis;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tudo o que pediste ao Senhor teu Deus em Horeb, no dia da congregação, dizendo: Não ouvirei mais a voz do Senhor meu Deus, nem mais verei este grande fogo, para que não morra.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me disse: Bem fallaram n'aquillo que disseram.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lhes suscitarei um propheta do meio de seus irmãos, como tu, e porei as minhas palavras na sua bocca, e elle lhes fallará tudo o que eu lhe ordenar.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qualquer que não ouvir as minhas palavras, que elle fallar em meu nome, eu o requererei d'elle.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propheta que presumir soberbamente de fallar alguma palavra em meu nome, que eu lhe não tenho mandado fallar, ou o que fallar em nome de outros deuses, o tal propheta morrerá.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disseres no teu coração: Como conheceremos a palavra que o Senhor não fallou?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tal propheta fallar em nome do Senhor, e tal palavra se não cumprir, nem succeder assim; esta é palavra que o Senhor não fallou: com soberba a fallou o tal propheta: não tenhas temor d'elle.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