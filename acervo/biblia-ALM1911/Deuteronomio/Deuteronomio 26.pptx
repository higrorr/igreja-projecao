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será que, quando entrares na terra que o Senhor teu Deus te dér por herança, e a possuires, e n'ella habitares,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tomarás das primicias de todos os fructos da terra, que trouxeres da tua terra, que te dá o Senhor teu Deus, e as porás n'um cesto, e irás ao logar que escolher o Senhor teu Deus, para ali fazer habitar o seu nome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virás ao sacerdote, que n'aquelles dias fôr, e dir-lhe-has: Hoje declaro perante o Senhor teu Deus que entrei na terra que o Senhor jurou a nossos paes dar-nos.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sacerdote tomará o cesto da tua mão, e o porá diante do altar do Senhor teu Deus.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protestarás perante o Senhor teu Deus, e dirás: Syro miseravel foi meu pae, e desceu ao Egypto, e ali peregrinou com pouca gente: porém ali cresceu até vir a ser nação grande, poderosa e numerosa.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os egypcios nos maltrataram e nos affligiram, e sobre nós pozeram uma dura servidão.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clamámos ao Senhor Deus de nossos paes; e o Senhor ouviu a nossa voz, e attentou para a nossa miseria, e para o nosso trabalho, e para a nossa oppressão.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nos tirou do Egypto com mão forte, e com braço estendido, e com grande espanto, e com signaes, e com milagres;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nos trouxe a este logar, e nos deu esta terra, terra que mana leite e mel.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eis que agora eu trouxe as primicias dos fructos da terra que tu, ó Senhor, me déste. Então as porás perante o Senhor teu Deus, e te inclinarás perante o Senhor teu Deus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 alegrarás por todo o bem que o Senhor teu Deus te tem dado a ti e á tua casa, tu e o levita, e o estrangeiro que está no meio de ti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26:12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acabares de dizimar todos os dizimos da tua novidade no anno terceiro, que é o anno dos dizimos, então a darás ao levita, ao estrangeiro, ao orphão e á viuva, para que comam dentro das tuas portas, e se fartem: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26:13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dirás perante o Senhor teu Deus: Tirei o que é consagrado de minha casa, e dei tambem ao levita, e ao estrangeiro, e ao orphão e á viuva, conforme a todos os teus mandamentos que me tens ordenado: nada traspassei dos teus mandamentos, nem d'elles me esqueci.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26:14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D'elle não comi na minha tristeza, nem d'elle nada tirei para immundicia, nem d'elle dei para algum morto: obedeci á voz do Senhor meu Deus; conforme a tudo o que me ordenaste, tenho feito.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26:15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Olha desde a tua sancta habitação, desde o céu, e abençoa o teu povo, a Israel, e a terra que nos déste, como juraste a nossos paes, terra que mana leite e mel.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26:16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N'este dia o Senhor teu Deus te manda fazer estes estatutos e juizos: guarda-os pois, e faze-os com todo o teu coração e com toda a tua alma.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26:17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Hoje fizeste dizer ao Senhor que te será por Deus, e que andarás nos seus caminhos, e guardarás os seus estatutos, e os seus mandamentos, e os seus juizos, e darás ouvidos á sua voz.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26:18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hoje te fez dizer que lhe serás por povo seu proprio, como te tem dito, e que guardarás todos os seus mandamentos.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26:19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assim te exaltar sobre todas as nações que fez, para louvor, e para fama, e para gloria, e para que sejas um povo sancto ao Senhor teu Deus, como tem dito.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