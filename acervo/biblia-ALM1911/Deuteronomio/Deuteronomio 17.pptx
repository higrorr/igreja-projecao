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sacrificarás ao Senhor teu Deus, boi ou gado miudo em que haja defeito ou alguma coisa má; pois abominação é ao Senhor teu Deus.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no meio de ti, em alguma das tuas portas que te dá o Senhor teu Deus, se achar algum homem ou mulher que fizer mal aos olhos do Senhor teu Deus, traspassando o seu concerto,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se fôr, e servir a outros deuses, e se encurvar a elles, ou ao sol, ou á lua, ou a todo o exercito do céu; o que eu não ordenei;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fôr denunciado, e o ouvires; então bem o inquirirás: e eis que, sendo verdade, e certo que se fez tal abominação em Israel.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tirarás o homem ou a mulher que fez este maleficio, ás tuas portas, sim, o tal homem ou mulher: e os apedrejarás com pedras, até que morram.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bocca de duas testemunhas, ou tres testemunhas, será morto o que houver de morrer: por bocca d'uma só testemunha não morrerá.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mão das testemunhas será primeiro contra elle, para matal-o; e depois a mão de todo o povo: assim tirarás o mal do meio de ti.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alguma coisa te fôr difficultosa em juizo, entre sangue e sangue, entre demanda e demanda, entre ferida e ferida, em negocios de pendencias nas tuas portas, então te levantarás, e subirás ao logar que escolher o Senhor teu Deus;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virás aos sacerdotes levitas, e ao juiz que houver n'aquelles dias, e inquirirás, e te annunciarão a palavra que fôr do juizo.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farás conforme ao mandado da palavra que te annunciarão do logar que escolher o Senhor; e terás cuidado de fazer conforme a tudo o que te ensinarem.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Conforme ao mandado da lei que te ensinarem, e conforme ao juizo que te disserem, farás: da palavra que te annunciarem te não desviarás, nem para a direita nem para a esquerda.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pois que se houver soberbamente, não dando ouvidos ao sacerdote, que está ali para servir ao Senhor teu Deus, nem ao juiz, o tal homem morrerá: e tirarás o mal de Israel: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todo o povo o ouça, e tema, e nunca mais se ensoberbeça.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entrares na terra, que te dá o Senhor teu Deus, e a possuires, e n'ella habitares, e disseres: Porei sobre mim um rei, assim como teem todas as gentes que estão em redor de mim: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Porás certamente sobre ti como rei aquelle que escolher o Senhor teu Deus: d'entre teus irmãos porás rei sobre ti: não poderás pôr homem estranho sobre ti, que não seja de teus irmãos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não multiplicará para si cavallos, nem fará voltar o povo ao Egypto, para multiplicar cavallos; pois o Senhor vos tem dito: Nunca mais voltareis por este caminho.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pouco para si multiplicará mulheres, para que o seu coração se não desvie: nem prata nem oiro multiplicará muito para si.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tambem que, quando se assentar sobre o throno do seu reino, então escreverá para si um traslado d'esta lei n'um livro, do que está diante dos sacerdotes levitas.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terá comsigo, e n'elle lerá todos os dias da sua vida; para que aprenda a temer ao Senhor seu Deus, para guardar todas as palavras d'esta lei, e estes estatutos, para fazel-os;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o seu coração não se levante sobre os seus irmãos, e não se aparte do mandamento, nem para a direita nem para a esquerda: para que prolongue os dias no seu reino, elle e seus filhos no meio de Israel.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