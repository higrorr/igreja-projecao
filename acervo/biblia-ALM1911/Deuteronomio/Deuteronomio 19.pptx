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 Senhor teu Deus desarraigar as nações cuja terra te dará o Senhor teu Deus, e tu as possuires, e morares nas suas cidades e nas suas casas;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Tres cidades separarás no meio da tua terra que te dará o Senhor teu Deus para a possuir.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Preparar-te-has o caminho; e os termos da tua terra, que te fará possuir o Senhor teu Deus, partirás em tres: e isto será para que todo o homicida se acolha ali.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 é o caso tocante ao homicida, que se acolher ali, para que viva: aquelle que por erro ferir o seu proximo, a quem não aborrecia d'antes: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aquelle que entrar com o seu proximo no bosque, para cortar lenha, e, pondo força na sua mão com o machado para cortar a arvore, o ferro saltar do cabo e ferir o seu proximo, e morrer, o tal se acolherá a uma d'estas cidades, e viverá: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vingador do sangue não vá após o homicida, quando se esquentar o seu coração, e o alcançar, por ser comprido o caminho, e lhe tire a vida; porque não é culpado de morte, pois o não aborrecia d'antes.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te dou ordem, dizendo: Tres cidades separarás.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o Senhor teu Deus dilatar os teus termos, como jurou a teus paes, e te dér toda a terra que disse daria a teus paes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(Quando guardares todos estes mandamentos, que hoje te ordeno, para fazel-os, amando ao Senhor teu Deus e andando nos seus caminhos todos os dias), então accrescentarás outras tres cidades além d'estas tres.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sangue innocente se não derrame no meio da tua terra, que o Senhor teu Deus te dá por herança, e haja sangue sobre 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havendo alguem que aborrece a seu proximo, e lhe arma ciladas, e se levanta contra elle, e o fere na vida, que morra, e se acolhe a alguma d'estas cidades,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anciãos da sua cidade mandarão, e d'ali o tirarão, e o entregarão na mão do vingador do sangue, para que morra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olho o não poupará; antes tirarás o sangue innocente de Israel, para que bem te succeda.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mudes o limite do teu proximo, que limitaram os antigos na tua herança, que possuires na terra, que te dá o Senhor teu Deus para a possuires.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Uma só testemunha contra ninguem se levantará por qualquer iniquidade, ou por qualquer peccado, seja qual fôr o peccado que peccasse: pela bocca de duas testemunhas, ou pela bocca de tres testemunhas, se estabelecerá o negocio.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se levantar testemunha falsa contra alguem, para testificar contra elle ácerca de desvio,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dois homens, que tiverem a demanda, se apresentarão perante o Senhor, diante dos sacerdotes e dos juizes que houver n'aquelles dias;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juizes bem inquirirão; e eis que, sendo a testemunha falsa testemunha, que testificou falsidade contra seu irmão,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Far-lhe-heis como cuidou fazer a seu irmão: e assim tirarás o mal do meio de ti.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os que ficarem o ouçam e temam, e nunca mais tornem a fazer tal mal no meio de ti.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Deuteronômio 19:21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olho não poupará: vida por vida, olho por olho, dente por dente, mão por mão, pé por pé.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