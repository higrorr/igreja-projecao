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saires á peleja contra teus inimigos, e vires cavallos, e carros, e povo maior em numero do que tu, d'elles não terás temor; pois o Senhor teu Deus, que te tirou da terra do Egypto, está comtigo.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quando vos achegardes á peleja, o sacerdote se adiantará, e fallará ao povo,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dir-lhe-ha: Ouve, ó Israel, hoje vos achegaes á peleja contra os vossos inimigos: que se não amolleça o vosso coração; não temaes nem tremaes, nem vos aterroriseis diante d'elles,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Senhor vosso Deus é o que vae comvosco, a pelejar contra os vossos inimigos, para salvar-vos.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officiaes fallarão ao povo, dizendo: Qual é o homem que edificou casa nova e ainda a não consagrou? vá, e torne-se á sua casa, para que porventura não morra na peleja e algum outro a consagre.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qual é o homem que plantou uma vinha e ainda não logrou fructo d'ella? vá, e torne-se á sua casa, para que porventura não morra na peleja e algum outro o logre.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qual é o homem que está desposado com alguma mulher e ainda a não recebeu? vá, e torne-se á sua casa, para que porventura não morra na peleja e algum outro homem a receba.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continuarão os officiaes a fallar ao povo, dizendo: Qual é o homem medroso e de coração timido? vá, e torne-se á sua casa, para que o coração de seus irmãos se não derreta como o seu coração.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quando os officiaes acabarem de fallar ao povo, então ordenarão os maioraes dos exercitos na dianteira do povo.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te achegares a alguma cidade a combatel-a, apregoar-lhe-has a paz.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se te responder em paz, e te abrir, todo o povo que se achar n'ella te será tributario e te servirá.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ella não fizer paz comtigo, mas antes te fizer guerra, então a sitiarás.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teu Deus a dará na tua mão; e todo o macho que houver n'ella passarás ao fio da espada,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sómente as mulheres, e as creanças, e os animaes; e tudo o que houver na cidade, todo o seu despojo, tomarás para ti; e comerás o despojo dos teus inimigos, que te deu o Senhor teu Deus.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farás a todas as cidades que estiverem mui longe de ti, que não forem das cidades d'estas nações.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das cidades d'estas nações, que o Senhor teu Deus te dá em herança, nenhuma coisa que tem folego deixarás com vida;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destruil-as-has totalmente: aos hetheos, e aos amorrheos, e aos cananeos, e aos pherezeos, e aos heveos, e aos jebuseos, como te ordenou o Senhor teu Deus.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vos não ensinem a fazer conforme a todas as suas abominações, que fizeram a seus deuses, e pequeis contra o Senhor vosso Deus.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sitiares uma cidade por muitos dias, pelejando contra ella para a tomar, não destruirás o seu arvoredo, mettendo n'elle o machado, porque d'elle comerás: pelo que o não cortarás (pois o arvoredo do campo é o mantimento do homem), para que sirva de tranqueira diante de ti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as arvores que souberes que não são arvores de comer, destruil-as-has e cortal-as-has: e contra a cidade que guerrear contra ti edificarás tranqueiras, até que esta seja derribada.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