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virámo-nos, e caminhámos ao deserto, caminho do Mar Vermelho, como o Senhor me tinha dito, e muitos dias rodeámos a montanha de Seir.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me fallou,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Assás tendes rodeado esta montanha: virae-vos para o norte.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ordem ao povo, dizendo: Passareis pelos termos de vossos irmãos, os filhos de Esaú, que habitam em Seir: e elles terão medo de vós; porém guardae-vos bem,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entremettaes com elles, porque vos não darei da sua terra nem ainda a pisada da planta de um pé: porquanto a Esaú tenho dado a montanha de Seir por herança.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Comprareis d'elles, por dinheiro, comida para comerdes: e tambem agua para beber d'elles comprareis por dinheiro.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teu Deus te abençoou em toda a obra das tuas mãos; elle sabe que andas por este grande deserto: estes quarenta annos o Senhor teu Deus esteve comtigo, coisa nenhuma te faltou.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 pois de nossos irmãos, os filhos de Esaú, que habitavam em Seir, desde o caminho da planicie de Elath e de Ezeon-geber, nos virámos e passámos o caminho do deserto de Moab.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me disse: Não molestes a Moab, e não contendas com elles em peleja, porque te não darei herança da sua terra; porquanto tenho dado a Ar aos filhos de Lot por herança.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(Os emeos d'antes habitaram n'ella: um povo grande e numeroso, e alto como os gigantes;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foram contados por gigantes como os enaquins: e os moabitas os chamavam emeos.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D'antes os horeos tambem habitaram em Seir: porém os filhos de Esaú os lançaram fóra, e os destruiram de diante de si, e habitaram no seu logar, assim como Israel fez á terra da sua herança, que o Senhor lhes tinha dado.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 agora, e passae o ribeiro de Zered: assim passámos o ribeiro de Zered.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dias que caminhámos, desde Cades-barnea até que passámos o ribeiro de Zered, foram trinta e oito annos, até que toda aquella geração dos homens de guerra se consumiu do meio do arraial, como o Senhor lhes jurara.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foi contra elles a mão do Senhor, para os destruir do meio do arraial até os haver consumido.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sendo já consumidos todos os homens de guerra, pela morte, do meio do arraial.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me fallou,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passarás a Ar, pelos termos de Moab;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chegarás até defronte dos filhos de Ammon: não os molestes, e com elles não contendas: porque da terra dos filhos de Ammon te não darei herança, porquanto aos filhos de Lot a tenho dado por herança.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(Tambem esta foi contada por terra de gigantes; d'antes n'ella habitavam gigantes, e os ammonitas os chamavam zamzummeos: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povo grande, e numeroso, e alto, como os gigantes: e o Senhor os destruiu de diante de si, e elles os lançaram fóra, e habitaram no seu logar;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fez com os filhos d'Esaú, que habitavam em Seir, de diante dos quaes destruiu os horeos, e elles os lançaram fóra, e habitaram no seu logar até este dia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caftoreos, que sairam de Caftor, destruiram os aveos, que habitavam em Kazerim até Gaza, e habitaram no seu logar).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parti e passae o ribeiro d'Arnon; eis-aqui na tua mão tenho dado a Sehon, amorrheo, rei de Hesbon, e a sua terra; começa a possuil-a, e contende com elles em peleja.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N'este dia começarei a pôr um terror e um temor de ti diante dos povos que estão debaixo de todo o céu: os que ouvirem a tua fama tremerão diante de ti e se angustiarão.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mandei mensageiros desde o deserto de Quedemoth a Sehon, rei de Hesbon, com palavras de paz, dizendo: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Deixa-me passar pela tua terra: sómente pela estrada irei; não me desviarei para a direita nem para a esquerda.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comida que eu coma vender-m'a-has por dinheiro, e dar-me-has por dinheiro a agua que beba: tão sómente deixa-me passar a pé;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fizeram comigo os filhos d'Esaú, que habitam em Seir, e os moabitas que habitam em Ar: até que eu passe o Jordão, a terra que o Senhor nosso Deus nos ha de dar.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Sehon, rei de Hesbon, não nos quiz deixar passar por si, porquanto o Senhor teu Deus endurecera o seu espirito, e fizera obstinado o seu coração, por t'o dar na tua mão, como n'este dia se vê.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disse: Eis-aqui, tenho começado a dar-te Sehon, e a sua terra diante de ti: começa pois a possuil-a, para que herdes a sua terra.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Sehon saiu-nos ao encontro, elle e todo o seu povo, á peleja, a Jahaz: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nosso Deus nol-o deu diante de nós, e o ferimos a elle, e a seus filhos, e a todo o seu povo.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tempo tomámos todas as suas cidades, e destruimos todas as cidades, homens, e mulheres e creanças: não deixámos a ninguem.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tomámos em presa o gado para nós, e o despojo das cidades que tinhamos tomado.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Aroer, que está á borda do ribeiro d'Arnon, e a cidade que está junto ao ribeiro, até Gilead, nenhuma cidade houve que de nós escapasse: tudo isto o Senhor nosso Deus nos entregou diante de nós.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á terra dos filhos de Ammon não chegaste: nem a toda a borda do ribeiro de Jabbok, nem ás cidades da montanha, nem a coisa alguma que nos prohibira o Senhor nosso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