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mandamentos que hoje vos ordeno guardareis para os fazer: para que vivaes, e vos multipliqueis, e entreis, e possuaes a terra que o Senhor jurou a vossos paes.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lembrarás de todo o caminho, pelo qual o Senhor teu Deus te guiou no deserto estes quarenta annos, para te humilhar, e te tentar, para saber o que estava no teu coração, se guardarias os seus mandamentos, ou não.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humilhou, e te deixou ter fome, e te sustentou com o manná, que tu não conheceste, nem teus paes o conheceram: para te dar a entender que o homem não viverá só de pão, mas que de tudo o que sae da bocca do Senhor viverá o homem.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se envelheceu o teu vestido sobre ti, nem se inchou o teu pé estes quarenta annos.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Confessa pois no teu coração que, como um homem castiga a seu filho, assim te castiga o Senhor teu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 os mandamentos do Senhor teu Deus, para o temer, e andar nos seus caminhos.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teu Deus te mette n'uma boa terra, terra de ribeiros d'aguas, de fontes, e d'abysmos, que saem dos valles e das montanhas;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trigo e cevada, e de vides, e figueiras, e romeiras; terra de oliveiras, abundante de azeite e mel;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em que comerás o pão sem escassez, e nada te faltará n'ella: terra cujas pedras são ferro, e de cujos montes tu cavarás o cobre.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tiveres comido, e fores farto, louvarás ao Senhor teu Deus pela boa terra que te deu.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 que te esqueças do Senhor teu Deus, não guardando os seus mandamentos, e os seus juizos, e os seus estatutos que hoje te ordeno: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porventura, havendo tu comido e fores farto, e havendo edificado boas casas, e habitando-as,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tiverem augmentado as tuas vaccas e as tuas ovelhas, e se accrescentar a prata e o oiro, e se multiplicar tudo quanto tens,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eleve o teu coração e te esqueças do Senhor teu Deus, que te tirou da terra do Egypto, da casa da servidão;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guiou por aquelle grande e terrivel deserto de serpentes ardentes, e d'escorpiões, e de secura, em que não havia agua; e tirou agua para ti da rocha do seixal;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deserto te sustentou com manná, que teus paes não conheceram; para te humilhar, e para te provar, para no teu fim te fazer bem;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digas no teu coração: A minha força, e a fortaleza de meu braço, me adquiriu este poder.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te lembrarás do Senhor teu Deus, que elle é o que te dá força para adquirires poder; para confirmar o seu concerto, que jurou a teus paes; como se vê n'este dia.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porém que, se de qualquer sorte te esqueceres do Senhor teu Deus, e se ouvires outros deuses, e os servires, e te inclinares perante elles, hoje eu protesto contra vós que certamente perecereis.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gentes que o Senhor destruiu diante de vós, assim vós perecereis: porquanto não querieis obedecer á voz do Senhor vosso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