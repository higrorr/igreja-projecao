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mesmo tempo me disse o Senhor: Alisa duas taboas de pedra, como as primeiras, e sobe a mim a este monte, e faze-te uma arca de madeira: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n'aquellas taboas escreverei as palavras que estavam nas primeiras taboas que quebraste, e as porás na arca.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fiz uma arca de madeira de sittim, e alisei duas taboas de pedra, como as primeiras: e subi ao monte com as duas taboas na minha mão.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escreveu nas taboas, conforme á primeira escriptura, os dez mandamentos, que o Senhor vos fallara no dia da congregação, no monte, do meio do fogo: e o Senhor m'as deu a mim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virei-me, e desci do monte, e puz as taboas na arca que fizera: e ali estão, como o Senhor me ordenou.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os filhos de Israel de Beeroth-Bene-jaakan a Mosera: ali falleceu Aarão, e ali foi sepultado, e Eleazar, seu filho, administrou o sacerdocio em seu logar.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D'ali partiram a Gudgod, e de Gudgod a Jotbath, terra de ribeiros de aguas.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mesmo tempo o Senhor separou a tribu de Levi, para levar a arca do concerto do Senhor, para estar diante do Senhor, para o servir, e para abençoar em seu nome até ao dia de hoje.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Levi com seus irmãos não tem parte na herança: o Senhor é a sua herança, como o Senhor teu Deus lhe tem dito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estive no monte, como nos dias primeiros, quarenta dias e quarenta noites: e o Senhor me ouviu ainda por esta vez: não quiz o Senhor destruir-te.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me disse: Levanta-te, põe-te a caminho diante do povo, para que entrem, e possuam a terra que jurei a seus paes dar-lhes.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ó Israel, que é o que o Senhor teu Deus pede de ti, senão que temas o Senhor teu Deus, que andes em todos os seus caminhos, e o ames, e sirvas ao Senhor teu Deus com todo o teu coração e com toda a tua alma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guardar os mandamentos do Senhor, e os seus estatutos, que hoje te ordeno, para o teu bem?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os céus e os céus dos céus são do Senhor teu Deus, a terra e tudo o que n'ella ha.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o Senhor tomou prazer em teus paes para os amar: e a vós, semente d'elles, escolheu depois d'elles, de todos os povos, como n'este dia se vê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Circumcidae pois o prepucio do vosso coração, e não mais endureçaes a vossa cerviz.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Senhor vosso Deus é o Deus dos deuses, e o Senhor dos senhores, o Deus grande, poderoso e terrivel, que não faz accepção de pessoas, nem acceita recompensas: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faz justiça ao orphão e á viuva, e ama o estrangeiro, dando-lhe pão e vestido.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amareis o estrangeiro, pois fostes estrangeiros na terra do Egypto.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teu Deus temerás, a elle servirás, e a elle te chegarás, e pelo seu nome jurarás.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o teu louvor e o teu Deus, que te fez estas grandes e terriveis coisas que os teus olhos teem visto.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setenta almas teus paes desceram ao Egypto; e agora o Senhor teu Deus te poz como as estrellas dos céus em multidão.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