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Senhor teu Deus te tiver introduzido na terra, a qual vaes a possuir, e tiver lançado fóra muitas gentes de diante de ti, os hetheos, e os girgaseos, e os amorrheos, e os cananeos, e os phereseos, e os heveos, e os jebuseos, sete gentes mais numerosas e mais poderosas do que tu;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teu Deus as tiver dado diante de ti, para as ferir, totalmente as destruirás; não farás com ellas concerto, nem terás piedade d'ellas;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te aparentarás com ellas: não darás tuas filhas a seus filhos, e não tomarás suas filhas para teus filhos;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fariam desviar teus filhos de mim, para que servissem a outros deuses; e a ira do Senhor se accenderia contra vós, e depressa vos consumiria.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assim lhes fareis: Derrubareis os seus altares, quebrantareis as suas estatuas; e cortareis os seus bosques, e queimareis a fogo as suas imagens d'esculptura.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povo sancto és ao Senhor teu Deus: o Senhor teu Deus te escolheu, para que lhe fosses o seu povo proprio, de todos os povos que sobre a terra 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não tomou prazer em vós, nem vos escolheu, porque a vossa multidão era mais do que a de todos os outros povos, pois vós ereis menos em numero do que todos os povos: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porque o Senhor vos amava, e para guardar o juramento que jurára a vossos paes, o Senhor vos tirou com mão forte e vos resgatou da casa da servidão, da mão de Pharaó, rei do Egypto.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Saberás pois que o Senhor teu Deus é Deus, o Deus fiel, que guarda o concerto e a misericordia até mil gerações aos que o amam e guardam os seus mandamentos;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 o pago em sua cara a qualquer dos que o aborrecem, fazendo-o perecer: não dilatará ao que o aborrece; em sua cara lh'o pagará.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pois os mandamentos, e os estatutos e os juizos que hoje te mando fazer.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pois que, se, ouvindo estes juizos, os guardardes e fizerdes, o Senhor teu Deus te guardará o concerto e a beneficencia que jurou a teus paes,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amar-te-ha, e abençoar-te-ha, e te fará multiplicar, e abençoará o fructo do teu ventre, e o fructo da tua terra, o teu grão, e o teu mosto, e o teu azeite, e a criação das tuas vaccas, e o rebanho do teu gado miudo, na terra que jurou a teus paes dar-te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serás mais do que todos os povos: nem macho nem femea entre ti haverá esteril, nem entre os teus animaes.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 ti desviará toda a enfermidade: sobre ti não porá nenhuma das más doenças dos egypcios, que bem sabes, antes as porá sobre todos os que te aborrecem.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consumirás a todos os povos que te der o Senhor teu Deus: o teu olho não os poupará: e não servirás a seus deuses, pois isto te seria por laço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disseres no teu coração: Estas gentes são mais numerosas do que eu; como as poderei lançar fóra?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D'ellas não tenhas temor: não deixes de te lembrar do que o Senhor teu Deus fez a Pharaó e a todos os egypcios,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grandes provas a que viram os teu olhos, e dos signaes, e maravilhas, e mão forte, e braço estendido, com que o Senhor teu Deus te tirou: assim fará o Senhor teu Deus com todos os povos, diante dos quaes tu temes.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o Senhor teu Deus entre elles mandará vespões, até que pereçam os que ficarem, e se escondam de diante de ti.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espantes diante d'elles: porque o Senhor teu Deus está no meio de ti, Deus grande e terrivel.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teu Deus lançará fóra estas gentes pouco a pouco de diante de ti: não poderás destruil-as todas de prompto, para que as feras do campo se não multipliquem contra ti.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t'as dará diante de ti, e as fará pasmar com grande pasmo, até que sejam destruidas.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seus reis te entregará na mão, para que desfaças os seus nomes de debaixo dos céus: nenhum homem parará diante de ti, até que os destruas.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imagens d'esculptura de seus deuses queimarás a fogo; a prata e o oiro que estão sobre ellas não cobiçarás, nem os tomarás para ti, para que te não enlaces n'elles; pois abominação é ao Senhor teu Deus.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metterás pois abominação em tua casa, para que não sejas anathema, assim como ella: de todo a detestarás, e de todo a abominarás, porque anathema é.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