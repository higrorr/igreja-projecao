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Moysés a todo o Israel, e disse-lhes: Ouve, ó Israel, os estatutos e juizos que hoje vos fallo aos ouvidos: e aprendel-os-heis, e guardal-os-heis, para os fazer.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nosso Deus fez comnosco concerto em Horeb.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 nossos paes fez o Senhor este concerto, senão comnosco, todos os que hoje aqui estamos vivos.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Cara a cara o Senhor fallou comnosco no monte, do meio do fogo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(N'aquelle tempo eu estava em pé entre o Senhor e vós, para vos notificar a palavra do Senhor: porque temestes o fogo, e não subistes ao monte), dizendo: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sou o Senhor teu Deus, que te tirei da terra do Egypto, da casa da servidão: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terás outros deuses diante de mim;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farás para ti imagem de esculptura, nem similhança alguma do que ha em cima no céu, nem em baixo na terra, nem nas aguas debaixo da terra: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encurvarás a ellas, nem as servirás: porque Eu, o Senhor teu Deus, sou Deus zeloso, que visito a maldade dos paes sobre os filhos, até á terceira e quarta geração d'aquelles que me aborrecem,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faço misericordia em milhares aos que me amam, e guardam os meus mandamentos.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tomarás o nome do Senhor teu Deus em vão: porque o Senhor não terá por innocente ao que tomar o seu nome em vão;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 o dia de sabbado, para o sanctificar, como te ordenou o Senhor teu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dias trabalharás, e farás toda a tua obra,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setimo dia é o sabbado do Senhor teu Deus: não farás nenhuma obra n'elle, nem tu, nem teu filho, nem tua filha, nem o teu servo, nem a tua serva, nem o teu boi, nem o teu jumento, nem animal algum teu, nem o estrangeiro que está dentro de tuas portas: para que o teu servo e a tua serva descancem como tu: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te lembrarás que foste servo na terra do Egypto, e que o Senhor teu Deus te tirou d'ali com mão forte e braço estendido: pelo que o Senhor teu Deus te ordenou que guardasses o dia de sabbado.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Honra a teu pae e a tua mãe, como o Senhor teu Deus te ordenou, para que se prolonguem os teus dias, e para que te vá bem na terra que te dá o Senhor teu Deus.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matarás.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adulterarás.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furtarás.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dirás falso testemunho contra o teu proximo;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cobiçarás a mulher do teu proximo: e não desejarás a casa do teu proximo, nem o seu campo, nem o seu servo, nem a sua serva, nem o seu boi, nem o seu jumento, nem coisa alguma do teu proximo.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Estas palavras fallou o Senhor a toda a vossa congregação no monte do meio do fogo, da nuvem e da escuridade, com grande voz, e nada accrescentou: e as escreveu em duas taboas de pedra, e a mim m'as deu.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ouvindo a voz do meio das trevas, e vendo o monte ardendo em fogo, vos achegastes a mim, todos os Cabeças das vossas tribus, e vossos anciãos;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dissestes: Eis aqui o Senhor vosso Deus nos fez ver a sua gloria e a sua grandeza, e ouvimos a sua voz do meio do fogo: hoje vimos que Deus falla com o homem, e que o homem fica vivo.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porque morreriamos? pois este grande fogo nos consumiria: se ainda mais ouvissemos a voz do Senhor nosso Deus, morreriamos.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quem ha de toda a carne, que ouviu a voz do Deus vivente fallando do meio do fogo, como nós, e ficou vivo?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Chega-te tu, e ouve tudo o que disser o Senhor nosso Deus: e tu nos dirás tudo o que te disser o Senhor nosso Deus, e o ouviremos, e o faremos.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o Senhor a voz das vossas palavras, quando me fallaveis a mim, o Senhor me disse: Eu ouvi a voz das palavras d'este povo, que te disseram: em tudo fallaram elles bem.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dera que elles tivessem tal coração que me temessem, e guardassem todos os meus mandamentos todos os dias! para que bem lhes fosse a elles e a seus filhos para sempre.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Vae, dize-lhes: Tornae-vos ás vossas tendas.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está aqui commigo, para que eu a ti te diga todos os mandamentos, e estatutos, e juizos, que tu lhes has de ensinar que façam na terra que eu lhes darei para possuil-a.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pois que façaes como vos mandou o Senhor vosso Deus: não declinareis, nem para a direita nem para a esquerda.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5:33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Andareis em todo o caminho que vos manda o Senhor vosso Deus, para que vivaes e bem vos succeda, e prolongueis os dias na terra que haveis de possuir.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