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propheta ou sonhador de sonhos se levantar no meio de ti, e te dér um signal ou prodigio,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succeder o tal signal ou prodigio, de que te houver fallado, dizendo: Vamos após outros deuses, que não conheceste, e sirvamol-os;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ouvirás as palavras d'aquelle propheta ou sonhador de sonhos: porquanto o Senhor vosso Deus vos prova, para saber se amaes o Senhor vosso Deus com todo o vosso coração, e com toda a vossa alma.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Após o Senhor vosso Deus andareis, e a elle temereis, e os seus mandamentos guardareis, e a sua voz ouvireis, e a elle servireis, e a elle vos achegareis.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aquelle propheta ou sonhador de sonhos morrerá, pois fallou rebeldia contra o Senhor vosso Deus, que vos tirou da terra do Egypto, e vos resgatou da casa da servidão, para te empuxar do caminho que te ordenou o Senhor teu Deus, para andares n'elle: assim tirarás o mal do meio de ti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te incitar teu irmão, filho da tua mãe, ou teu filho, ou tua filha, ou a mulher do teu seio, ou teu amigo, que te é como a tua alma, dizendo-te em segredo: Vamos, e sirvamos a outros deuses que não conheceste, nem tu nem teus paes;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D'entre os deuses dos povos que estão em redor de vós, perto ou longe de ti, desde uma extremidade da terra até á outra extremidade;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consentirás com elle, nem o ouvirás; nem o teu olho o poupará, nem terás piedade d'elle, nem o esconderás;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certamente o matarás; a tua mão será a primeira contra elle, para o matar; e depois a mão de todo o povo.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pedras o apedrejarás, até que morra, pois te procurou empuxar do Senhor teu Deus, que te tirou da terra do Egypto, da casa da servidão;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todo o Israel o ouça e o tema, e não torne a fazer segundo esta coisa má no meio de ti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ouvires dizer de alguma das tuas cidades que o Senhor teu Deus te dá, para ali habitar;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Uns homens, filhos de Belial, sairam do meio de ti, que incitaram os moradores da sua cidade, dizendo: Vamos, e sirvamos a outros deuses que não conhecestes;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inquirirás e informar-te-has, e com diligencia perguntarás; e eis que, sendo este negocio verdade, e certo que se fez uma tal abominação no meio de ti;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certamente ferirás ao fio da espada os moradores d'aquella cidade, destruindo ao fio da espada a ella e a tudo o que n'ella houver, até aos animaes.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ajuntarás todo o seu despojo no meio da sua praça; e a cidade e todo o seu despojo queimarás totalmente para o Senhor teu Deus, e será montão perpetuo, nunca mais se edificará.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nada se pegará á tua mão do anathema, para que o Senhor se aparte do ardor da sua ira, e te faça misericordia, e tenha piedade de ti, e te multiplique, como jurou a teus paes;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ouvires a voz do Senhor teu Deus, para guardar todos os seus mandamentos, que hoje te ordeno; para fazer o que fôr recto aos olhos do Senhor teu Deus.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