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Inclinae os ouvidos, ó céus, e fallarei: e ouça a terra as palavras da minha bocca.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Goteje a minha doutrina como a chuva, distille o meu dito como o orvalho, como chuvisco sobre a herva e como gotas d'agua sobre a relva.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apregoarei o nome do Senhor: dae grandeza a nosso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a Rocha, cuja obra é perfeita, porque todos os seus caminhos juizo são: Deus é a verdade, e não ha n'elle injustiça; justo e recto 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Corromperam-se contra elle, seus filhos elles não são, a sua mancha é d'elles: geração perversa e torcida 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Recompensaes assim ao Senhor, povo louco e ignorante? não é elle teu Pae, que te adquiriu, te fez e te estabeleceu?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dos dias da antiguidade, attentae para os annos de muitas gerações: pergunta a teu pae, e elle te informará, aos teus anciãos, e elles t'o dirão.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Altissimo distribuia as heranças ás nações, quando dividia os filhos de Adão uns dos outros, os termos dos povos tem posto, conforme ao numero dos filhos d'Israel.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porção do Senhor é o seu povo; Jacob é a corda da sua herança.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Achou-o na terra do deserto, e n'um ermo solitario cheio de uivos; trouxe-o ao redor, instruiu-o, guardou-o como a menina do seu olho.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aguia desperta o seu ninho, se move sobre os seus filhos, estende as suas azas, toma-os, e os leva sobre as suas azas,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só o Senhor o guiou: e não havia com elle deus estranho.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o fez cavalgar sobre as alturas da terra, e comeu as novidades do campo, e o fez chupar mel da rocha e azeite da dura pederneira,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Manteiga de vaccas, e leite do rebanho, com a gordura dos cordeiros e dos carneiros que pastam em Basan, e dos bodes, com gordura dos rins do trigo; e bebeste o sangue das uvas, o vinho puro.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engordando-se Jeshurun, deu coices; engordaste-te, engrossaste-te, e de gordura te cobriste: e deixou a Deus, que o fez, e desprezou a Rocha da sua salvação.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deuses estranhos o provocaram a zelos; com abominações o irritaram.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Sacrificios offereceram aos diabos, não a Deus; aos deuses que não conheceram, novos deuses que vieram ha pouco, dos quaes não se estremeceram vossos paes.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Esqueceste-te da Rocha que te gerou; e em esquecimento puzeste o Deus que te formou.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vendo o Senhor, os desprezou, provocado á ira contra seus filhos e suas filhas;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Esconderei o meu rosto d'elles, verei qual será o seu fim; porque são geração de perversidade, filhos em quem não ha lealdade.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zelos me provocaram com aquillo que não é Deus; com as suas vaidades me provocaram á ira; portanto eu os provocarei a zelos com os que não são povo; com nação louca os despertarei á ira.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 fogo se accendeu na minha ira, e arderá até ao mais profundo do inferno, e consummirá a terra com a sua novidade, e abrazará os fundamentos dos montes.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Males amontoarei sobre elles; as minhas settas esgotarei contra elles.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Exhaustos serão de fome, comidos de carbunculo e de peste amarga: e entre elles enviarei dentes de feras, com ardente peçonha de serpentes do pó.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fóra devastará a espada, e por dentro o pavor: ao mancebo, juntamente com a virgem, assim á creança de mama, como ao homem de cãs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dizia: Em todos os cantos os espalharia; faria cessar a sua memoria d'entre os homens,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não receiara a ira do inimigo, para que os seus adversarios o não estranhassem, e para que não digam: A nossa mão está alta; o Senhor não fez tudo isto.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são gente falta de conselhos, e n'elles não ha entendimento.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Oxalá elles fossem sabios! que isto entendessem, e attentassem para o seu fim!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pode ser que um só perseguisse mil, e dois fizessem fugir dez mil, se a sua Rocha os não vendera, e o Senhor os não entregara?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sua rocha não é como a nossa Rocha; sendo até os nossos inimigos juizes d'isto.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sua vinha é a vinha de Sodoma e dos campos de Gomorrha: as suas uvas são uvas de fel, cachos amargosos teem.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vinho é ardente veneno de dragões, e peçonha cruel de viboras.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está isto encerrado comigo? sellado nos meus thesouros?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é a vingança e a recompensa, ao tempo que resvalar o seu pé: porque o dia da sua ruina está proximo, e as coisas que lhes hão de succeder, se apressam a chegar.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fará justiça ao seu povo, e se arrependerá pelos seus servos: porquanto o poder d'elle foi-se, e não ha fechado nem desamparado.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dirá: Onde estão os seus deuses? a rocha em quem confiavam,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cujos sacrificios comiam a gordura, e de cujas libações bebiam o vinho? levantem-se, e vos ajudem, para que haja para vós escondedouro.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agora que Eu, Eu O sou, e mais nenhum Deus comigo: Eu mato, e Eu faço viver: Eu firo, e Eu saro: e ninguem ha que escape da minha mão.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levantarei a minha mão aos céus, e direi: Eu vivo para sempre.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afiar a minha espada reluzente, e se travar do juizo a minha mão, farei tornar a vingança sobre os meus adversarios, e recompensarei aos meus aborrecedores.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Embriagarei as minhas settas de sangue, e a minha espada comerá carne: do sangue dos mortos e dos prisioneiros, desde a cabeça, haverá vinganças do inimigo.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Jubilae, ó nações, com o seu povo, porque vingará o sangue dos seus servos, e sobre os seus adversarios fará tornar a vingança, e terá misericordia da sua terra e do seu povo.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Moysés, e fallou todas as palavras d'este cantico aos ouvidos do povo, elle e Hosea, filho de Nun.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acabando Moysés de fallar todas estas palavras a todo o Israel,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Disse-lhes: Applicae o vosso coração a todas as palavras que hoje testifico entre vós, para que as recommendeis a vossos filhos, para que tenham cuidado de fazerem todas as palavras d'esta lei.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 palavra não vos é vã, antes é a vossa vida; e por esta mesma palavra prolongareis os dias na terra a que passaes o Jordão a possuil-a.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fallou o Senhor a Moysés, n'aquelle mesmo dia, dizendo: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Sobe ao monte d'Abarim, ao monte Nebo, que está na terra de Moab, defronte de Jericó, e vê a terra de Canaan, que darei aos filhos de Israel por possessão.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 no monte, ao qual subirás; e recolhe-te aos teus povos, como Aarão teu irmão morreu no monte de Hor, e se recolheu aos seus povos.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traspassastes contra mim no meio dos filhos de Israel, ás aguas da contenção em Cades, no deserto de Zin: pois me não sanctificastes no meio doe filhos de Israel.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32:52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verás a terra diante de ti, porém não entrarás n'ella, na terra que darei aos filhos de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