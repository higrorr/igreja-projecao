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a:t>
            </a:r>
          </a:p>
          <a:p>
            <a:pPr algn="ctr"/>
            <a:r>
              <a:rPr sz="4400">
                <a:solidFill>
                  <a:srgbClr val="FFFFFF"/>
                </a:solidFill>
                <a:latin typeface="Arial"/>
              </a:rPr>
              <a:t>Guarda o mez d'Abib, e celebra a paschoa ao Senhor teu Deus: porque no mez d'Abib o Senhor teu Deus te tirou do Egypto, de noite.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16:2</a:t>
            </a:r>
          </a:p>
          <a:p>
            <a:pPr algn="ctr"/>
            <a:r>
              <a:rPr sz="4400">
                <a:solidFill>
                  <a:srgbClr val="FFFFFF"/>
                </a:solidFill>
                <a:latin typeface="Arial"/>
              </a:rPr>
              <a:t>Então sacrificarás a paschoa ao Senhor teu Deus, ovelhas e vaccas, no logar que o Senhor escolher para ali fazer habitar o seu nome.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16:3</a:t>
            </a:r>
          </a:p>
          <a:p>
            <a:pPr algn="ctr"/>
            <a:r>
              <a:rPr sz="4400">
                <a:solidFill>
                  <a:srgbClr val="FFFFFF"/>
                </a:solidFill>
                <a:latin typeface="Arial"/>
              </a:rPr>
              <a:t>N'ella não comerás levedado: sete dias n'ella comerás pães asmos, pão d'afflicção (porquanto apressadamente saiste da terra do Egypto), para que te lembres do dia da tua saida da terra do Egypto, todos os dias da tua vida.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16:4</a:t>
            </a:r>
          </a:p>
          <a:p>
            <a:pPr algn="ctr"/>
            <a:r>
              <a:rPr sz="4400">
                <a:solidFill>
                  <a:srgbClr val="FFFFFF"/>
                </a:solidFill>
                <a:latin typeface="Arial"/>
              </a:rPr>
              <a:t>Levedado não apparecerá comtigo por sete dias em todos os teus termos: tambem da carne que matares á tarde, no primeiro dia, nada ficará até á manhã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16:5</a:t>
            </a:r>
          </a:p>
          <a:p>
            <a:pPr algn="ctr"/>
            <a:r>
              <a:rPr sz="4400">
                <a:solidFill>
                  <a:srgbClr val="FFFFFF"/>
                </a:solidFill>
                <a:latin typeface="Arial"/>
              </a:rPr>
              <a:t>Não poderás sacrificar a paschoa em nenhuma das tuas portas que te dá o Senhor teu Deus;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16:6</a:t>
            </a:r>
          </a:p>
          <a:p>
            <a:pPr algn="ctr"/>
            <a:r>
              <a:rPr sz="4400">
                <a:solidFill>
                  <a:srgbClr val="FFFFFF"/>
                </a:solidFill>
                <a:latin typeface="Arial"/>
              </a:rPr>
              <a:t>Senão no logar que escolher o Senhor teu Deus, para fazer habitar o seu nome, ali sacrificarás a paschoa á tarde, ao pôr do sol, ao tempo determinado da tua saida do Egypto.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16:7</a:t>
            </a:r>
          </a:p>
          <a:p>
            <a:pPr algn="ctr"/>
            <a:r>
              <a:rPr sz="4400">
                <a:solidFill>
                  <a:srgbClr val="FFFFFF"/>
                </a:solidFill>
                <a:latin typeface="Arial"/>
              </a:rPr>
              <a:t>Então a cozerás, e comerás no logar que escolher o Senhor teu Deus; depois virás pela manhã, e irás ás tuas tendas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16:8</a:t>
            </a:r>
          </a:p>
          <a:p>
            <a:pPr algn="ctr"/>
            <a:r>
              <a:rPr sz="4400">
                <a:solidFill>
                  <a:srgbClr val="FFFFFF"/>
                </a:solidFill>
                <a:latin typeface="Arial"/>
              </a:rPr>
              <a:t>Seis dias comerás pães asmos e no setimo dia é solemnidade ao Senhor teu Deus: nenhuma obra farás.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16:9</a:t>
            </a:r>
          </a:p>
          <a:p>
            <a:pPr algn="ctr"/>
            <a:r>
              <a:rPr sz="4400">
                <a:solidFill>
                  <a:srgbClr val="FFFFFF"/>
                </a:solidFill>
                <a:latin typeface="Arial"/>
              </a:rPr>
              <a:t>Sete semanas contarás; desde que a foice começar na seara começarás a contar as sete semanas.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16:10</a:t>
            </a:r>
          </a:p>
          <a:p>
            <a:pPr algn="ctr"/>
            <a:r>
              <a:rPr sz="4400">
                <a:solidFill>
                  <a:srgbClr val="FFFFFF"/>
                </a:solidFill>
                <a:latin typeface="Arial"/>
              </a:rPr>
              <a:t>Depois celebrarás a festa das semanas ao Senhor teu Deus; o que déres será tributo voluntario da tua mão, segundo o Senhor teu Deus te tiver abençoado.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16:11</a:t>
            </a:r>
          </a:p>
          <a:p>
            <a:pPr algn="ctr"/>
            <a:r>
              <a:rPr sz="4400">
                <a:solidFill>
                  <a:srgbClr val="FFFFFF"/>
                </a:solidFill>
                <a:latin typeface="Arial"/>
              </a:rPr>
              <a:t>E te alegrarás perante o Senhor teu Deus, tu, e teu filho, e tua filha, e o teu servo, e a tua serva, e o levita que está dentro das tuas portas, e o estrangeiro, e o orphão, e a viuva, que estão no meio de ti, no logar que escolher o Senhor teu Deus para ali fazer habitar o seu nome.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16:12</a:t>
            </a:r>
          </a:p>
          <a:p>
            <a:pPr algn="ctr"/>
            <a:r>
              <a:rPr sz="4400">
                <a:solidFill>
                  <a:srgbClr val="FFFFFF"/>
                </a:solidFill>
                <a:latin typeface="Arial"/>
              </a:rPr>
              <a:t>E lembrar-te-has de que foste servo no Egypto: e guardarás estes estatutos, e os farás.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16:13</a:t>
            </a:r>
          </a:p>
          <a:p>
            <a:pPr algn="ctr"/>
            <a:r>
              <a:rPr sz="4400">
                <a:solidFill>
                  <a:srgbClr val="FFFFFF"/>
                </a:solidFill>
                <a:latin typeface="Arial"/>
              </a:rPr>
              <a:t>A festa dos tabernaculos guardarás sete dias, quando colheres da tua eira e do teu lagar.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16:14</a:t>
            </a:r>
          </a:p>
          <a:p>
            <a:pPr algn="ctr"/>
            <a:r>
              <a:rPr sz="4400">
                <a:solidFill>
                  <a:srgbClr val="FFFFFF"/>
                </a:solidFill>
                <a:latin typeface="Arial"/>
              </a:rPr>
              <a:t>E na tua festa te alegrarás, tu, e teu filho, e tua filha, e o teu servo, e a tua serva, e o levita, e o estrangeiro, e o orphão, e a viuva, que estão das tuas portas para dentro.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16:15</a:t>
            </a:r>
          </a:p>
          <a:p>
            <a:pPr algn="ctr"/>
            <a:r>
              <a:rPr sz="4400">
                <a:solidFill>
                  <a:srgbClr val="FFFFFF"/>
                </a:solidFill>
                <a:latin typeface="Arial"/>
              </a:rPr>
              <a:t>Sete dias celebrarás a festa ao Senhor teu Deus, no logar que o Senhor escolher: porque o Senhor teu Deus te ha de abençoar em toda a tua colheita, e em toda a obra das tuas mãos; pelo que te alegrarás certamente.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16:16</a:t>
            </a:r>
          </a:p>
          <a:p>
            <a:pPr algn="ctr"/>
            <a:r>
              <a:rPr sz="4400">
                <a:solidFill>
                  <a:srgbClr val="FFFFFF"/>
                </a:solidFill>
                <a:latin typeface="Arial"/>
              </a:rPr>
              <a:t>Tres vezes no anno todo o macho entre ti apparecerá perante o Senhor teu Deus, no logar que escolher, na festa dos pães asmos, e na festa das semanas, e na festa dos tabernaculos; porém não apparecerá vazio perante o Senhor: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16:17</a:t>
            </a:r>
          </a:p>
          <a:p>
            <a:pPr algn="ctr"/>
            <a:r>
              <a:rPr sz="4400">
                <a:solidFill>
                  <a:srgbClr val="FFFFFF"/>
                </a:solidFill>
                <a:latin typeface="Arial"/>
              </a:rPr>
              <a:t>Cada qual, conforme ao dom da sua mão, conforme á benção do Senhor teu Deus, que te tiver dado.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16:18</a:t>
            </a:r>
          </a:p>
          <a:p>
            <a:pPr algn="ctr"/>
            <a:r>
              <a:rPr sz="4400">
                <a:solidFill>
                  <a:srgbClr val="FFFFFF"/>
                </a:solidFill>
                <a:latin typeface="Arial"/>
              </a:rPr>
              <a:t>Juizes e officiaes porás em todas as tuas portas que o Senhor teu Deus te der entre as tuas tribus, para que julguem o povo com juizo de justiça.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16:19</a:t>
            </a:r>
          </a:p>
          <a:p>
            <a:pPr algn="ctr"/>
            <a:r>
              <a:rPr sz="4400">
                <a:solidFill>
                  <a:srgbClr val="FFFFFF"/>
                </a:solidFill>
                <a:latin typeface="Arial"/>
              </a:rPr>
              <a:t>Não torcerás o juizo, não farás accepção de pessoas, nem tomarás peitas; porquanto a peita cega os olhos dos sabios, e perverte as palavras dos justos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16:20</a:t>
            </a:r>
          </a:p>
          <a:p>
            <a:pPr algn="ctr"/>
            <a:r>
              <a:rPr sz="4400">
                <a:solidFill>
                  <a:srgbClr val="FFFFFF"/>
                </a:solidFill>
                <a:latin typeface="Arial"/>
              </a:rPr>
              <a:t>A justiça, a justiça seguirás; para que vivas, e possuas a terra que te dará o Senhor teu Deus.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16:21</a:t>
            </a:r>
          </a:p>
          <a:p>
            <a:pPr algn="ctr"/>
            <a:r>
              <a:rPr sz="4400">
                <a:solidFill>
                  <a:srgbClr val="FFFFFF"/>
                </a:solidFill>
                <a:latin typeface="Arial"/>
              </a:rPr>
              <a:t>Não plantarás nenhum bosque d'arvores junto ao altar do Senhor teu Deus, que fizeres para ti,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Deuteronômio 16:22</a:t>
            </a:r>
          </a:p>
          <a:p>
            <a:pPr algn="ctr"/>
            <a:r>
              <a:rPr sz="4400">
                <a:solidFill>
                  <a:srgbClr val="FFFFFF"/>
                </a:solidFill>
                <a:latin typeface="Arial"/>
              </a:rPr>
              <a:t>Nem levantarás estatua, a qual aborrece o Senhor teu Deus.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