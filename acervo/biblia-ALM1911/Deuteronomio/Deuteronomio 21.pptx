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na terra que te dér o Senhor teu Deus para possuil-a se achar algum morto, caido no campo, sem que se saiba quem o matou,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sairão os teus anciãos e os teus juizes, e medirão o espaço até ás cidades que estiverem em redor do morto;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na cidade mais chegada ao morto, os anciãos da mesma cidade tomarão uma bezerra da manada, que não tenha trabalhado nem tenha puxado com o jugo;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anciãos d'aquella cidade trarão a bezerra a um valle aspero, que nunca foi lavrado nem semeado: e ali, n'aquelle valle, degolarão a bezerra;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achegarão os sacerdotes, filhos de Levi (pois o Senhor teu Deus os escolheu para o servirem, e para abençoarem em nome do Senhor; e pelo seu dito se determinará toda a demanda e toda a ferida);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anciãos da mesma cidade, mais chegados ao morto, lavarão as suas mãos sobre a bezerra degolada no valle;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protestarão, e dirão: As nossas mãos não derramaram este sangue, e os nossos olhos o não viram.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propicio ao teu povo Israel, que tu, ó Senhor, resgataste, e não ponhas o sangue innocente no meio do teu povo Israel. E aquelle sangue lhes será expiado.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tirarás o sangue innocente do meio de ti: pois farás o que é recto aos olhos do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saires á peleja contra os teus inimigos, e o Senhor teu Deus os entregar nas tuas mãos, e tu d'elles levares prisioneiros,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entre os presos vires uma mulher formosa á vista, e a cobiçares, e a tomares por mulher,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trarás para a tua casa: e ella se rapará a cabeça e cortará as suas unhas,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despirá o vestido do seu captiveiro, e se assentará na tua casa, e chorará a seu pae e a sua mãe um mez inteiro: e depois entrarás a ella, e tu serás seu marido e ella tua mulher.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se te não contentares d'ella, a deixarás ir á sua vontade; mas de sorte nenhuma a venderás por dinheiro, nem com ella mercadejarás, pois a tens humilhado.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um homem tiver duas mulheres, uma a quem ama e outra a quem aborrece, e a amada e a aborrecida lhe parirem filhos, e o filho primogenito fôr da aborrecida,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que, no dia em que fizer herdar a seus filhos o que tiver, não poderá dar a primogenitura ao filho da amada, adiante do filho da aborrecida, que é o primogenito.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filho da aborrecida reconhecerá por primogenito, dando-lhe dobrada porção de tudo quanto tiver: porquanto aquelle é o principio da sua força, o direito da primogenitura seu 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alguem tiver um filho contumaz e rebelde, que não obedecer á voz de seu pae e á voz de sua mãe, e, castigando-o elles, lhes não dér ouvidos,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seu pae e sua mãe pegarão n'elle, e o levarão aos anciãos da sua cidade, e á porta do seu logar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dirão aos anciãos da cidade: Este nosso filho é rebelde e contumaz, não dá ouvidos á nossa voz: é um comilão e beberrão.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todos os homens da sua cidade o apedrejarão com pedras, até que morra; e tirarás o mal do meio de ti, para que todo o Israel o ouça, e tema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tambem em alguem houver peccado, digno do juizo de morte, e haja de morrer, e o pendurares n'um madeiro,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cadaver não permanecerá no madeiro, mas certamente o enterrarás no mesmo dia: porquanto o pendurado é maldito de Deus: assim não contaminarás a tua terra, que o Senhor teu Deus te dá em herança.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