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nós virámos e subimos o caminho de Basan: e Og rei de Basan, nos saiu ao encontro, elle e todo o seu povo, á peleja em Edrei.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me disse: Não temas, porque a elle e a todo o seu povo, e a sua terra, tenho dado na tua mão: e far-lhe-has como fizeste a Sehon, rei dos amorrheos, que habitava em Hesbon.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 Senhor nosso Deus nos deu na nossa mão a Og, rei de Basan, e a todo o seu povo: de maneira que o ferimos, até que ninguem lhe ficou de restante.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tempo tomámos todas as suas cidades: nenhuma cidade houve que lhes não tomassemos: sessenta cidades, toda a borda da terra d'Argob, o reino d'Og em Basan.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estas cidades eram fortificadas com altos muros, portas e ferrolhos: de mais d'outras muitas cidades sem muros.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destruimol-as como fizemos a Sehon, rei de Hesbon, destruindo todas as cidades, homens, mulheres e creanças.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todo o gado, e o despojo das cidades, tomámos para nós por presa.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n'aquelle tempo tomámos a terra da mão d'aquelles dois reis dos amorrheos, que estavam d'áquem do Jordão: desde o rio d'Arnon, até ao monte de Hermon;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(Os Sidonios a Hermon chamam Sirion; porém os amorrheos o chamam Senir);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cidades da terra plana, e todo o Gilead, e todo o Basan, até Salcha e Edrei, cidades do reino d'Og em Basan.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só Og, o rei de Basan, ficou do resto dos gigantes; eis que o seu leito, um leito de ferro, não está porventura em Rabba dos filhos d'Ammon? de nove covados o seu comprimento, e de quatro covados a sua largura, pelo covado d'um homem.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Tomámos pois esta terra em possessão n'aquelle tempo: desde Aroer, que está junto ao ribeiro d'Arnon, e a metade da montanha de Gilead, com as suas cidades, tenho dado aos rubenitas e gaditas.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resto de Gilead, como tambem todo o Basan, o reino d'Og, dei á meia tribu de Manasseh; toda aquella borda da terra d'Argob, por todo o Basan, se chamava a terra dos gigantes.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Jair, filho de Manasseh, alcançou toda a borda da terra de Argob, até ao termo dos gesuritas, e maachatitas, e a chamou de seu nome, Basan-havot-jair até este 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Machir dei Gilead.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aos rubenitas e gaditas dei desde Gilead até ao ribeiro d'Arnon, o meio do ribeiro, e o termo: e até ao ribeiro de Jabbok, o termo dos filhos d'Ammon.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 campina, e o Jordão com o termo: desde Cinnereth até ao mar da campina, o Mar Salgado, abaixo d'Asdoth-pisga para o oriente.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dei ordem mais no mesmo tempo, dizendo: O Senhor vosso Deus vos deu esta terra, para possuil-a: passae pois armados vós, todos os homens valentes, diante de vossos irmãos, os filhos d'Israel.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vossas mulheres, e vossas creanças, e vosso gado (porque eu sei que tendes muito gado) ficarão nas vossas cidades, que já vos tenho dado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o Senhor dê descanço a vossos irmãos como a vós: para que elles herdem tambem a terra que o Senhor vosso Deus lhes ha de dar d'além do Jordão: então voltareis cada qual á sua herança que já vos tenho dado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dei ordem a Josué no mesmo tempo, dizendo: Os teus olhos vêem tudo o que o Senhor vosso Deus tem feito a estes dois reis; assim fará o Senhor a todos os reinos, a que tu passarás.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os temaes: porque o Senhor vosso Deus é o que peleja por vós.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pedi graça ao Senhor no mesmo tempo, dizendo: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Jehovah! já começaste a mostrar ao teu servo a tua grandeza e a tua forte mão: porque, que Deus ha nos céus e na terra, que possa obrar segundo as tuas obras, e segundo a tua fortaleza?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Rogo-te que me deixes passar, para que veja esta boa terra que está d'além do Jordão; esta boa montanha, e o Libano.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indignou-se muito contra mim por causa de vós, e não me ouviu; antes me disse: Baste-te; não me falles mais n'este negocio: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Sobe ao cume de Pisga, e levanta os teus olhos ao occidente, e ao norte, e ao sul, e ao oriente, e vê com os teus olhos: porque não passarás este Jordão.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pois a Josué, e esforça-o, e conforta-o; porque elle passará diante d'este povo, e o fará possuir a terra que vires.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ficámos n'este valle, defronte de Beth-peor.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