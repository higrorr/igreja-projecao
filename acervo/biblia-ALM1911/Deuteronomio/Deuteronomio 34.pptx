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subiu Moysés das campinas de Moab ao monte Nebo, ao cume de Pisga, que está defronte de Jericó; e o Senhor mostrou-lhes toda a terra desde Gilead até Dan;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Naphtali, e a terra d'Ephraim, e Manasseh; e toda a terra de Judah, até ao mar ultimo;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sul, e a campina do valle de Jericó, a cidade das palmeiras até Zoar.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Senhor: Esta é a terra de que jurei a Abrahão, Isaac, e Jacob, dizendo: Á tua semente a darei: mostro-t'a para a veres com os teus olhos; porém lá não passarás.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morreu ali Moysés, servo do Senhor, na terra de Moab, conforme ao dito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sepultou n'um valle, na terra de Moab, defronte de Beth-peor; e ninguem tem sabido até hoje a sua sepultura.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Moysés da edade de cento e vinte annos quando morreu: os seus olhos nunca se escureceram, nem perdeu o seu vigor.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prantearam a Moysés trinta dias nas campinas de Moab: e os dias do pranto do luto de Moysés se cumpriram.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Josué, filho de Nun, foi cheio do espirito de sabedoria, porquanto Moysés tinha posto sobre elle as suas mãos: assim os filhos d'Israel lhe deram ouvidos, e fizeram como o Senhor ordenara a Moysés.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nunca mais se levantou em Israel propheta algum como Moysés, a quem o Senhor conhecera cara a cara;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similhante em todos os signaes e maravilhas, a que o Senhor o enviou para fazer na terra do Egypto, a Pharaó, e a todos os seus servos, e a toda a sua terra;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34:12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toda a mão forte, e em todo o espanto grande, que obrou Moysés aos olhos de todo o Israel.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