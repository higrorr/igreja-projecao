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Filhos sois do Senhor vosso Deus: não vos dareis golpes, nem poreis calva entre vossos olhos por causa de algum morto.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és povo sancto ao Senhor teu Deus: e o Senhor te escolheu, de todos os povos que ha sobre a face da terra, para lhe seres o seu povo proprio.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Nenhuma abominação comereis.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animaes que comereis: o boi, o gado miudo das ovelhas, e o gado miudo das cabras,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veado, e a corça, e o bufalo, e a cabra montez, e o teixugo, e o boi silvestre, e o gamo.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animal que tem unhas fendidas, que tem a unha dividida em duas, que remóe, entre os animaes, aquillo comereis.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estes não comereis, dos que sómente remoem, ou que teem a unha fendida: o camelo, e a lebre, e o coelho, porque remóem mas não teem a unha fendida: immundos vos serão.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o porco, porque tem unha fendida, mas não remoe; immundo vos será: não comereis da carne d'estes, e não tocareis no seu cadaver.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Isto comereis de tudo o que ha nas aguas: tudo o que tem barbatanas e escamas comereis.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tudo o que não tiver barbatanas nem escamas não o comereis: immundo vos será.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 a ave limpa comereis.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estas são as de que não comereis: a aguia, e o quebrantosso, e o xofrango,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abutre, e a pêga, e o milhano, segundo a sua especie,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 o corvo, segundo a sua especie,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abestruz, e o mocho, e o cuco, e o gavião, segundo a sua especie,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bufo, e a coruja, e a gralha.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cysne, e o pelicano, e o corvo marinho,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cegonha, e a garça, segundo a sua especie, e a poupa, e o morcego.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todo o reptil que vôa, vos será immundo: não se comerá.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 a ave limpa comereis.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comereis nenhum animal morto; ao estrangeiro, que está dentro das tuas portas, o darás a comer, ou o venderás ao estranho, porquanto és povo sancto ao Senhor teu Deus. Não cozerás o cabrito com o leite da sua mãe.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Certamente darás os dizimos de toda a novidade da tua semente, que cada anno se recolher do campo.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perante o Senhor teu Deus, no logar que escolher para ali fazer habitar o seu nome, comereis os dizimos do teu grão, do teu mosto e do teu azeite, e os primogenitos das tuas vaccas e das tuas ovelhas: para que aprendas a temer ao Senhor teu Deus todos os dias.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quando o caminho te fôr tão comprido que os não possas levar por estar longe de ti o logar que escolher o Senhor teu Deus para ali pôr o seu nome, quando o Senhor teu Deus te tiver abençoado;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vende-os, e ata o dinheiro na tua mão, e vae ao logar que escolher o Senhor teu Deus;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aquelle dinheiro darás por tudo o que deseja a tua alma, por vaccas, e por ovelhas, e por vinho, e por bebida forte, e por tudo o que te pedir a tua alma: come-o ali perante o Senhor teu Deus, e alegra-te, tu e a tua casa;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não desampararás o levita que está dentro dos tuas portas; pois não tem parte nem herança comtigo.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14:28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fim de tres annos tirarás todos os dizimos da tua novidade no mesmo anno, e os recolherás nas tuas portas: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14:29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virá o levita (pois nem parte nem herança tem comtigo), e o estrangeiro, e o orphão, e a viuva, que estão dentro das tuas portas, e comerão, e fartar-se-hão: para que o Senhor teu Deus te abençoe em toda a obra das tuas mãos, que fizeres.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