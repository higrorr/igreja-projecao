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palavras do concerto que o Senhor ordenou a Moysés na terra de Moab, que fizesse com os filhos de Israel, além do concerto que fizera com elles em Horeb.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Moysés a todo o Israel, e disse-lhes: Tendes visto tudo quanto o Senhor fez na terra do Egypto, perante vossos olhos, a Pharaó, e a todos os seus servos, e a toda a sua terra: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grandes provas que os teus olhos teem visto, aquelles signaes e grandes maravilhas: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vos tem dado o Senhor um coração para entender, nem olhos para ver, nem ouvidos para ouvir, até ao dia de hoje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quarenta annos vos fiz andar pelo deserto: não se envelheceram sobre vós os vossos vestidos, e nem se envelheceu no teu pé o teu sapato.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Pão não comestes, e vinho e bebida forte não bebestes: para que soubesseis que eu sou o Senhor vosso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vós pois a este logar, Sehon, rei de Hesbon, e Og, rei de Basan, nos sairam ao encontro, á peleja, e nós os ferimos: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tomámos a sua terra, e a démos por herança aos rubenitas, e aos gaditas, e á meia tribu dos manassitas.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 pois as palavras d'este concerto, e fazei-as, para que prospereis em tudo quanto fizerdes.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todos estaes hoje perante o Senhor vosso Deus: os Cabeças de vossas tribus, vossos anciãos, e os vossos officiaes, todo o homem de Israel;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vossos meninos, as vossas mulheres, e o estrangeiro que está no meio do teu arraial; desde o rachador da tua lenha até ao tirador da tua agua;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entres no concerto do Senhor teu Deus, e no seu juramento que o Senhor teu Deus hoje faz comtigo;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hoje te confirme a si por povo, e elle te seja a ti por Deus, como te tem dito, e como jurou a teus paes, Abrahão, Isaac e Jacob.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sómente comvosco faço este concerto e este juramento,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 aquelle que hoje está aqui em pé comnosco perante o Senhor nosso Deus, e com aquelle que hoje não está aqui comnosco.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vós sabeis como habitámos na terra do Egypto, e como passámos pelo meio das nações pelas quaes passastes;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vistes as suas abominações, e os seus idolos, o pau e a pedra, a prata e o oiro que havia entre elles.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entre vós não haja homem, nem mulher, nem familia, nem tribu, cujo coração hoje se desvie do Senhor nosso Deus, para que vá servir aos deuses d'estas nações; para que entre vós não haja raiz que dê fel e absintho;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aconteça que, ouvindo as palavras d'esta maldição, se abençôe no seu coração, dizendo: Terei paz, ainda que ande conforme ao bom parecer do meu coração; para accrescentar á sêde a bebedice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não lhe quererá perdoar; mas então fumegará a ira do Senhor e o seu zelo sobre o tal homem, e toda a maldição escripta n'este livro jazerá sobre elle; e o Senhor apagará o seu nome de debaixo do céu.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o separará para mal de todas as tribus de Israel, conforme a todas as maldições do concerto escripto no livro d'esta lei.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dirá a geração vindoura, os vossos filhos, que se levantarem depois de vós, e o estranho que virá de terras remotas, vendo as pragas d'esta terra, e as suas doenças, com que o Senhor a terá affligido;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sua terra abrazada com enxofre e sal, de sorte que não será semeada, e nada produzirá, nem n'ella crescerá herva alguma: assim como foi a destruição de Sodoma e de Gomorrha, de Adama e de Zeboim, que o Senhor destruiu na sua ira e no seu furor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nações dirão: Porque fez o Senhor assim com esta terra? qual foi a causa do furor d'esta tão grande ira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dirá: Porquanto deixaram o concerto do Senhor, o Deus de seus paes, que com elles tinha feito, quando os tirou do Egypto.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foram-se, e serviram a outros deuses, e se inclinaram diante d'elles; deuses que os não conheceram, e nenhum dos quaes elle lhes tinha dado.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 ira do Senhor se accendeu contra esta terra, para trazer sobre ella toda a maldição que está escripta n'este livro.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os tirou da sua terra com ira, e com indignação, e com grande furor, e os lançou em outra terra, como n'este dia se vê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coisas encobertas são para o Senhor nosso Deus; porém as reveladas são para nós e para nossos filhos para sempre, para fazer todas as palavras d'esta lei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