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Estes, pois, são os mandamentos, os estatutos e os juizos que mandou o Senhor vosso Deus para se vos ensinar, para que os fizesseis na terra a que passaes a possuir;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temas ao Senhor teu Deus, e guardes todos os seus estatutos e mandamentos, que eu te ordeno, tu, e teu filho, e o filho de teu filho, todos os dias da tua vida, e que teus dias sejam prolongados.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pois, ó Israel, e attenta que os guardes, para que bem te succeda, e muito te multipliques, como te disse o Senhor Deus de teus paes, na terra que mana leite e mel.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Ouve, Israel, o Senhor nosso Deus é o unico Senhor.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Amarás pois o Senhor teu Deus de todo o teu coração, e de toda a tua alma, e de todo o teu poder.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estas palavras, que hoje te ordeno, estarão no teu coração;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intimarás a teus filhos, e d'ellas fallarás assentado em tua casa, e andando pelo caminho, e deitando-te e levantando-te.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as atarás por signal na tua mão, e te serão por testeiras entre os teus olhos.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escreverás nos umbraes de tua casa, e nas tuas portas.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Havendo-te pois o Senhor teu Deus indroduzido na terra que jurou a teus paes, Abrahão, Isaac e Jacob, te daria: grandes e boas cidades, que tu não edificaste,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casas cheias de todo o bem, que tu não encheste, e poços cavados, que tu não cavaste, vinhas e olivaes, que tu não plantaste, e comeres, e te fartares,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Guarda-te, e que te não esqueças do Senhor, que te tirou da terra do Egypto, da casa da servidão.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teu Deus temerás, e a elle servirás, e pelo seu nome jurarás.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seguireis outros deuses, os deuses dos povos que houver á roda de vós;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vosso Deus é um Deus zeloso no meio de ti, para que a ira do Senhor teu Deus se não accenda contra ti, e te destrua de sobre a face da terra.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tentareis o Senhor vosso Deus, como o tentaste em Massah.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Diligentemente guardareis os mandamentos do Senhor vosso Deus; como tambem os seus testemunhos, e seus estatutos, que te tem mandado.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farás o recto e o bom aos olhos do Senhor: para que bem te succeda, e entres, e possuas a boa terra, sobre a qual o Senhor jurou a teus paes.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lance fóra a todos os teus inimigos de diante de ti, como o Senhor tem dito.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teu filho te perguntar pelo tempo adiante, dizendo: Quaes são os testemunhos, e estatutos e juizos que o Senhor nosso Deus vos ordenou?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dirás a teu filho: Eramos servos de Pharaó no Egypto; porém o Senhor nos tirou com mão forte do Egypto;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deu signaes grandes, e nocivas maravilhas no Egypto, a Pharaó e a toda a sua casa, aos nossos olhos;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d'ali nos tirou, para nos levar, e nos dar a terra que jurára a nossos paes.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nos ordenou que fizessemos todos estes estatutos, para temer ao Senhor nosso Deus, para o nosso perpetuo bem, para nos guardar em vida, como no dia d'hoje.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para nós justiça, quando tivermos cuidado de fazer todos estes mandamentos perante o Senhor nosso Deus, como nos tem ordenado.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