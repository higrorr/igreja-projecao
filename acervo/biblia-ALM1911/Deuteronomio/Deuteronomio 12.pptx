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estatutos e os juizos que tereis cuidado em fazer na terra que vos deu o Senhor Deus de vossos paes, para a possuir todos os dias que viverdes sobre 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Totalmente destruireis todos os logares, onde as nações que possuireis serviram os seus deuses, sobre as altas montanhas, e sobre os outeiros, e debaixo de toda a arvore verde;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derribareis os seus altares, e quebrareis as suas estatuas, e os seus bosques queimareis a fogo, e talhareis as imagens esculpidas dos seus deuses, e apagareis o seu nome d'aquelle logar.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não fareis ao Senhor vosso Deus;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logar que o Senhor vosso Deus escolher de todas as vossas tribus, para ali pôr o seu nome, buscareis para sua habitação, e ali vireis.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trareis os vossos holocaustos, e os vossos sacrificios, e os vossos dizimos, e a offerta alçada da vossa mão, e os vossos votos, e as vossas offertas voluntarias, e os primogenitos das vossas vaccas e das vossas ovelhas.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comereis perante o Senhor vosso Deus, e vos alegrareis em tudo em que poreis a vossa mão, vós e as vossas casas, no que te abençoar o Senhor teu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fareis conforme a tudo o que hoje fazemos aqui, cada qual tudo o que bem parece aos seus olhos.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até agora não entrastes no descanço e na herança que vos dá o Senhor vosso Deus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passareis o Jordão, e habitareis na terra que vos fará herdar o Senhor vosso Deus: e vos dará repouso de todos os vossos inimigos em redor, e morareis seguros.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haverá um logar que escolherá o Senhor vosso Deus para ali fazer habitar o seu nome; ali trareis tudo o que vos ordeno; os vossos holocaustos, e os vossos sacrificios, e os vossos dizimos, e a offerta alçada da vossa mão, e toda a escolha dos vossos votos que votardes ao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alegrareis perante o Senhor vosso Deus, vós, e vossos filhos, e vossas filhas, e os vossos servos, e as vossas servas, e o levita que está dentro das vossas portas; pois comvosco não tem parte nem herança.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Guarda-te, que não offereças os teus holocaustos em todo o logar que vires;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logar que o Senhor escolher n'uma das tuas tribus ali offerecerás os teus holocaustos, e ali farás tudo o que te ordeno.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conforme a todo o desejo da tua alma, degolarás e comerás carne segundo a benção do Senhor teu Deus, que te dá em todas as tuas portas: o immundo e o limpo d'ella comerá; como do corço e do veado: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o sangue não comereis: sobre a terra o derramareis como agua.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tuas portas não poderás comer o dizimo do teu grão, nem do teu mosto, nem do teu azeite, nem as primogenituras das tuas vaccas, nem das tuas ovelhas; nem nenhum dos teus votos, que houveres votado, nem as tuas offertas voluntarias, nem a offerta alçada da tua mão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comerás perante o Senhor teu Deus, no logar que escolher o Senhor teu Deus, tu, e teu filho, e a tua filha, e o teu servo, e a tua serva, e o levita que está dentro das tuas portas: e perante o Senhor teu Deus te alegrarás em tudo em que pozeres a tua mão.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Guarda-te, que não desampares ao levita todos os teus dias na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Senhor teu Deus dilatar os teus termos como te disse, e disseres: Comerei carne; porquanto a tua alma tem desejo de comer carne; conforme a todo o desejo da tua alma, comerás carne.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estiver longe de ti o logar que o Senhor teu Deus escolher para ali pôr o seu nome, então degolarás das tuas vaccas e tuas ovelhas, que o Senhor te tiver dado, como te tenho ordenado; e comerás dentro das tuas portas, conforme a todo o desejo da tua alma.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como se come o corço e o veado, assim comerás: o immundo e o limpo juntamente comerão d'elles.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esforça-te para que não comas o sangue: pois o sangue é a vida: pelo que não comerás a vida com a carne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 comerás: na terra o derramarás como agua.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 comerás; para que bem te succeda a ti, e a teus filhos, depois de ti, quando fizeres o que fôr recto aos olhos do Senhor.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as tuas coisas sanctas que tiveres, e os teus votos tomarás, e virás ao logar que o Senhor escolher.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offerecerás os teus holocaustos, a carne e o sangue sobre o altar do Senhor teu Deus; e o sangue dos teus sacrificios se derramará sobre o altar do Senhor teu Deus; porém a carne comerás.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e ouve todas estas palavras que te ordeno, para que bem te succeda a ti e a teus filhos depois de ti para sempre, quando fizeres o que fôr bom e recto aos olhos do Senhor teu Deus.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Senhor teu Deus desarraigar de diante de ti as nações, aonde vaes a possuil-as e as possuires e habitares na sua terra,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Guarda-te, que te não enlaces após ellas, depois que forem destruidas diante de ti; e que não perguntes ácêrca dos seus deuses, dizendo: Assim como serviram estas nações os seus deuses, do mesmo modo tambem farei eu.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não farás ao Senhor teu Deus: porque tudo o que é abominavel ao Senhor, o que aborrece, fizeram elles a seus deuses: pois até seus filhos e suas filhas queimaram com fogo aos seus deuses.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eu vos ordeno, observareis para fazer; nada lhe diminuirás.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