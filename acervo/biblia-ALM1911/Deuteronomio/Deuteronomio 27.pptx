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ordem, Moysés e os anciãos, ao povo de Israel, dizendo: Guardae todos estes mandamentos que hoje vos ordeno: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que, no dia em que passares o Jordão á terra que te dér o Senhor teu Deus, levantar-te-has umas pedras grandes, e as caiarás com 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passado, escreverás n'ellas todas as palavras d'esta lei, para entrares na terra que te dér o Senhor teu Deus, terra que mana leite e mel, como te disse o Senhor Deus de teus paes.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pois que, quando houveres passado o Jordão, levantareis estas pedras, que hoje vos ordeno, no monte Ebal, e as caiarás com 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edificarás um altar ao Senhor teu Deus, um altar de pedras; não alçarás ferro sobre ellas.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pedras inteiras edificarás o altar do Senhor teu Deus: e sobre elle offerecerás holocaustos ao Senhor teu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sacrificarás offertas pacificas, e ali comerás perante o Senhor teu Deus, e te alegrarás.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n'estas pedras escreverás todas as palavras d'esta lei, exprimindo-as bem.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Moysés, juntamente com os sacerdotes levitas, a todo o Israel, dizendo: Escuta e ouve, ó Israel! n'este dia vieste a ser por povo ao Senhor teu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obedecerás á voz do Senhor teu Deus, e farás os seus mandamentos e os seus estatutos que hoje te ordeno.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deu ordem n'aquelle dia ao povo,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houverdes passado o Jordão, estes estarão sobre o monte Gerizim, para abençoarem o povo: Simeão, e Levi, e Judah, e Issacar, e José, e Benjamin;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estarão para amaldiçoar sobre o monte Ebal: Ruben, Gad, e Aser, e Zebulon, Dan e Naphtali.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 protestarão a todo o povo de Israel em alta voz, e dirão: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o homem que fizer imagem de esculptura, ou de fundição, abominação ao Senhor, obra da mão do artifice, e a pozer em um logar escondido. E todo o povo responderá, e dirá: Amen.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desprezar a seu pae ou a sua mãe. E todo o povo dirá: Amen.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arrancar o termo do seu proximo. E todo o povo dirá: Amen.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fizer que o cego erre do caminho. E todo o povo dirá: Amen.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perverter o direito do estrangeiro, do orphão e da viuva. E todo o povo dirá: Amen.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se deitar com a mulher de seu pae, porquanto descobriu a ourela de seu pae. E todo o povo dirá: Amen.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se deitar com algum animal. E todo o povo dirá: Amen.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se deitar com sua irmã, filha de seu pae, ou filha de sua mãe. E todo o povo dirá: Amen.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se deitar com sua sogra. E todo o povo dirá: Amen.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ferir ao seu proximo em occulto. E todo o povo dirá: Amen.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tomar peita para ferir a alguma pessoa, o sangue do innocente. E todo o povo dirá: Amen.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aquelle que não confirmar as palavras d'esta lei, não as fazendo. E todo o povo dirá: Amen.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