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ouvires a voz do Senhor teu Deus, tendo cuidado de guardar todos os seus mandamentos que eu te ordeno hoje, o Senhor teu Deus te exaltará sobre todas as nações da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estas bençãos virão sobre ti e te alcançarão, quando ouvires a voz do Senhor teu Deus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serás tu na cidade, e bemdito serás no campo.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o fructo do teu ventre, e o fructo da tua terra, e o fructo dos teus animaes; e a criação das tuas vaccas, e os rebanhos das tuas ovelhas.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o teu cesto e a tua amassadeira;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serás ao entrares, e bemdito serás ao saires.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entregará os teus inimigos, que se levantarem contra ti, feridos diante de ti: por um caminho sairão contra ti, mas por sete caminhos fugirão diante de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mandará a benção, que esteja comtigo nos teus celeiros, e em tudo o que puzeres a tua mão: e te abençoará na terra que te der o Senhor teu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confirmará para si por povo sancto, como te tem jurado, quando guardares os mandamentos do Senhor teu Deus, e andares nos seus caminhos.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povos da terra verão que é chamado sobre ti o nome do Senhor, e terão temor de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 fará abundar de bem no fructo do teu ventre, e no fructo dos teus animaes, e no fructo da tua terra, sobre a terra que o Senhor jurou a teus paes te dar.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abrirá o seu bom thesouro, o céu, para dar chuva á tua terra no seu tempo, e para abençoar toda a obra das tuas mãos; e emprestarás a muitas gentes, porém tu não tomarás emprestado.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 porá por cabeça, e não por cauda; e só estarás em cima, e não debaixo, quando obedeceres aos mandamentos do Senhor teu Deus, que hoje te ordeno, para os guardar e fazer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 desviarás de todas as palavras que hoje te ordeno, nem para a direita nem para a esquerda, para andares após outros deuses, para os servires.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porém que, se não deres ouvidos á voz do Senhor teu Deus, para não cuidares em fazer todos os seus mandamentos e os seus estatutos, que hoje te ordeno, então sobre ti virão todas estas maldições, e te alcançarão: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serás tu na cidade, e maldito serás no campo.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o teu cesto e a tua amassadeira;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o fructo do teu ventre, e o fructo da tua terra, e a criação das tuas vaccas, e os rebanhos das tuas ovelhas.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serás ao entrares, e maldito serás ao saires.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mandará sobre ti a maldição; a turbação e a perdição em tudo em que puzeres a tua mão para fazer; até que sejas destruido, e até que repentinamente pereças, por causa da maldade das tuas obras, com que me deixaste.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fará pegar a pestilencia, até que te consuma da terra a que passas a possuir.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ferirá com a tisica e com a febre, e com a quentura, e com o ardor, e com a seccura, e com corrupção de sementeiras e com ferrugem; e te perseguirão até que pereças.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teus céus que estão sobre a cabeça, serão de bronze; e a terra que está debaixo de ti, será de ferro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por chuva da tua terra te dará pó e poeira; dos céus descerá sobre ti, até que pereças.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fará cair diante dos teus inimigos; por um caminho sairás contra elles, e por sete caminhos fugirás diante d'elles, e serás espalhado por todos os reinos da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teu cadaver será por comida a todas as aves dos céus, e aos animaes da terra: e ninguem os espantará.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ferirá com as ulceras do Egypto, com hemorrhoidas, e com sarna, e com coceira, de que não possas curar-te;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ferirá com loucura, e com cegueira, e com pasmo do coração: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apalparás ao meio dia, como o cego apalpa na escuridade, e não prosperarás nos teus caminhos: porém sómente serás opprimido e roubado todos os dias, e não haverá quem te salve.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Desposar-te-has com uma mulher, porém outro homem dormirá com ella; edificarás uma casa, porém não morarás n'ella; plantarás uma vinha, porém não lograrás o seu fructo.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boi será morto aos teus olhos, porém d'elle não comerás: o teu jumento será roubado diante de ti, e não voltará a ti: as tuas ovelhas serão dadas aos teus inimigos, e não haverá quem te salve.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filhos e tuas filhas serão dados a outro povo, os teus olhos o verão, e após d'elles desfallecerão todo o dia; porém não haverá poder na tua mão.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fructo da tua terra e todo o teu trabalho comerá um povo que nunca conheceste: e tu serás opprimido e quebrantado todos os dias.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louco pelo que verás com os teus olhos.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ferirá com ulceras malignas nos joelhos e nas pernas, de que não possas sarar, desde a planta do teu pé até ao alto da cabeça.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levará a ti e a teu rei, que tiveres posto sobre ti, a uma gente que não conheceste, nem tu nem teus paes; e ali servirás a outros deuses, ao pau e á pedra.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por pasmo, por ditado, e por fabula entre todos os povos a que o Senhor te levará.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Lançarás muita semente ao campo; porém colherás pouco, porque o gafanhoto a consumirá.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Plantarás vinhas, e cultivarás; porém não beberás vinho, nem colherás as uvas; porque o bicho as colherá.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todos os termos terás oliveiras; porém não te ungirás com azeite; porque a azeitona cairá da tua oliveira.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Filhos e filhas gerarás; porém não serão para ti; porque irão em captiveiro.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teu arvoredo e o fructo da tua terra consumirá a lagarta.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estrangeiro, que está no meio de ti, se elevará muito sobre ti, e tu mui baixo descerás;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te emprestará a ti, porém tu não lhe emprestarás a elle: elle será por cabeça, e tu serás por cauda.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estas maldições virão sobre ti, e te perseguirão, e te alcançarão, até que sejas destruido: porquanto não haverás dado ouvidos á voz do Senhor teu Deus, para guardar os seus mandamentos, e o seus estatutos, que te tem ordenado: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entre ti por signal e por maravilha, como tambem entre a tua semente para sempre.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haverás servido ao Senhor teu Deus com alegria e bondade de coração, pela abundancia de tudo.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servirás aos teus inimigos, que o Senhor enviará contra ti, com fome, e com sede, e com nudez, e com falta de tudo: e sobre o teu pescoço porá um jugo de ferro, até que te tenha destruido.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levantará contra ti uma nação de longe, da extremidade da terra, que vôa como a aguia, nação cuja lingua não entenderás;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Nação feroz de rosto, que não attentará para o rosto do velho, nem se apiedará do moço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comerá o fructo dos teus animaes, e o fructo da tua terra, até que sejas destruido; e não te deixará grão mosto, nem azeite, creação das tuas vaccas, nem rebanhos das tuas ovelhas, até que te tenha consumido;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angustiará em todas as tuas portas, até que venham a cair os teus altos e fortes muros, em que confiavas em toda a tua terra; e te angustiará até em todas as tuas portas, em toda a tua terra que te tem dado o Senhor teu Deus: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comerás o fructo do teu ventre, a carne de teus filhos e de tuas filhas, que te der o Senhor teu Deus, no cerco e no aperto com que os teus inimigos te apertarão.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homem mais mimoso e mui delicado entre ti, o seu olho será maligno contra o seu irmão, e contra a mulher de seu regaço, e contra os demais de seus filhos que ainda lhe ficarem;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não dará a nenhum d'elles da carne de seus filhos, que elle comer; porquanto nada lhe ficou de resto no cerco e no aperto com que o teu inimigo te apertará em todas as tuas portas.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á mulher mais mimosa e delicada entre ti, que de mimo e delicadeza nunca tentou pôr a planta de seu pé sobre a terra, será maligno o seu olho contra o homem de seu regaço, e contra seu filho, e contra sua filha;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por causa de suas páreas, que sairem d'entre os seus pés, e por causa de seus filhos que parir; porque os comerá ás escondidas pela falta de tudo, no cerco e no aperto com que o teu inimigo te apertará nas tuas portas.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tiveres cuidado de guardar todas as palavras d'esta lei, que estão escriptas n'este livro, para temeres este nome glorioso e terrivel, o Senhor teu Deus,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fará maravilhosas as tuas pragas, e as pragas de tua semente, grandes e certas pragas, e enfermidades más e certas;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 tornar sobre ti todos os males do Egypto, de que tu tiveste temor, e se apegarão a ti.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fará vir sobre ti toda a enfermidade e toda a praga, que não está escripta no livro d'esta lei, até que sejas destruido.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ficareis poucos homens, em logar de haverem sido como as estrellas dos céus em multidão: porquanto não déstes ouvidos á voz do Senhor teu Deus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assim como o Senhor se deleitava em vós, em fazer-vos bem e multiplicar-vos, assim o Senhor se deleitara em vós, em destruir-vos e consumir-vos; e desarreigados sereis da terra a qual tu passas a possuir.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vos espalhará entre todos os povos, desde uma extremidade da terra até á outra extremidade da terra: e ali servirás a outros deuses que não conheceste, nem tu nem teus paes: ao pau e á pedra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ainda entre as mesmas gentes descançarás, nem a planta de teu pé terá repouso: porquanto o Senhor ali te dará coração tremente, e desfallecimento dos olhos, e desmaio da alma.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tua vida como em suspenso estará diante de ti; e estremecerás de noite e de dia, e não crerás na tua propria vida.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manhã dirás: Ah! quem me déra ver a noite! E á tarde dirás: Ah! quem me déra ver a manhã! pelo pasmo de teu coração, com que pasmarás, e pelo que verás com os teus olhos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28:68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 fará voltar ao Egypto em navios, pelo caminho de que te tenho dito: Nunca jámais o verás: e ali sereis vendidos por servos e por servas aos vossos inimigos; mas não haverá quem vos compre.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