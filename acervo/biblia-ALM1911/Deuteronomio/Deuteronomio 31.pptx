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foi Moysés, e fallou estas palavras a todo o Israel;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Da edade de cento e vinte annos sou eu hoje: já não poderei mais sair e entrar: além d'isto, o Senhor me disse: Não passarás o Jordão.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teu Deus passará diante de ti; elle destruirá estas nações diante de ti, para que as possuas: Josué passará diante de ti, como o Senhor tem dito.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lhes fará como fez a Sehon e a Og, reis dos amorrheos, e á sua terra, os quaes destruiu.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o Senhor vol-os der diante de vós, então com elles fareis conforme a todo o mandamento que vos tenho ordenado.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Esforçae-vos, e animae-vos; não temaes, nem vos espanteis diante d'elles: porque o Senhor teu Deus é o que vae comtigo: não te deixará nem te desamparará.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Moysés a Josué, e lhe disse aos olhos de todo o Israel: Esforça-te e anima-te; porque com este povo entrarás na terra que o Senhor jurou a teus paes lhes dar; e tu os farás herdal-a.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pois é aquelle que vae diante de ti; elle será comtigo, não te deixará, nem te desamparará; não temas, nem te espantes.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escreveu esta lei, e a deu aos sacerdotes, filhos de Levi, que levavam a arca do concerto do Senhor, e a todos os anciãos d'Israel.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deu-lhes ordem Moysés, dizendo: Ao fim de cada sete annos, no tempo determinado do anno da remissão, na festa dos tabernaculos,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todo o Israel vier a comparecer perante o Senhor teu Deus, no logar que elle escolher, lerás esta lei diante de todo o Israel aos seus ouvidos.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 o povo, homens, e mulheres, e meninos, e os teus estrangeiros que estão dentro das tuas portas, para que ouçam, e aprendam e temam ao Senhor vosso Deus, e tenham cuidado de fazer todas as palavras d'esta lei;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seus filhos, que a não souberem, ouçam, e aprendam a temer ao Senhor vosso Deus, todos os dias que viverdes sobre a terra a qual ides, passando o Jordão, a possuir.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Eis-que os teus dias são chegados, para que morras; chama a Josué, e ponde-vos na tenda da congregação, para que eu lhe dê ordem. Assim foi Moysés e Josué, e se puzeram na tenda da congregação.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appareceu na tenda, na columna de nuvem; e a columna de nuvem estava sobre a porta da tenda.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Eis que dormirás com teus paes: e este povo se levantará, e fornicará em seguimento dos deuses dos estranhos da terra, para o meio dos quaes vae, e me deixará, e annullará o meu concerto que tenho feito com 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accenderá a minha ira n'aquelle dia contra elle, e desamparal-o-hei, e esconderei o meu rosto d'elles, para que sejam devorados: e tantos males e angustias o alcançarão, que dirá n'aquelle dia: Não me alcançaram estes males, porquanto o meu Deus não está no meio de mim?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Esconderei pois totalmente o meu rosto n'aquelle dia, por todo o mal que tiver feito, por se haver tornado a outros deuses.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escrevei-vos este cantico, e ensinae-o aos filhos d'Israel: ponde-o na sua bocca, para que este cantico me seja por testemunha contra os filhos d'Israel.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metterei na terra que jurei a seus paes, que mana leite e mel; e comerá, e se fartará, e se engordará: então se tornará a outros deuses, e os servirá, e me irritarão, e annullarão o meu concerto.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o alcançarem muitos males e angustias, então este cantico responderá contra elle por testemunha, pois não será esquecido da bocca de sua semente; porquanto conheço a sua boa imaginação, o que elle faz hoje, antes que o metta na terra que tenho jurado.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Moysés escreveu este cantico n'aquelle dia, e o ensinou aos filhos d'Israel.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a Josué, filho de Nun, e disse: Esforça-te e anima-te; porque tu metterás os filhos d'Israel na terra que lhes jurei; e eu serei comtigo.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acabando Moysés de escrever as palavras d'esta lei n'um livro, até de todo as acabar,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ordem Moysés aos levitas que levavam a arca do concerto do Senhor, dizendo: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este livro da lei, e ponde-o ao lado da arca do concerto do Senhor vosso Deus, para que ali esteja por testemunha contra ti.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conheço a tua rebellião e a tua dura cerviz: eis que, vivendo eu ainda hoje comvosco, rebeldes fostes contra o Senhor; e quanto mais depois da minha morte.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Ajuntae perante mim todos os anciãos das vossas tribus, e vossos officiaes, e aos vossos ouvidos fallarei estas palavras, e contra elles por testemunhas tomarei os céus e a terra.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sei que depois da minha morte certamente vos corrompereis, e vos desviareis do caminho que vos ordenei: então este mal vos alcançará nos ultimos dias, quando fizerdes mal aos olhos do Senhor, para o provocar á ira com a obra das vossas mãos.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fallou as palavras d'este cantico aos ouvidos de toda a congregação de Israel, até se acabarem.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