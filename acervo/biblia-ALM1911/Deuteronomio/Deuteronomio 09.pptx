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ó Israel, hoje passarás o Jordão, para entrar a possuir nações maiores e mais fortes do que tu; cidades grandes, e muradas até aos céus;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povo grande e alto, filhos de gigantes, que tu conheces, e de que já ouvistes: Quem pararia diante dos filhos dos gigantes?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 pois hoje que o Senhor teu Deus, que passa diante de ti, é um fogo que consome, que os destruirá, e os derrubará de diante de ti: e tu os lançarás fóra, e cedo os desfarás, como o Senhor te tem dito.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o Senhor teu Deus os lançar fóra de diante de ti, não falles no teu coração, dizendo: Por causa da minha justiça é que o Senhor me trouxe a esta terra para a possuir: porque pela impiedade d'estas nações é que o Senhor as lança fóra, diante de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por causa da tua justiça, nem pela rectidão do teu coração que entras a possuir a sua terra, mas pela impiedade d'estas nações o Senhor teu Deus as lança fóra, de diante de ti; e para confirmar a palavra que o Senhor teu Deus jurou a teus paes, Abrahão, Isaac e Jacob.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 pois que não é por causa da tua justiça que o Senhor teu Deus te dá esta boa terra para possuil-a, pois tu és povo obstinado.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e não te esqueças, de que muito provocaste a ira ao Senhor teu Deus no deserto; desde o dia em que saistes do Egypto, até que chegastes a esse logar, rebeldes fostes contra o Senhor;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em Horeb tanto provocastes á ira o Senhor, que se accendeu contra vós para vos destruir.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Subindo eu ao monte a receber as taboas de pedra, as taboas do concerto que o Senhor fizera comvosco, então fiquei no monte quarenta dias e quarenta noites; pão não comi, e agua não bebi;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deu as duas taboas de pedra, escriptas com o dedo de Deus; e n'ellas tinha escripto conforme a todas aquellas palavras que o Senhor tinha fallado comvosco no monte, do meio do fogo, no dia da congregação.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ao fim dos quarenta dias e quarenta noites, o Senhor me deu as duas taboas de pedra, as taboas do concerto.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Levanta-te, desce depressa d'aqui, porque o teu povo, que tiraste do Egypto, já se tem corrompido: cedo se desviaram do caminho que eu lhes tinha ordenado: imagem de fundição para si fizeram.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Fallou-me mais o Senhor, dizendo: Attentei para este povo, e eis-que elle é povo obstinado: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Deixa-me que os destrua, e apague o seu nome de debaixo dos céus: e te faça a ti nação mais poderosa e mais numerosa do que esta.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virei-me, e desci do monte; e o monte ardia em fogo e as duas taboas do concerto estavam em ambas as minhas mãos.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eis-que havieis peccado contra o Senhor vosso Deus; vós tinheis feito um bezerro de fundição: cedo vos desviastes do caminho que o Senhor vos ordenara.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peguei das duas taboas, e as arrojei d'ambas as minhas mãos, e as quebrei aos vossos olhos.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lancei perante o Senhor; como d'antes, quarenta dias e quarenta noites não comi pão e não bebi agua, por causa de todo o vosso peccado que havieis peccado, fazendo mal aos olhos do Senhor, para o provocar á ira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temi por causa da ira e do furor, com que o Senhor tanto estava irado contra vós, para vos destruir: porém ainda por esta vez o Senhor me ouviu.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se irou muito contra Aarão para o destruir; mas tambem orei por Aarão ao mesmo tempo.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tomei o vosso peccado, o bezerro que tinheis feito, e o queimei a fogo, e o pisei, moendo-o bem, até que se desfez em pó: e o seu pó lancei no ribeiro que descia do monte.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em Taberah, e em Massah, e em Quibroth-hattaava provocastes muito a ira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o Senhor vos enviou desde Cades-barnea, dizendo: Subi, e possui a terra, que vos tenho dado: rebeldes fostes ao mandado do Senhor vosso Deus, e não o crestes, e não obedecestes á sua voz.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Rebeldes fostes contra o Senhor desde o dia em que vos conheci.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prostrei-me perante o Senhor aquelles quarenta dias e quarenta noites em que estava prostrado; porquanto o Senhor dissera que vos queria destruir.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orei ao Senhor, dizendo: Senhor Deus, não destruas o teu povo e a tua herança, que resgataste com a tua grandeza, que tiraste do Egypto com mão forte.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dos teus servos, Abrahão, Isaac, e Jacob: não attentes para a dureza d'este povo, nem para a sua impiedade, nem para o seu peccado: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povo da terra d'onde nos tiraste não diga: Porquanto o Senhor os não pode introduzir na terra de que lhes tinha fallado, e porque os aborrecia, os tirou para os matar no deserto: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são elles o teu povo e a tua herança, que tu tiraste com a tua grande força e com o teu braço estendido.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