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um homem tomar uma mulher, e se casar com ella, então será que, se não achar graça em seus olhos, por n'ella achar coisa feia, elle lhe fará escripto de repudio, e lh'o dará na sua mão, e a despedirá da sua casa.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Se, pois, saindo da sua casa, fôr, e se casar com outro homem,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ultimo homem a aborrecer, e lhe fizer escripto de repudio, e lh'o dér na sua mão, e a despedir da sua casa, ou se este ultimo homem, que a tomou para si por mulher, vier a morrer,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seu primeiro marido, que a despediu, não poderá tornar a tomal-a, para que seja sua mulher, depois que foi contaminada: pois é abominação perante o Senhor; assim não farás peccar a terra que o Senhor teu Deus te dá por herança.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algum homem tomar uma mulher nova não sairá á guerra, nem se lhe imporá carga alguma; por um anno inteiro ficará livre na sua casa, e alegrará a sua mulher, que tomou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tomarão em penhor as mós ambas, nem a mó de cima nem a de baixo; pois se penhoraria assim a vida.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se achar alguem que furtar um d'entre os seus irmãos, dos filhos d'Israel, e com elle ganhar, e o vender, o tal ladrão morrerá, e tirarás o mal do meio de 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Guarda-te da praga da lepra, que tenhas grande cuidado de fazer conforme a tudo o que te ensinarem os sacerdotes levitas; como lhes tenho ordenado, terás cuidado de o fazer.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do que o Senhor teu Deus fez a Miriam no caminho, quando saiste do Egypto.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emprestares alguma coisa ao teu proximo, não entrarás em sua casa, para lhe tirar o penhor.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Fóra estarás; e o homem, a quem emprestaste, te trará fóra o penhor.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fôr homem pobre, te não deitarás com o seu penhor.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se pondo o sol, certamente lhe restituirás o penhor; para que durma na sua roupa, e te abençoe: e isto te será justiça diante do Senhor teu Deus.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opprimirás o jornaleiro pobre e necessitado de teus irmãos, ou de teus estrangeiros, que estão na tua terra e nas tuas portas.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seu dia lhe darás o seu jornal, e o sol se não porá sobre isso: porquanto pobre é, e sua alma se atém a isso: para que não clame contra ti ao Senhor, e haja em ti peccado.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paes não morrerão pelos filhos, nem os filhos pelos paes: cada qual morrerá pelo seu peccado.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perverterás o direito do estrangeiro e do orphão; nem tomarás em penhor a roupa da viuva.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lembrar-te-has de que foste servo no Egypto, e de que o Senhor te livrou d'ali: pelo que te ordeno que faças isto.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no teu campo segares a tua sega, e esqueceres uma gavela no campo, não tornarás a tomal-a; para o estrangeiro, para o orphão, e para a viuva será; para que o Senhor teu Deus te abençoe em toda a obra das tuas mãos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sacudires a tua oliveira, não tornarás atraz de ti a sacudir os ramos: para o estrangeiro, para o orphão, e para a viuva será.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vindimares a tua vinha, não tornarás atraz de ti a rabiscal-a: para o estrangeiro, para o orphão, e para a viuva será.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lembrar-te-has de que foste servo na terra do Egypto: pelo que te ordeno que faças isto.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