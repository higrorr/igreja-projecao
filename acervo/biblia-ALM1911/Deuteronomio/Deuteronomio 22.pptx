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extraviado o boi ou ovelha de teu irmão, não te esconderás d'elles: restituil-os-has sem falta a teu irmão.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teu irmão não estiver perto de ti, ou tu o não conheceres, recolhel-os-has na tua casa, para que fiquem comtigo, até que teu irmão os busque, e tu lh'os tornarás a dar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farás com o seu jumento, e assim farás com os seus vestidos; assim farás tambem com toda a coisa perdida, que se perder de teu irmão, e tu a achares; não te poderás esconder.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jumento de teu irmão, ou o seu boi, não verás caidos no caminho, e d'elles te esconderás: com elle os levantarás sem falta.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haverá trajo de homem na mulher, e não vestirá o homem vestido de mulher: porque, qualquer que faz isto, abominação é ao Senhor teu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encontrares algum ninho d'ave no caminho em alguma arvore, ou no chão, com passarinhos, ou ovos, e a mãe posta sobre os passarinhos, ou sobre os ovos, não tomarás a mãe com os filhos;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Deixarás ir livremente a mãe, e os filhos tomarás para ti; para que bem te vá, e para que te prolongue os dias.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edificares uma casa nova, farás no teu telhado um parapeito, para que não ponhas culpa de sangue na tua casa, se alguem d'alguma maneira cair d'ella.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semearás a tua vinha de differentes especies de semente, para que se não profane o fructo da semente que semeares, e a novidade da vinha.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boi e com jumento juntamente não lavrarás.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vestirás de diversos estofos de lã e linho juntamente.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Franjas porás nas quatro bordas da tua manta, com que te cobrires.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um homem tomar mulher e, entrando a ella, a aborrecer,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imputar coisas escandalosas, e contra ella divulgar má fama, dizendo: Tomei esta mulher, e me cheguei a ella, porém não a achei virgem;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pae da moça e sua mãe tomarão os signaes da virgindade da moça, e leval-os-hão para fóra aos anciãos da cidade á porta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pae da moça dirá aos anciãos; Eu dei minha filha por mulher a este homem, porém elle a aborreceu;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lhe imputou coisas escandalosas, dizendo: Não achei virgem tua filha: porém eis aqui os signaes da virgindade de minha filha. E estenderão o lençol diante dos anciãos da cidade.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anciãos da mesma cidade tomarão aquelle homem, e o castigarão,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condemnarão em cem siclos de prata, e os darão ao pae da moça; porquanto divulgou má fama sobre uma virgem de Israel. E lhe será por mulher, em todos os seus dias não a poderá despedir.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este negocio fôr verdade, que a virgindade se não achou na moça,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tirarão a moça á porta da casa de seu pae, e os homens da sua cidade a apedrejarão com pedras, até que morra; pois fez loucura em Israel, fornicando na casa de seu pae: assim tirarás o mal do meio de ti.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um homem fôr achado deitado com mulher casada com marido, então ambos morrerão, o homem que se deitou com a mulher, e a mulher: assim tirarás o mal d'Israel.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houver moça virgem, desposada com algum homem, e um homem a achar na cidade, e se deitar com ella,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tirareis ambos á porta d'aquella cidade, e os apedrejareis com pedras, até que morram; a moça, porquanto não gritou na cidade, e o homem, porquanto humilhou a mulher do seu proximo: assim tirarás o mal do meio de ti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algum homem no campo achar uma moça desposada, e o homem a forçar, e se deitar com ella, então morrera só o homem que se deitou com ella;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á moça não farás nada: a moça não tem culpa de morte; porque, como o homem que se levanta contra o seu proximo, e lhe tira a vida, assim é este negocio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 achou no campo: a moça desposada gritou, e não houve quem a livrasse.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um homem achar uma moça virgem, que não fôr desposada, e pegar n'ella, e se deitar com ella, e forem apanhados,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homem que se deitou com ella dará ao pae da moça cincoenta siclos de prata: e porquanto a humilhou, lhe será por mulher; não a poderá despedir em todos os seus dias.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homem tomará a mulher de seu pae, nem descobrirá a ourela de seu pae.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