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palavras que Moysés fallou a todo o Israel d'áquem do Jordão, no deserto, na planicie defronte do Mar de Suph, entre Paran e Tophel, e Laban, e Hazeroth, e Dizahab.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Onze jornadas ha, desde Horeb, caminho da montanha de Seir, até Cades-barnea.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anno quadragesimo, no mez undecimo, no primeiro dia do mez, Moysés fallou aos filhos de Israel, conforme a tudo o que o Senhor lhe mandara ácerca d'elles,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feriu a Sehon, rei dos amorrheos, que habitava em Hesbon, e a Og, rei de Basan, que habitava em Astaroth, em Edrei.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D'áquem do Jordão, na terra de Moab, começou Moysés a declarar esta lei, dizendo: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nosso Deus nos fallou em Horeb, dizendo: Assás haveis estado n'este monte.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Virae-vos, e parti-vos, e ide á montanha dos amorrheos, e a todos os seus visinhos, á planicie, e á montanha, e ao valle, e ao sul, e á ribeira do mar; á terra dos cananeos, e ao Libano, até ao grande rio, o rio Euphrates.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Vêdes aqui esta terra vol-a dei diante de vós: entrae e possui a terra que o Senhor jurou a vossos paes, Abrahão, Isaac, e Jacob, que a daria a elles e á sua semente depois d'elles.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mesmo tempo eu vos fallei, dizendo: Eu não poderei levar-vos só.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vosso Deus já vos tem multiplicado: e eis-que já hoje em multidão sois como as estrellas dos céus.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Deus de vossos paes vos augmente, como sois, ainda mil vezes mais: e vos abençoe, como vos tem fallado.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supportaria eu só as vossas molestias, e as vossas cargas, e as vossas differenças?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Tomae-vos homens sabios e entendidos, experimentados entre as vossas tribus, para que os ponha por vossas cabeças.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vós me respondestes, e dissestes: Bom é de fazer a palavra que tens fallado.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Tomei pois os cabeças de vossas tribus, homens sabios e experimentados, e os tenho posto por cabeças sobre vós, por capitães de milhares, e por capitães de cem, e por capitães de cincoenta, e por capitães de dez, e por governadores das vossas tribus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mesmo tempo mandei a vossos juizes, dizendo: Ouvi a causa entre vossos irmãos, e julgae justamente entre o homem e seu irmão, e entre o estrangeiro que está com 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attentareis para pessoa alguma em juizo, ouvireis assim o pequeno como o grande: não temereis a face de ninguem, porque o juizo é de Deus; porém a causa que vos fôr difficil fareis vir a mim, e eu a ouvirei.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n'aquelle tempo vos ordenei todas as coisas que havieis de fazer.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partimos de Horeb, e caminhámos por todo aquelle grande e tremendo deserto que vistes, pelo caminho das montanhas dos amorrheos, como o Senhor nosso Deus nos ordenara: e chegámos a Cades-barnea.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vos disse: Chegados sois ás montanhas dos amorrheos, que o Senhor nosso Deus nos dará.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o Senhor teu Deus te deu esta terra diante de ti: sobe, possue-a, como te fallou o Senhor Deus de teus paes: não temas, e não te assustes.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vós vos chegastes a mim, e dissestes: Mandemos homens adiante de nós, para que nos espiem a terra, e nos dêem resposta, por que caminho devemos subir a ella, e a que cidades devemos 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Pareceu-me pois bem este negocio: de sorte que de vós tomei doze homens, de cada tribu um homem.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foram-se, e subiram á montanha, e vieram até ao valle de Escol, e o espiaram.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do fructo da terra nas suas mãos, e nol-o trouxeram, e nos tornaram a dar resposta, e disseram: Boa é a terra que nos dá o Senhor nosso Deus.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 não quizestes subir: mas fostes rebeldes ao mandado do Senhor nosso Deus.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murmurastes nas vossas tendas, e dissestes: Porquanto o Senhor nos aborrece, nos tirou da terra do Egypto para nos entregar nas mãos dos amorrheos, para destruir-nos.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onde subiremos? nossos irmãos fizeram com que se derretesse o nosso coração, dizendo: Maior e mais alto é este povo do que nós, as cidades são grandes e fortificadas até aos céus; e tambem vimos ali filhos dos gigantes.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vos disse: Não vos espanteis, nem os temaes.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vosso Deus que vae adiante de vós, elle por vós pelejará, conforme a tudo o que fez comvosco, diante de vossos olhos, no Egypto;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no deserto, onde viste que o Senhor teu Deus n'elle te levou, como um homem leva seu filho, por todo o caminho que andastes, até chegardes a este logar.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nem por isso crestes ao Senhor vosso Deus,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foi adiante de vós por todo o caminho, para vos achar o logar onde vós deverieis acampar: de noite no fogo, para vos mostrar o caminho por onde havieis de andar, e de dia na nuvem.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o Senhor a voz das vossas palavras, indignou-se, e jurou, dizendo: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dos homens d'esta maligna geração verá esta boa terra que jurei de dar a vossos paes,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Caleb, filho de Jefoné; elle a verá, e a terra que pisou darei a elle e a seus filhos: porquanto perseverou em seguir ao Senhor.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Senhor se indignou contra mim por causa de vós, dizendo: Tambem tu lá não entrarás.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Josué, filho de Nun, que está em pé diante de ti, elle ali entrará: esforça-o, porque elle a fará herdar a Israel.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vossos meninos, de que dissestes: Por presa serão: e vossos filhos, que hoje nem bem nem mal sabem, elles ali entrarão, e a elles, a darei, e elles a possuirão.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 virae-vos, e parti para o deserto, pelo caminho do Mar Vermelho.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respondestes, e me dissestes: Peccámos contra o Senhor: nós subiremos e pelejaremos, conforme a tudo o que nos ordenou o Senhor nosso Deus: e armastes-vos pois vós, cada um dos seus instrumentos de guerra, e estivestes prestes para subir á montanha.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 o Senhor: Dize-lhes: Não subaes nem pelejeis, pois não estou no meio de vós; para que não sejaes feridos diante de vossos inimigos.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fallando-vos eu, não ouvistes: antes fostes rebeldes ao mandado do Senhor, e vos ensoberbecestes, e subistes á montanha.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amorrheos, que habitavam n'aquella montanha, vos sairam ao encontro; e perseguiram-vos como fazem as abelhas, e vos derrotaram desde Seir até Horma.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Tornando pois vós, e chorando perante o Senhor, o Senhor não ouviu a vossa voz, nem vos escutou.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em Cades estivestes muitos dias, segundo os dias que ali estivestes.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