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8:1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Succedeu depois d'isto que David feriu os philisteos, e os sujeitou: e David tomou a Metheg-ammah das mãos dos philisteos.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8:2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feriu os moabitas, e os mediu com cordel, fazendo-os deitar por terra, e os mediu com dois cordeis para os matar, e com um cordel inteiro para os deixar em vida: ficaram assim os moabitas por servos de David, trazendo presentes.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8:3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Feriu tambem David a Hadadezer, filho de Rechob, rei de Zoba, indo elle a virar a sua mão para o rio Euphrates.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8:4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tomou-lhe David mil e seiscentos cavalleiros e vinte mil homens de pé: e David jarretou a todos os cavallos dos carros, e reservou d'elles cem carros.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8:5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vieram os syros de Damasco a soccorrer a Hadadezer, rei de Zoba: porém David feriu dos syros vinte e dois mil homens.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8:6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David poz guarnições em Syria de Damasco, e os syros ficaram por servos de David, trazendo presentes: e o Senhor guardou a David por onde quer que ia.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8:7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David tomou os escudos de oiro que havia com os servos de Hadadezer, e os trouxe a Jerusalem.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8:8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Tomou mais o rei David uma quantidade mui grande de bronze de Betah e de Berothai, cidades de Hadadezer.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8:9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Ouvindo então Toi, rei de Hamath, que David ferira a todo o exercito de Hadadezer,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8:10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Mandou Toi seu filho Joram ao rei David, para lhe perguntar como estava, e para lhe dar os parabens por haver pelejado contra Hadadezer, e por o haver ferido (porque Hadadezer de continuo fazia guerra a Toi); e na sua mão trazia vasos de prata, e vasos de oiro, e vasos de bronze,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8:11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quaes tambem o rei David consagrou ao Senhor, juntamente com a prata e oiro que já havia consagrado de todas as nações que sujeitara,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8:12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Syria, e de Moab, e dos filhos d'Ammon, e dos philisteos, e d'Amalek, e dos despojos de Hadadezer, filho de Rechob, rei de Zoba.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8:13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David ganhou nome, voltando elle de ferir os syros no valle do sal, a saber, a dezoito mil.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8:14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poz guarnições em Edom, em todo o Edom poz guarnições, e todos os idumeos ficaram por servos de David: e o Senhor ajudava a David por onde quer que ia.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8:15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Reinou pois David sobre todo o Israel: e David fazia direito e justiça a todo o seu povo.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8:16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Joab, filho de Zeruia, era sobre o exercito; e Josaphat, filho de Ahilud, era chronista.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8:17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Zadok, filho de Ahitub, e Ahimelek, filho de Abiathar, eram sacerdotes, e Seraias escrivão,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8:18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Benaia, filho de Joiada, estava com os cheretheos e peletheos: porém os filhos de David eram principes.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