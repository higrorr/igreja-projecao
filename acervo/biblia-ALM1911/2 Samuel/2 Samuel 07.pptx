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o rei David em sua casa, e que o Senhor lhe tinha dado descanço de todos os seus inimigos em redor: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rei ao propheta Nathan: Ora olha, eu moro em casa de cedros e a arca de Deus mora dentro de cortinas.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Nathan ao rei: Vae, e faze tudo quanto está no teu coração; porque o Senhor é comtigo.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succedeu n'aquella mesma noite, que a palavra do Senhor veiu a Nathan,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dize a meu servo, a David: Assim diz o Senhor: Edificar-me-hias tu casa para minha habitação?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casa nenhuma habitei desde o dia em que fiz subir os filhos de Israel do Egypto até ao dia d'hoje: mas andei em tenda e em tabernaculo.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todo o logar em que andei com todos os filhos d'Israel, fallei porventura alguma palavra com alguma das tribus d'Israel, a quem mandei apascentar o meu povo d'Israel, dizendo: Porque me não edificaes uma casa de cedros?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assim dirás ao meu servo, a David: Assim diz o Senhor dos exercitos: Eu te tomei da malhada detraz das ovelhas, para que fosses o chefe sobre o meu povo, sobre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fui comtigo, por onde quer que foste, e destrui a teus inimigos diante de ti: e fiz para ti um grande nome, como o nome dos grandes que ha na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prepararei logar para o meu povo, para Israel, e o plantarei, para que habite no seu logar. e não mais seja movido, e nunca mais os filhos de perversidade o afflijam, como d'antes,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o dia em que mandei, que houvesse juizes sobre o meu povo Israel: a ti porém te dei descanço de todos os teus inimigos: tambem o Senhor te faz saber que o Senhor te fará casa.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teus dias forem completos, e vieres a dormir com teus paes, então farei levantar depois de ti a tua semente, que sair das tuas entranhas, e estabelecerei o seu reino.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edificará uma casa ao meu nome, e confirmarei o throno do seu reino para sempre.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lhe serei por pae, e elle me será por filho: e, se vier a transgredir, castigal-o-hei com vara de homens, e com açoites de filhos de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minha benignidade se não apartará d'elle; como a tirei de Saul, a quem tirei de diante de ti.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tua casa e o teu reino será affirmado para sempre diante de ti: teu throno será firme para sempre.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todas estas palavras, e conforme a toda esta visão, assim fallou Nathan a David.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o rei David, e ficou perante o Senhor, e disse: Quem sou eu, Senhor Jehovah, e qual é a minha casa, que me trouxeste até aqui?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foi isto pouco aos teus olhos, Senhor Jehovah, senão que tambem fallaste da casa de teu servo para tempos distantes: é isto o costume dos homens, ó Senhor Jehovah?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mais te fallará ainda David? pois tu conheces bem a teu servo, ó Senhor Jehovah.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tua palavra, e segundo o teu coração, fizeste toda esta grandeza: fazendo-a saber a teu servo.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grandioso és, ó Senhor Jehovah, porque não ha similhante a ti, e não ha outro Deus senão tu só, segundo tudo o que temos ouvido com os nossos ouvidos.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ha como o teu povo, como Israel, gente unica na terra? a quem Deus foi resgatar para seu povo; e a fazer-se nome, e a fazer-vos estas grandes e terriveis coisas á tua terra, diante do teu povo, que tu resgataste do Egypto, desterrando as nações e a seus deuses.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confirmaste a teu povo Israel por teu povo para sempre, e tu, Senhor, te fizeste o seu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ó Senhor Jehovah, esta palavra que fallaste ácerca de teu servo e ácerca da sua casa, confirma-a para sempre, e faze como tens fallado.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engrandeça-se o teu nome para sempre, para que se diga: O Senhor dos exercitos é Deus sobre Israel; e a casa de teu servo será confirmada diante de ti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Senhor dos exercitos, Deus d'Israel, revelaste aos ouvidos de teu servo, dizendo: Edificar-te-hei casa. Portanto o teu servo achou no seu coração o fazer-te esta oração.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Senhor Jehovah, tu és o mesmo Deus, e as tuas palavras serão verdade, e tens fallado a teu servo este bem.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Sejas pois agora servido de abençoar a casa de teu servo, para permanecer para sempre diante de ti, pois tu, ó Senhor Jehovah, disseste; e com a tua benção será para sempre bemdita a casa de teu servo.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