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 filho de Saul que Abner morrera em Hebron, as mãos se lhe afrouxaram: e todo o Israel pasmou.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o filho de Saul dois homens capitães de tropas: e era o nome d'um Baena, e o nome do outro Rekab, filhos de Rimmon, o beerothita, dos filhos de Benjamin, porque tambem Beeroth se reputava de Benjamin.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fugido os beerothitas para Gittaim, e ali tinham peregrinado até ao dia de hoje.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Jonathan, filho de Saul, tinha um filho aleijado de ambos os pés: era da edade de cinco annos quando as novas de Saul e Jonathan vieram de Jizreel, e sua ama o tomou, e fugiu: e succedeu que, apressando-se ella a fugir, elle caiu, e ficou côxo; e o seu nome era Mephiboseth.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Rimmon, o beerothita, Rekab e Baena, e entraram em casa de Isboseth no maior calor do dia, estando elle deitado a dormir, ao meio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entraram até ao meio da casa, como que vindo tomar trigo, e o feriram na quinta costella: e Rekab e Baena, seu irmão, escaparam;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entraram na sua casa, estando elle na cama deitado, na sua recamara, e o feriram, e o mataram, e lhe cortaram a cabeça; e, tomando a sua cabeça, andaram toda a noite caminhando pela planicie.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 a cabeça d'Isboseth a David, a Hebron, e disseram ao rei: Eis aqui a cabeça de Isboseth, filho de Saul, teu inimigo, que te procurava a morte: assim o Senhor vingou hoje ao rei meu senhor de Saul e da sua semente.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David, respondendo a Rekab e a Baena, seu irmão, filhos de Rimmon, o beerothita, disse-lhes: Vive o Senhor, que remiu a minha alma de toda a angustia,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pois se áquelle que me trouxe novas (dizendo: Eis que Saul morto é, parecendo-lhe porém aos seus olhos que era como quem trazia boas novas), eu logo lancei mão d'elle, e o matei em Siclag, cuidando elle que eu por isso lhe désse alviçaras;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mais a impios homens, que mataram um homem justo em sua casa, sobre a sua cama: agora, pois, não requereria eu o seu sangue de vossas mãos, e não vos exterminaria da terra?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David ordem aos seus mancebos que os matassem: e cortaram-lhes os pés e as mãos, e os penduraram sobre o tanque de Hebron: tomaram porém a cabeça d'Isboseth, e a sepultaram na sepultura de Abner, em Hebron.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