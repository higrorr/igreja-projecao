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tendo decorrido um anno, no tempo em que os reis saem, enviou David a Joab, e a seus servos com elle, e a todo o Israel, para que destruissem os filhos de Ammon, e cercassem a Rabba; porém David ficou em Jerusalem.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á hora da tarde que David se levantou do seu leito, e andava passeando no terraço da casa real, e viu do terraço a uma mulher que se estava lavando: e era esta mulher mui formosa á vista.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David, e perguntou por aquella mulher: e disseram: Porventura não é esta Bathseba, filha d'Eliam, mulher de Urias, o hetheo?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David mensageiros, e a mandou trazer; e, entrando ella a elle, se deitou com ella (e já ella se tinha purificado da sua immundicia): então voltou ella para sua casa.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 concebeu; e enviou, e fel-o saber a David, e disse: Prenhe estou.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David a Joab, dizendo: Envia-me Urias o hetheo. E Joab enviou Urias a David.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Urias a elle, perguntou David como ficava Joab, e como ficava o povo, e como ia a guerra.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David a Urias: Desce a tua casa, e lava os teus pés. E, saindo Urias da casa real, logo saiu atraz d'elle iguaria do 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Urias se deitou á porta da casa real, com todos os servos do seu senhor: e não desceu á sua casa.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fizeram saber a David, dizendo: Urias não desceu a sua casa. Então disse David a Urias: Não vens tu d'uma jornada? Porque não desceste a tua casa?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Urias a David: A arca, e Israel, e Judah ficam em tendas; e Joab meu senhor e os servos de meu senhor estão acampados no campo; e hei de eu entrar na minha casa, para comer e beber, e para me deitar com minha mulher? Pela tua vida, e pela vida da tua alma, não farei tal coisa.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 a Urias: Fica cá ainda hoje, e ámanhã te despedirei. Urias pois ficou em Jerusalem aquelle dia e o seguinte.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o convidou, e comeu e bebeu diante d'elle, e o embebedou: e á tarde saiu a deitar-se na sua cama como os servos de seu senhor; porém não desceu a sua casa.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pela manhã David escreveu uma carta a Joab: e mandou-lh'a por mão de Urias.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Escreveu na carta, dizendo: Ponde a Urias na frente da maior força da peleja; e retirae-vos de detraz d'elle, para que seja ferido e morra.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Aconteceu, pois, que, tendo Joab observado bem a cidade, poz a Urias no logar onde sabia que havia homens valentes.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os homens da cidade, e pelejando com Joab, cairam alguns do povo, dos servos de David: e morreu tambem Urias, o hetheo.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Joab, e fez saber a David todo o successo d'aquella peleja.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ordem ao mensageiro, dizendo: Acabando tu de contar ao rei todo o successo d'esta peleja;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succedendo que o rei se encolerize, e te diga: Porque vos chegastes tão perto da cidade a pelejar? Não sabieis vós que haviam de atirar do muro?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feriu a Abimelech, filho de Jerubbeseth? Não lançou uma mulher sobre elle do muro um pedaço d'uma mó corredora, de que morreu em Thebes? Porque vos chegastes ao muro? Então dirás: Tambem morreu teu servo Urias, o hetheo.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mensageiro, e entrou, e fez saber a David tudo, porque Joab o enviara dizer.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mensageiro a David: Na verdade que mais poderosos foram aquelles homens do que nós, e sairam a nós ao campo; porém nós fomos contra elles, até á entrada da porta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frecheiros atiraram contra os teus servos desde o alto do muro, e morreram alguns dos servos do rei: e tambem morreu o teu servo Urias, o hetheo.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ao mensageiro: Assim dirás a Joab: Não te pareça isto mal aos teus olhos; pois a espada tanto consome este como aquelle: esforça a tua peleja contra a cidade, e a derrota: esforça-o tu assim.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a mulher de Urias que Urias seu marido era morto, lamentou a seu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passado o nojo, enviou David, e a recolheu em sua casa, e lhe foi por mulher, e pariu-lhe um filho. Porém esta coisa que David fez pareceu mal aos olhos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