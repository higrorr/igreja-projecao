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passando David um pouco mais adiante do cume, eis que Ziba, o moço de Mephiboseth, veiu encontrar-se com elle, com um par de jumentos albardados, e sobre elles duzentos pães, com cem cachos de passas, e cem de fructas de verão e um odre de vinho.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a Ziba: Que pretendes com isto? E disse Ziba: Os jumentos são para a casa do rei, para se montarem n'elles; e o pão e as fructas de verão para comerem os moços; e o vinho para beberem os cançados no deserto.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Ora, onde está o filho de teu senhor? E disse Ziba ao rei: Eis que ficou em Jerusalem; porque disse: Hoje me restaurará a casa de Israel o reino de meu pae.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 Ziba: Eis que teu é tudo quanto tem Mephiboseth. E disse Ziba: Eu me inclino, que eu ache graça em teus olhos, ó rei meu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o rei David a Bahurim, eis que d'ali saiu um homem da linhagem da casa de Saul, cujo nome era Simei, filho de Gera, e, saindo, ia amaldiçoando.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apedrejava com pedras a David, e a todos os servos do rei David: ainda que todo o povo e todos os valentes iam á sua direita e á sua esquerda.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amaldiçoando-o Simei, assim dizia: Sae, sae, homem de sangue, e homem de Belial: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deu agora a paga de todo o sangue da casa de Saul, em cujo logar tens reinado; já deu o Senhor o reino na mão de Absalão teu filho; e eis-te agora na tua desgraça, porque és um homem de sangue.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Abisai, filho de Zeruia, ao rei: Porque amaldiçoaria este cão morto ao rei meu senhor? Deixa-me passar, e lhe tirarei a cabeça.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o rei: Que tenho eu comvosco, filhos de Zeruia? Ora deixae-o amaldiçoar; pois o Senhor lhe disse: Amaldiçôa a David; quem pois diria: Porque assim fizeste?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David a Abisai, e a todos os seus servos: Eis que meu filho, que saiu das minhas entranhas, procura a minha morte: quanto mais ainda este filho de Jemini? Deixae-o, que amaldiçoe; porque o Senhor lh'o disse.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Senhor olhará para a minha miseria: e o Senhor me pagará com bem sua maldição d'este dia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Proseguiam pois o seu caminho, David e os seus homens: e tambem Simei ia ao longo do monte, defronte d'elle, caminhando e amaldiçoando, e atirava pedras contra elle, e levantava poeira.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e todo o povo que ia com elle chegaram cansados, e refrescaram-se ali.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Absalão pois, e todo o povo, os homens de Israel, vieram a Jerusalem: e Achitophel com 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chegando Husai, o archita, amigo de David, a Absalão, disse Husai a Absalão: Viva o rei, viva o rei!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Absalão disse a Husai: É esta a tua beneficencia para com o teu amigo? Porque não foste com o teu amigo?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Husai a Absalão: Não, porém d'aquelle que eleger o Senhor, e todo este povo, e todos os homens de Israel, d'elle serei e com elle ficarei.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demais d'isto, a quem serviria eu? Porventura não seria diante de seu filho? Como servi diante de teu pae, assim serei diante de 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Absalão a Achitophel: Dae conselho entre vós sobre o que devemos fazer.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Achitophel a Absalão: Entra ás concubinas de teu pae, que deixou para guardarem a casa; e assim todo o Israel ouvirá que te fizeste aborrecivel para com teu pae; e se esforçarão as mãos de todos os que estão comtigo.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Estenderam pois para Absalão uma tenda no terrado: e entrou Absalão ás concubinas de seu pae, perante os olhos de todo o 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conselho de Achitophel, que aconselhava n'aquelles dias, como se a palavra de Deus se consultara: tal era todo o conselho de Achitophel, assim para com David como para com Absalão.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