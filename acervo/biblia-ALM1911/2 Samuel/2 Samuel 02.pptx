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depois d'isto que David consultou ao Senhor, dizendo: Subirei a alguma das cidades de Judah? E disse-lhe o Senhor: Sobe. E disse David: Para onde subirei? E disse: Para Hebron.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David para lá, e tambem as suas duas mulheres, Achinoam. a jizreelita, e Abigail, a mulher de Nabal, o carmelita.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David subir os homens que estavam com elle, cada um com a sua familia: e habitaram nas cidades de Hebron.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vieram os homens de Judah, e ungiram ali a David rei sobre a casa de Judah. E deram avisos a David, dizendo: Os homens de Jabez-gilead são os que sepultaram a Saul.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David mensageiros aos homens de Jabez-gilead, e disse-lhes: Bemditos sejaes vós do Senhor, que fizestes tal beneficencia a vosso senhor, a Saul, e o sepultastes!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o Senhor use comvosco de beneficencia e fidelidade: e tambem eu vos farei este bem, porquanto fizestes isto.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Esforcem-se pois agora as vossas mãos, e sêde homens valentes, pois Saul, vosso senhor, é morto, mas tambem os da casa de Judah já me ungiram a mim rei sobre 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Abner, filho de Ner, capitão do exercito de Saul, tomou a Isboseth, filho de Saul, e o fez passar a Mahanaim,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constituiu rei sobre Gilead, e sobre os assuritas, e sobre Jizreel, e sobre Ephraim, e sobre Benjamin, e sobre todo o Israel.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edade de quarenta annos era Isboseth, filho de Saul, quando começou a reinar sobre Israel, e reinou dois annos: mas os da casa de Judah seguiam a David.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numero dos dias que David reinou em Hebron, sobre a casa de Judah, sete annos e seis mezes.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Abner, filho de Ner, com os servos de Isboseth, filho de Saul, de Mahanaim a Gibeon.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Sairam tambem Joab, filho de Zeruia, e os servos de David, e se encontraram uns com os outros perto do tanque de Gibeon: e pararam estes d'esta banda do tanque, e os outros d'aquella banda do tanque.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Abner a Joab: Deixa levantar os mancebos, e joguem diante de nós. E disse Joab: Levantem-se.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levantaram, e passaram, por conta, doze de Benjamin, da parte d'Isboseth, filho de Saul, e doze dos servos de David.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cada um lançou mão da cabeça do outro, metteu-lhe a espada pela ilharga, e cairam juntamente: d'onde se chamou áquelle logar Helkath-hazzurim, que está junto a Gibeon.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seguiu-se n'aquelle dia uma crua peleja: porém Abner e os homens de Israel foram feridos diante dos servos de David.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estavam ali os tres filhos de Zeruia, Joab, Abisai, e Asael: e Asael era ligeiro de pés, como uma das cabras montezes que ha no campo.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Asael perseguiu a Abner: e não declinou de detraz de Abner, nem para a direita nem para a esquerda.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Abner, olhando para traz, disse: És tu este Asael? E disse elle: Eu sou.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 Abner: Desvia-te para a direita, ou para a esquerda, e lança mão d'um dos mancebos, e toma os seus despojos. Porém Asael não quiz desviar-se de detraz d'elle.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Abner tornou a dizer a Asael: Desvia-te de detraz de mim: porque hei de eu ferir-te e dar comtigo em terra? e como levantaria eu o meu rosto diante de Joab teu irmão?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não se querendo elle desviar, Abner o feriu com o couto da lança pela quinta costella, e a lança lhe saiu por detraz, e caiu ali, e morreu n'aquelle mesmo logar; e succedeu que todos os que chegavam ao logar onde Asael caiu e morreu paravam.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Joab e Abisai perseguiram a Abner: e poz-se o sol, chegando elles ao outeiro de Amma, que está diante de Giah, junto ao caminho do deserto de Gibeon.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Benjamin se ajuntaram detraz d'Abner, e fizeram um batalhão, e pozeram-se no cume d'um outeiro.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Abner gritou a Joab, e disse: Consumirá a espada para sempre? não sabes tu que por fim haverá amargura? e até quando não has de dizer ao povo que se torne de detraz de seus irmãos?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Joab: Vive Deus, que, se não tivesses fallado, já desde pela manhã o povo teria cessado cada um de perseguir a seu irmão.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Joab tocou a bozina, e todo o povo parou, e não perseguiram mais a Israel: e tão pouco pelejaram mais.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caminharam Abner e os seus homens toda aquella noite pela planicie: e, passando o Jordão, caminharam por todo o Bithron, e vieram a Mahanaim.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Joab se tornou de detraz d'Abner, e ajuntou todo o povo: e dos servos de David faltaram dezenove homens, e Asael.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servos de David feriram d'entre os de Benjamin, e d'entre os homens d'Abner, a trezentos e sessenta homens, que ali ficaram mortos.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 a Asael, e sepultaram-n'o na sepultura de seu pae, que estava em Beth-lehem: e Joab e seus homens caminharam toda aquella noite, e amanheceu-lhes em Hebron.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