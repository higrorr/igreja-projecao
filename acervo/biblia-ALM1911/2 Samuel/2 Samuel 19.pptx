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Joab: Eis que o rei anda chorando, e lastima-se por Absalão.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victoria se tornou n'aquelle mesmo dia em tristeza para todo o povo: porque aquelle mesmo dia o povo ouvira dizer: Mui triste está o rei por causa de seu filho.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mesmo dia o povo se escoou ás furtadellas na cidade, como o povo de vergonhoso se escoa escondidamente quando fogem da peleja.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pois o rei com o rosto coberto; e o rei gritava a alta voz: Meu filho Absalão, Absalão meu filho, meu filho!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Joab ao rei em casa, e disse: Hoje envergonhaste as caras de todos os teus servos, que livraram hoje a tua vida, e a vida de teus filhos, e de tuas filhas, e a vida de tuas mulheres, e a vida de tuas concubinas.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Amando tu aos que te aborrecem, e aborrecendo aos que te amam: porque hoje dás a entender que nada valem para comtigo capitães e servos; porque entendo hoje que se Absalão vivesse, e todos nós hoje fossemos mortos, então bem te parecera aos teus 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pois agora; sae, e falla conforme ao coração de teus servos: porque pelo Senhor te juro que, se não saires, nem um só homem ficará comtigo esta noite; e mais mal te será isto do que todo o mal que tem vindo sobre ti desde a tua mocidade até agora.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levantou, e se assentou á porta: e fizeram saber a todo o povo, dizendo: Eis que o rei está assentado á porta. Então todo o povo veiu apresentar-se diante do rei; porém Israel fugiu cada um para as suas tendas.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povo, em todas as tribus de Israel, andava porfiando entre si, dizendo: O rei nos tirou das mãos de nossos inimigos, e elle nos livrou das mãos dos philisteos; e agora fugiu da terra por causa de Absalão.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Absalão, a quem ungimos sobre nós, já morreu na peleja: agora, pois, porque vos calaes, e não fazeis voltar o rei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David enviou a Zadok e a Abiathar, sacerdotes, dizendo: Fallae aos anciãos de Judah, dizendo: Porque serieis vós os ultimos em tornar a trazer o rei para a sua casa? (porque as palavras de todo o Israel chegaram ao rei, até á sua casa.)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sois meus irmãos, meus ossos e minha carne sois vós: porque pois serieis os ultimos em tornar a trazer o rei?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Amasa direis: Porventura não és tu meu osso e minha carne? assim me faça Deus, e outro tanto, se não fores chefe do arraial diante de mim para sempre, em logar de Joab.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moveu o coração de todos os homens de Judah, como o d'um só homem: e enviaram ao rei, dizendo: Volta tu com todos os teus servos.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voltou, e chegou até ao Jordão; e Judah veiu a Gilgal, para ir encontrar-se com o rei, á outra banda do Jordão.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apressou-se Simei, filho de Gera, filho de Jemini, que era de Bahurim: e desceu com os homens de Judah a encontrar-se com o rei David,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 mil varões de Benjamin, como tambem Ziba, servo da casa de Saul, e seus quinze filhos, e seus vinte servos com elle: e promptamente passaram o Jordão adiante do 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a barca, para fazer passar a casa do rei e para trazer o que bem parecesse aos seus olhos, então Simei, filho de Gera, se prostrou diante do rei, passando elle o Jordão.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rei: Não me impute meu senhor a minha culpa, e não te lembres do que tão perversamente fez teu servo, no dia em que o rei meu senhor saiu de Jerusalem, para o rei conserval-o no coração.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teu servo devéras confessa que eu pequei: porém eis que eu sou o primeiro que de toda a casa de José desci a encontrar-me com o rei meu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Abisai, filho de Zeruia, e disse: Não morreria pois Simei por isto, havendo amaldiçoado ao ungido do Senhor?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David disse: Que tenho eu comvosco, filhos de Zeruia, para que hoje me sejaes adversarios? morreria alguem hoje em Israel? porque porventura não sei que hoje fui feito rei sobre Israel?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 Simei: Não morrerás. E o rei lh'o jurou.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Mephiboseth, filho de Saul, desceu a encontrar-se com o rei, e não tinha lavado os pés, nem tinha feito a barba, nem tinha lavado os seus vestidos desde o dia em que o rei tinha saido até ao dia em que voltou em paz.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vindo elle a Jerusalem a encontrar-se com o rei, disse-lhe o rei: Porque não foste comigo, Mephiboseth?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Ó rei meu senhor, o meu servo me enganou; porque o teu servo dizia: Albardarei um jumento, e n'elle montarei, e irei com o rei; pois o teu servo é côxo.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falsamente accusou a teu servo diante do rei meu senhor; porém o rei meu senhor é como um anjo de Deus; faze pois o que parecer bem aos teus olhos.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casa de meu pae não era senão de homens dignos de morte diante do rei meu senhor; e comtudo puzeste a teu servo entre os que comem á tua mesa: e que mais direito tenho eu de clamar ao rei?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rei: Porque ainda mais fallas de teus negocios? já disse eu: Tu e Ziba reparti as terras.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Mephiboseth ao rei; Tome elle tambem tudo: pois já veiu o rei meu senhor em paz á sua casa.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Barzillai, o gileadita, desceu de Rogelim, e passou com o rei o Jordão, para o acompanhar á outra banda do Jordão.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Barzillai mui velho, da edade de oitenta annos; e elle tinha sustentado o rei, quando tinha a sua morada em Mahanaim, porque era homem mui grande.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 Barzillai: Passa tu comigo, e sustentar-te-hei comigo em Jerusalem.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Barzillai disse ao rei: Quantos serão os dias dos annos da minha vida, para que suba com o rei a Jerusalem?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oitenta annos sou eu hoje; poderia eu discernir entre bom e mau? poderia o teu servo ter gosto no que comer e beber? Poderia eu mais ouvir a voz dos cantores e cantoras? E porque será o teu servo ainda pesado ao rei meu senhor?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rei passará teu servo ainda um pouco mais além do Jordão: e porque me recompensará o rei com tal recompensa?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voltar o teu servo, e morrerei na minha cidade, junto á sepultura de meu pae e de minha mãe: mas eis ahi está o teu servo Chimham, o qual passe com o rei meu senhor, e faze-lhe o que bem parecer aos teus olhos.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Chimham passará comigo, e eu lhe farei como bem parecer aos teus olhos, e tudo quanto me pedires te farei.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todo o povo passado o Jordão, e passando tambem o rei, beijou o rei a Barzillai, e o abençoou: e elle voltou para o seu logar.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passou o rei a Gilgal, e Chimham passou com elle: e todo o povo de Judah conduziu o rei, como tambem a metade do povo d'Israel.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todos os homens d'Israel vieram ao rei, e disseram ao rei: Porque te furtaram nossos irmãos, os homens de Judah, e conduziram o rei e a sua casa d'além do Jordão, e todos os homens de David com elles?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todos os homens de Judah aos homens de Israel: Porquanto o rei é nosso parente; e porque vos iraes por isso? Porventura comemos ás costas do rei, ou nos apresentou algum presente?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responderam os homens d'Israel aos homens de Judah, e disseram: Dez partes temos no rei, e até em David mais temos nós do que vós; porque pois não fizestes conta de nós, para que a nossa palavra não fosse a primeira, para tornar a trazer o nosso rei? Porém a palavra dos homens de Judah foi mais forte do que a palavra dos homens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