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Achitophel a Absalão: Deixa-me escolher doze mil homens, e me levantarei, e seguirei após David esta noite.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virei sobre elle, pois está cançado e frouxo das mãos: e o espantarei, e fugirá todo o povo que está com elle; e então ferirei o rei só.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tornar a ti todo o povo; pois o homem a quem tu buscas é como se tornassem todos; assim todo o povo estará em paz.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palavra pareceu boa aos olhos de Absalão, e aos olhos de todos os anciãos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Absalão: Chamae agora tambem a Husai o archita: e ouçamos tambem o que elle dirá.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Husai a Absalão, lhe fallou Absalão, dizendo: D'esta maneira fallou Achitophel: faremos conforme á sua palavra? Se não, falla tu.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dise Husai a Absalão: O conselho que Achitophel esta vez aconselhou não é bom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Husai: Bem conheces tu a teu pae, e a seus homens, que são valorosos, e que estão com o espirito amargurado, como a ursa no campo, roubada dos cachorros: e tambem teu pae é homem de guerra, e não passará a noite com o povo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agora estará escondido n'alguma cova, ou em qualquer outro logar: e será que, caindo no principio alguns d'entre elles, cada um que o ouvir então dirá: Houve derrota no povo que segue a Absalão.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até o homem valente, cujo coração é como coração de leão, sem duvida desmaiará; porque todo o Israel sabe que teu pae é valoroso, e homens valentes os que estão com 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 aconselho que com toda a pressa se ajunte a ti todo o Israel desde Dan até Ber-seba, em multidão como a areia do mar: e tu em pessoa vás com elle á peleja.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viremos a elle, em qualquer logar que se achar, e facilmente viremos sobre elle, como o orvalho cae sobre a terra: e não ficará d'elle e de todos os homens que estão com elle nem ainda um só.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elle se retirar para alguma cidade, todo o Israel trará cordas áquella cidade: e arrastal-a-hemos até ao ribeiro, até que não se ache ali nem uma só pedrinha.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Absalão e todos os homens d'Israel: Melhor é o conselho de Husai, o archita, do que o conselho d'Achitophel (porém assim o Senhor o ordenara, para aniquilar o bom conselho d'Achitophel, para que o Senhor trouxesse o mal sobre Absalão).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Husai a Zadok e a Abiathar, sacerdotes: Assim e assim aconselhou Achitophel a Absalão e aos anciãos d'Israel; porém assim e assim aconselhei eu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enviae apressadamente, e avisae a David, dizendo: Não passes esta noite nas campinas do deserto, e logo tambem passa á outra banda, para que o rei e todo o povo que com elle está não seja devorado.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Estavam pois Jonathan e Ahimaas junto á fonte de Rogel: e foi uma creada, e lh'o disse, e elles foram, e o disseram ao rei David, porque não podiam ser vistos entrar na cidade,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viu-os todavia um moço, e avisou a Absalão; porém ambos logo partiram apressadamente, e entraram em casa de um homem, em Bahurim, o qual tinha um poço no seu pateo, e ali dentro desceram.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 mulher a tampa, e a estendeu sobre a bocca do poço, e espalhou grão descascado sobre ella: assim nada se soube.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os servos de Absalão á mulher, áquella casa, disseram: Onde estão Ahimaas e Jonathan? E a mulher lhes disse: Já passaram o váo das aguas. E, havendo-os buscado, e não os achando, voltaram para Jerusalem.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depois que se foram, sairam do poço, e foram, e annunciaram a David; e disseram a David: Levantae-vos, e passae depressa as aguas, porque assim aconselhou contra vós Achitophel.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e todo o povo que com elle estava se levantou, e passaram o Jordão: e já pela luz da manhã nem ainda faltava um só que não passasse o Jordão.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Achitophel que se não tinha seguido o seu conselho, albardou o jumento, e levantou-se, e foi para sua casa e para a sua cidade, e deu ordem a sua casa, e se enforcou: e morreu, e foi sepultado na sepultura de seu pae.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veiu a Mahanaim; e Absalão passou o Jordão, elle e todo o homem d'Israel com elle,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Absalão constituiu a Amasa em logar de Joab sobre o arraial: e era Amasa filho de um homem cujo nome era Jethra, o israelita, o qual entrara a Abigal, filha de Nahas, irmã de Zeruia, mãe de Joab.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Israel, pois, e Absalão acamparam na terra de Gilead.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chegando David a Mahanaim, Sobi, filho de Nahas, de Rabba, dos filhos de Ammon, e Machir, filho de Ammiel, de Lo-debar, e Barzillai, o gileadita, de Rogelim,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camas e bacias, e vasilhas de barro, e trigo, e cevada, e farinha, e grão torrado, e favas, e lentilhas, tambem torradas,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17:29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mel, e manteiga, e ovelhas, e queijos de vaccas, e os trouxeram a David e ao povo que com elle estava, para comerem, porque disseram: Este povo no deserto está faminto, e cançado, e sedento.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