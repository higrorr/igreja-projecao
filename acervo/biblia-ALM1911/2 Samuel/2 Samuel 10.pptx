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d'isto que morreu o rei dos filhos de Ammon, e seu filho Hanun reinou em seu logar.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David: Usarei de beneficencia com Hanun, filho de Nahas, como seu pae usou de beneficencia comigo. E enviou David a consolal-o, pelo ministerio de seus servos, ácerca de seu pae: e vieram os servos de David á terra dos filhos de Ammon.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principes dos filhos d'Ammon a seu senhor, Hanun: Porventura honra David a teu pae aos teus olhos, porque te enviou consoladores? porventura não te enviou David os seus servos para reconhecerem esta cidade, e para espial-a, e para transtornal-a?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Hanun os servos de David, e lhes rapou metade da barba, e lhes cortou metade dos vestidos, até ás nadegas, e os despediu.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fazendo saber a David, enviou a encontral-os; porque estavam estes homens sobremaneira envergonhados; e disse o rei: Deixae-vos estar em Jericó, até que vos torne a crescer a barba; e então vinde.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filhos de Ammon, que se tinham feito abominaveis para David, enviaram os filhos d'Ammon, e alugaram dos syros de Beth-rechob e dos syros de Zoba vinte mil homens de pé, e do rei de Maaca mil homens e dos homens de Tob doze mil homens.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 David, enviou a Joab e a todo o exercito dos valentes.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os filhos d'Ammon, e ordenaram a batalha á entrada da porta: mas os syros de Zoba e Rechob, e os homens de Tob e Maaca estavam á parte no campo.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Joab que estava preparada contra elle a frente da batalha, por diante e por detraz, escolheu d'entre todos os escolhidos de Israel, e formou-os em linha contra os syros.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do povo entregou na mão de Abisai seu irmão, o qual formou em linha contra os filhos de Ammon.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Se os syros forem mais fortes do que eu, tu me virás em soccorro; e, se os filhos de Ammon forem mais fortes do que tu, irei a soccorrer-te a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Esforça-te, pois, e esforcemo-nos pelo nosso povo, e pelas cidades de nosso Deus: e faça o Senhor então o que bem parecer aos seus olhos.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achegou Joab, e o povo que estava com elle, á peleja contra os syros; e fugiram de diante d'elle.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os filhos d'Ammon que os syros fugiam, tambem elles fugiram de diante de Abisai, e entraram na cidade: e voltou Joab dos filhos d'Ammon, e veiu para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syros que foram feridos diante d'Israel, tornaram a refazer-se.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Hadadezer, e fez sair os syros que estavam da outra banda do rio, e vieram a Helam: e Sobach, chefe do exercito de Hadadezer, marchava diante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informado David, ajuntou a todo o Israel, e passou o Jordão, e veiu a Helam: e os syros se pozeram em ordem contra David, e pelejaram com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syros fugiram de diante de Israel, e David feriu d'entre os syros aos homens de setecentos carros, e quarenta mil homens de cavallo: tambem ao mesmo Sobach, general do exercito, feriu, e morreu 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todos os reis, servos de Hadadezer, que foram feridos diante de Israel, fizeram paz com Israel, e o serviram: e temeram os syros de soccorrer mais aos filhos de Ammon.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