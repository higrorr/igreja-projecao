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contou o povo que tinha comsigo, e poz sobre elles capitães de cento.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enviou o povo, um terço debaixo da mão de Joab, e outro terço debaixo da mão de Abisai, filho de Zeruia, irmão de Joab, e outro terço debaixo da mão de Ittai, o getheo; e disse o rei ao povo: Eu tambem juntamente sairei comvosco.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povo disse: Não sairás, porque, se formos obrigados a fugir, não porão o coração em nós; e, ainda que metade de nós morra, não porão o coração em nós, porque ainda, taes como nós somos, ajuntarás dez mil: melhor será pois que da cidade nos sirvas de soccorro.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lhes disse: O que bem parecer aos vossos olhos, farei. E o rei se poz da banda da porta e todo o povo saiu em centenas e em milhares.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deu ordem a Joab, e a Abisai, e a Ittai, dizendo: Brandamente tratae por amor de mim ao mancebo, a Absalão. E todo o povo ouviu quando o rei deu ordem a todos os capitães ácerca de Absalão.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pois o povo ao campo, a encontrar-se com Israel, e deu-se a batalha no bosque d'Ephraim.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foi ferido o povo d'Israel, diante dos servos de David: e n'aquelle mesmo dia houve ali uma grande derrota de vinte mil.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ali se derramou a batalha sobre a face de toda aquella terra; e foram mais os do povo que consumiu o bosque do que os que a espada consumiu n'aquelle 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Absalão se encontrou com os servos de David; e Absalão ia montado n'um mulo; e, entrando o mulo debaixo da espessura doe ramos d'um grande carvalho, pegou-se-lhe a cabeça no carvalho, e ficou pendurado entre o céu e a terra: e o mulo, que estava debaixo d'elle, passou adiante.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vendo um homem, o fez saber a Joab, e disse: Eis que vi a Absalão pendurado d'um carvalho.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Joab ao homem que lh'o fizera saber: Pois que o viste, porque o não feriste logo ali em terra? E forçoso seria o eu dar-te dez moedas de prata e um cinto.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aquelle homem a Joab: Ainda que eu podesse pesar nas minhas mãos mil moedas de prata, não estenderia a minha mão contra o filho do rei, pois bem ouvimos que o rei te deu ordem a ti, e a Abisai, e a Ittai, dizendo: Guardae, cada um de vós, de tocar ao mancebo, a Absalão.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commettesse mentira a risco da minha vida, nem por isso coisa nenhuma se esconderia ao rei; e tu mesmo te opporias.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Joab: Não me demorarei assim comtigo aqui. E tomou tres dardos, e traspassou com elles o coração de Absalão, estando elle ainda vivo no meio do carvalho.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cercaram dez mancebos, que levavam as armas de Joab. E feriram a Absalão, e o mataram.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tocou Joab a buzina, e voltou o povo de perseguir a Israel, porque Joab deteve o povo.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a Absalão, e o lançaram no bosque, n'uma grande cova, e levantaram sobre elle um mui grande montão de pedras: e todo o Israel fugiu, cada um para a sua tenda.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Absalão, quando ainda vivia, tinha tomado e levantado para si uma columna, que está no valle do rei, porque dizia: Filho nenhum tenho para conservar a memoria do meu nome. E chamou aquella columna pelo seu proprio. nome; pelo que até ao dia d'hoje se chama o Pilar d'Absalão.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Ahimaas, filho de Zadok: Deixa-me correr, e denunciarei ao rei que já o Senhor o vingou da mão de seus inimigos.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Joab lhe disse: Tu não serás hoje o portador de novas, porém outro dia as levarás; mas hoje não darás a nova, porque é morto o filho do rei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Joab a Cusi: Vae tu, e dize ao rei o que viste. E Cusi se inclinou a Joab, e correu.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proseguiu Ahimaas, filho de Zadok, e disse a Joab: Seja o que fôr, deixa-me tambem correr após Cusi. E disse Joab: Para que agora correrias tu, meu filho, pois não tens mensagem conveniente?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o que fôr, disse Ahimaas, correrei. E Joab lhe disse: Corre. E Ahimaas correu pelo caminho da planicie, e passou a Cusi.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estava assentado entre as duas portas; e a sentinella subiu ao terraço da porta junto ao muro: e levantou os olhos, e olhou, e eis que um homem corria só.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Gritou pois a sentinella, e o disse ao rei: Se vem só, ha novas em sua bocca. E vinha andando e chegando.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viu a sentinella outro homem que corria, e a sentinella gritou ao porteiro, e disse: Eis que lá vem outro homem correndo só. Então disse o rei: Tambem traz este novas.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a sentinella: Vejo o correr do primeiro, que parece ser o correr de Ahimaas, filho de Zadok. Então disse o rei: Este é homem de bem, e virá com boas novas.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Gritou pois Ahimaas, e disse ao rei: Paz. E inclinou-se ao rei com o rosto em terra, e disse: Bemdito seja o Senhor, que entregou os homens que levantaram a mão contra o rei meu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rei: Vae bem com o mancebo, com Absalão? E disse Ahimaas: Vi um grande alvoroço, quando Joab mandou o servo do rei, e a mim teu servo; porém não sei o que era.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rei: Vira-te, e põe-te aqui. E virou-se, e parou.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vinha Cusi: e disse Cusi: Annunciar-se-ha ao rei meu senhor que hoje o Senhor te julgou da mão de todos os que se levantaram contra ti.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 Cusi: Vae bem com o mancebo, com Absalão? E disse Cusi: Sejam como aquelle mancebo os inimigos do rei meu senhor, e todos os que se levantam contra ti para mal.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se perturbou, e subiu á sala que estava por cima da porta, e chorou: e andando, dizia assim: Meu filho Absalão, meu filho, meu filho, Absalão! quem me dera que eu morrera por ti, Absalão, meu filho, meu filho!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