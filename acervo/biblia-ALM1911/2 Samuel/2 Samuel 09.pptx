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David: Ha ainda alguem que ficasse da casa de Saul, para que lhe faça beneficencia por amor de Jonathan?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um servo na casa de Saul cujo nome era Ziba: e o chamaram que viesse a David, e disse-lhe o rei: És tu Ziba? E elle disse: Servo teu.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rei: Não ha ainda algum da casa de Saul para que use com elle de beneficencia de Deus? Então disse Ziba ao rei: Ainda ha um filho de Jonathan, aleijado de ambos os pés.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rei: Onde está? E disse Ziba ao rei: Eis que está em casa de Machir, filho d'Ammiel, em Lo-debar.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mandou o rei David, e o tomou da casa de Machir, filho d'Ammiel. de Lo-debar.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entrando Mephiboseth, filho de Jonathan, o filho de Saul, a David, se prostrou com o rosto por terra e se inclinou; e disse David: Mephiboseth! E elle disse: Eis aqui teu servo.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David: Não temas, porque decerto usarei comtigo de beneficencia por amor de Jonathan, teu pae, e te restituirei todas as terras de Saul, teu pae, e tu de continuo comerás pão á minha mesa.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inclinou, e disse: Quem é teu servo, para tu teres olhado para um cão morto tal como eu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David a Ziba, moço de Saul, e disse-lhe: Tudo o que pertencia a Saul, e de toda a sua casa, tenho dado ao filho de teu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Trabalhar-lhe-heis pois a terra, tu e teus filhos, e teus servos, e recolherás os fructos, para que o filho de teu senhor tenha pão que coma, e Mephiboseth, filho de teu senhor, de continuo comerá pão á minha mesa. E tinha Ziba quinze filhos e vinte servos.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Ziba ao rei: Conforme a tudo quanto meu senhor, o rei, manda a seu servo, assim fará teu servo; porém Mephiboseth comerá á minha mesa como um dos filhos do rei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Mephiboseth um filho pequeno, cujo nome era Mica: e todos quantos moravam em casa de Ziba eram servos de Mephiboseth.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Morava pois Mephiboseth em Jerusalem, porquanto de continuo comia á mesa do rei, e era côxo de ambos os pés.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