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David a ajuntar todos os escolhidos de Israel, em numero de trinta mil.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David, e partiu com todo o povo que tinha comsigo de Baalim de Judah, para levarem d'ali para cima a arca de Deus, sobre a qual se invoca o nome, o nome do Senhor dos exercitos, que se assenta entre os cherubins.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puzeram a arca de Deus em um carro novo, e a levaram da casa de Abinadab, que está em Gibeah: e Uza e Ahio, filhos de Abinadab, guiavam o carro novo.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levando-o da casa d'Abinadab, que está em Gibeah, com a arca de Deus, Ahio ia diante da arca.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David, e toda a casa de Israel, fazia alegrias perante o Senhor, com toda a sorte de instrumentos de pau de faia: como com harpas, e com psalterios, e com tamboris, e com pandeiros, e com cymbalos.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á eira de Nachon, estendeu Uza a mão á arca de Deus, e teve mão n'ella; porque os bois a deixavam pender.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ira do Senhor se accendeu contra Uza, e Deus o feriu ali por esta imprudencia: e morreu ali junto á arca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se contristou, porque o Senhor abrira rotura em Uza; e chamou aquelle logar Peres-uza, até ao dia d'hoje.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temeu David ao Senhor n'aquelle dia; e disse: Como virá a mim a arca do Senhor?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quiz David retirar a si a arca do Senhor á cidade de David; mas David a fez levar á casa de Obed-edom, o getheo.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ficou a arca do Senhor em casa d'Obed-edom, o getheo, tres mezes: e abençoou o Senhor a Obed-edom, e a toda a sua casa.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avisaram a David, dizendo: Abençoou o Senhor a casa d'Obed-edom, e tudo quanto tem, por amor da arca de Deus; foi pois David, e trouxe a arca de Deus para cima, da casa de Obed-edom, á cidade de David, com alegria.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quando os que levavam a arca do Senhor tinham dado seis passos, sacrificava bois e carneiros cevados.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saltava com todas as suas forças diante do Senhor: e estava David cingido d'um ephod de linho.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subindo, levavam David e todo o Israel a arca do Senhor, com jubilo, e ao som das trombetas.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entrando a arca do Senhor na cidade de David, Michal, a filha de Saul, estava olhando pela janella: e, vendo ao rei David, que ia bailando e saltando diante do Senhor, o desprezou no seu coração.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introduzindo a arca do Senhor, a puzeram no seu logar, na tenda que David lhe armara: e offereceu David holocaustos e offertas pacificas perante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acabando David de offerecer os holocaustos e offertas pacificas, abençoou o povo em nome do Senhor dos exercitos.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repartiu a todo o povo, e a toda a multidão de Israel, desde os homens até ás mulheres, a cada um, um bolo de pão, e um bom pedaço de carne, e um frasco de vinho; então foi-se todo o povo, cada um para sua casa.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 David para abençoar a sua casa, Michal, a filha de Saul, saiu a encontrar-se com David, e disse: Quão honrado foi o rei d'Israel, descobrindo-se hoje aos olhos das servas de seus servos, como sem pejo se descobre qualquer dos vadios.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David a Michal: Perante o Senhor, que me escolheu a mim antes do que a teu pae, e a toda a sua casa, mandando-me que fosse chefe sobre o povo do Senhor, sobre Israel: perante o Senhor tenho feito alegrias.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mais do que isto me envilecerei, e me humilharei aos meus olhos: e das servas, de quem fallaste, d'ellas serei honrado.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Michal, a filha de Saul, não teve filhos, até ao dia da sua morte.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