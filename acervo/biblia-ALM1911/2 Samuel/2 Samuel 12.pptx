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enviou Nathan a David: e, entrando elle a David, disse-lhe: Havia n'uma cidade dois homens, um rico e outro pobre.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rico tinha muitissimas ovelhas e vaccas;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pobre não tinha coisa nenhuma, senão uma pequena cordeira que comprara e creara; e ella tinha crescido com elle e com seus filhos egualmente; do seu bocado comia, e do seu copo bebia, e dormia em seu regaço, e a tinha como filha.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ao homem rico um viajante, deixou este de tomar das suas ovelhas e das suas vaccas para guizar para o viajante que viera a elle: e tomou a cordeira do homem pobre, e a preparou para o homem que viera a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furor de David se accendeu em grande maneira contra aquelle homem, e disse a Nathan: Vive o Senhor, que digno de morte é o homem que fez isso.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cordeira tornará a dar o quadruplicado, porque fez tal coisa, e porque não se compadeceu.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Nathan a David: Tu és este homem. Assim diz o Senhor Deus d'Israel: Eu te ungi rei sobre Israel, e eu te livrei das mãos de Saul,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dei a casa de teu senhor, e as mulheres de teu senhor em teu seio, e tambem te dei a casa d'Israel e de Judah, e, se isto é pouco, mais te accrescentaria taes e taes coisas.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pois, desprezaste a palavra do Senhor, fazendo o mal diante de seus olhos? A Urias, o hetheo, feriste á espada, e a sua mulher tomaste por tua mulher; e a elle mataste com a espada dos filhos d'Ammon: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não se apartará a espada jámais da tua casa, porquanto me desprezaste, e tomaste a mulher de Urias, o hetheo, para que te seja por mulher.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suscitarei da tua mesma casa o mal sobre ti, e tomarei tuas mulheres perante os teus olhos, e as darei a teu proximo, o qual se deitará com tuas mulheres perante este sol.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o fizeste em occulto, mas eu farei este negocio perante todo o Israel e perante o sol.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Nathan: Pequei contra o Senhor. E disse Nathan a David: Tambem o Senhor traspassou o teu peccado; não morrerás.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porquanto com este feito déste logar sobremaneira a que os inimigos do Senhor blasphemem, tambem o filho que te nasceu certamente morrerá.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Nathan se foi para sua casa; e o Senhor feriu a creança que a mulher de Urias parira a David, e adoeceu gravemente.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buscou David a Deus pela creança; e jejuou David, e entrou, e passou a noite prostrado sobre a terra: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anciãos da sua casa se levantaram a elle, para o levantar da terra; porém elle não quiz, e não comeu pão com elles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ao setimo dia morreu a creança: e temiam os servos de David dizer-lhe que a creança era morta, porque diziam: Eis que, sendo a creança ainda viva, lhe fallavamos, porém não dava ouvidos á nossa voz; como pois lhe diremos que a creança é morta? Porque mais mal lhe faria.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Viu porém David que seus servos fallavam baixo, e entendeu David que a creança era morta, pelo que disse David a seus servos: É morta a creança? E elles disseram: É morta.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se levantou da terra, e se lavou, e se ungiu, e mudou de vestidos, e entrou na casa do Senhor, e adorou: então veiu a sua casa, e pediu pão; e lhe pozeram pão, e comeu.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seus servos: Que é isto que fizeste? Pela creança viva jejuaste e choraste; porém depois que morreu a creança te levantaste e comeste pão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Vivendo ainda a creança, jejuei e chorei, porque dizia: Quem sabe se o Senhor se compadecerá de mim, e viva a creança?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agora que é morta, porque jejuaria eu agora? Poderei eu fazel-a mais voltar? Eu irei a ella, porém ella não voltará para mim.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consolou David a Bath-seba, sua mulher, e entrou a ella, e se deitou com ella: e pariu ella um filho, e chamou o seu nome Salomão: e o Senhor o amou.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pela mão do propheta Nathan, e chamou o seu nome Jedid-jah, por amor do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Entretanto pelejou Joab contra Rabba, dos filhos de Ammon, e tomou a cidade real.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 Joab mensageiros a David, e disse: Pelejei contra Rabba, e tambem tomei a cidade das aguas.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Ajunta, pois, agora o resto do povo, e cerca a cidade, e toma-a, para que, tomando eu a cidade, não se acclame sobre ella o meu nome.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ajuntou David a todo o povo, e marchou para Rabba, e pelejou contra ella, e a tomou.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a corôa da cabeça do seu rei, cujo peso era d'um talento de oiro, e havia n'ella pedras preciosas, e foi posta sobre a cabeça de David: e da cidade levou mui grande despojo.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trazendo o povo que havia n'ella, o poz ás serras, e ás talhadeiras de ferro, e aos machados de ferro, e os fez passar por forno de tijolos; e assim fez a todas as cidades dos filhos de Ammon: e voltou David e todo o povo para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