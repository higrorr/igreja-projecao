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todas as tribus d'Israel vieram a David, a Hebron, e fallaram, dizendo: Eis-nos aqui, teus ossos e tua carne somos.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d'antes, sendo Saul ainda rei sobre nós, eras tu o que sahias e entravas com Israel; e tambem o Senhor te disse: Tu apascentarás o meu povo d'Israel, e tu serás chefe sobre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todos os anciãos d'Israel vieram ao rei, a Hebron; e o rei David fez com elles alliança em Hebron, perante o Senhor: e ungiram a David rei sobre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annos era David quando começou a reinar: quarenta annos reinou.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Hebron reinou sobre Judah sete annos e seis mezes, e em Jerusalem reinou trinta e tres annos sobre todo o Israel e Judah.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 o rei com os seus homens a Jerusalem, contra os jebuseos que habitavam n'aquella terra; e fallaram a David, dizendo: Não entrarás aqui, que os cegos e os côxos te rechaçaram d'aqui (querendo dizer: Não entrará David aqui)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David tomou a fortaleza de Sião: esta é a cidade de David.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David disse n'aquelle dia: Qualquer que ferir aos jebuseos, e chegar ao canal, e aos côxos e aos cegos, que a alma de David aborrece, será cabeça e capitão. Por isso se diz: Nem cego nem côxo entrará n'esta casa.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habitou David na fortaleza, e a chamou a cidade de David: e David foi edificando em redor, desde Millo até dentro.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se ia cada vez mais augmentando e crescendo, porque o Senhor Deus dos exercitos era com 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Hirão, rei de Tyro, enviou mensageiros a David, e madeira de cedro, e carpinteiros, e pedreiros: edificaram a David uma casa.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entendeu David que o Senhor o confirmara rei sobre Israel, e que exaltara o seu reino por amor do seu povo.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David mais concubinas e mulheres de Jerusalem, depois que viera de Hebron: e nasceram a David mais filhos e filhas.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que lhe nasceram em Jerusalem: Sammua, e Sobab, e Nathan, e Salomão,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Ibhar, e Elisua, e Nepheg, e Japhia,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Elisama, e Eliada, e Eliphelet.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os philisteos que haviam ungido a David rei sobre Israel, todos os philisteos subiram em busca de David: o que ouvindo David, desceu á fortaleza.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vieram, e se estenderam pelo valle de Rephaim.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consultou ao Senhor, dizendo: Subirei contra os philisteos? entregar-m'os-has nas minhas mãos? E disse o Senhor a David: Sobe, porque certamente entregarei os philisteos nas tuas mãos.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David a Baal-perasim; e feriu-os ali David, e disse: Rompeu o Senhor a meus inimigos diante de mim, como quem rompe aguas. Por isso chamou o nome d'aquelle logar Baal-perasim.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deixaram ali os seus idolos; e David e os seus homens os tomaram.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tornaram a subir, e se estenderam pelo valle de Rephaim.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consultou ao Senhor, o qual disse: Não subirás: mas rodeia por detraz d'elles, e virás a elles por defronte das amoreiras.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ouvindo tu um estrondo de marcha pelas copas das amoreiras, então te apressarás: porque o Senhor saiu então diante de ti, a ferir o arraial dos philisteos.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David assim como o Senhor lhe tinha ordenado: e feriu os philisteos desde Gibeah, até chegar a Gezer.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