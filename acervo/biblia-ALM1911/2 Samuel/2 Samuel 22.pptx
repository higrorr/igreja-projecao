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David ao Senhor as palavras d'este cantico, no dia em que o Senhor o livrou das mãos de todos os seus inimigos e das mãos de Saul.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pois: O Senhor é o meu rochedo, e o meu logar forte, e o meu libertador.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é o meu rochedo, n'elle confiarei: o meu escudo, e a força da minha salvação, o meu alto retiro, e o meu refugio. O meu Salvador, de violencia me salvaste.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Senhor, digno de louvor, invoquei, e de meus inimigos fiquei livre.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 cercaram as ondas de morte: as torrentes de Belial me assombraram.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Cordas do inferno me cingiram; encontraram-me laços de morte.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em angustia, invoquei ao Senhor, e a meu Deus clamei: do seu templo ouviu elle a minha voz, e o meu clamor chegou aos seus ouvidos.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abalou e tremeu a terra, os fundamentos dos céus se moveram e abalaram, porque elle se irou.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Subiu o fumo de seus narizes, e da sua bocca um fogo devorador: carvões se incenderam d'elle.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abaixou os céus, e desceu: e uma escuridão havia debaixo de seus pés.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sobre um cherubim, e voou: e foi visto sobre as azas do vento.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tendas poz as trevas ao redor de si: ajuntamento d'aguas, nuvens dos céus.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resplendor da sua presença brasas de fogo se accendem.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Trovejou desde os céus o Senhor: e o Altissimo fez soar a sua voz.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disparou frechas, e os dissipou: raios e os perturbou.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appareceram as profundezas do mar, os fundamentos do mundo se descobriram: pela reprehensão do Senhor, pelo sopro do vento dos seus narizes.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alto enviou, e me tomou: tirou-me das muitas aguas.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Livrou-me do meu possante inimigo, e d'aquelles que me tinham odio, porque eram mais fortes do que eu.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Encontraram-me no dia da minha calamidade: porém o Senhor se fez o meu esteio.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tirou-me á largura, e arrebatou-me d'ali; porque tinha prazer em mim.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Recompensou-me o Senhor conforme á minha justiça: conforme á pureza de minhas mãos me retribuiu.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guardei os caminhos do Senhor: e não me apartei impiamente do meu Deus.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os seus juizos estavam diante de mim: e de seus estatutos me não desviei.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fui sincero perante elle: e guardei-me da minha iniquidade.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retribuiu o Senhor conforme á minha justiça, conforme á minha pureza diante dos seus olhos.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benigno te mostras benigno: com o varão sincero te mostras sincero.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puro te mostras puro: mas com o perverso te mostras avesso.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povo afflicto livras: mas teus olhos são contra os altivos, e tu os abaterás.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tu, Senhor, és a minha candeia: e o Senhor esclarece as minhas trevas.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comtigo passo pelo meio d'um esquadrão: pelo meu Deus salto um muro.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caminho de Deus é perfeito, e a palavra do Senhor refinada; e é o escudo de todos os que n'elle confiam.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quem é Deus, senão o Senhor? e quem é rochedo, senão o nosso Deus?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é a minha fortaleza e a minha força, e elle perfeitamente desembaraça o meu caminho.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 elle os meus pés como os das cervas, e me põe sobre as minhas alturas.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Instrue as minhas mãos para a peleja, de maneira que um arco de cobre se quebra pelos meus braços.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me déste o escudo da tua salvação, e pela tua brandura me vieste a engrandecer.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Alargaste os meus passos debaixo de mim, e não vacillaram os meus artelhos.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Persegui os meus inimigos, e os derrotei, e nunca me tornei até que os consumisse.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consumi, e os atravessei, de modo que nunca mais se levantaram, mas cairam debaixo dos meus pés.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 cingiste de força para a peleja, fizeste abater-se debaixo de mim os que se levantaram contra mim.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deste-me o pescoço de meus inimigos, d'aquelles que me tinham odio, e os destrui.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Olharam, porém não houve libertador: sim, para o Senhor, porém não lhes respondeu.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moí como o pó da terra; como a lama das ruas os trilhei e dissipei.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me livraste das contendas do meu povo; guardaste-me para cabeça das nações; o povo que não conhecia me servirá.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estranhos se me sujeitaram; ouvindo a minha voz, me obedeceram.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estranhos descairam; e, cingindo-se, sairam dos seus encerramentos.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 o Senhor, e bemdito seja o meu rochedo; e exaltado seja Deus, a rocha da minha salvação: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Deus que me dá inteira vingança, e sujeita os povos debaixo de mim.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me tira d'entre os meus inimigos: e tu me exaltas sobre os que contra mim se levantam; do homem violento me livras.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isso, ó Senhor, te louvarei entre as gentes, e entoarei louvores ao teu nome.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22:51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é a torre das salvações do seu rei, e usa de benignidade com o seu ungido, com David, e com a sua semente para sempre.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