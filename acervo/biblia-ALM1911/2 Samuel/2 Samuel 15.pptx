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d'isto que Absalão fez apparelhar carros e cavallos, e cincoenta homens que corressem adiante d'elle.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Absalão se levantou pela manhã, e parava a uma banda do caminho da porta. E succedia que a todo o homem que tinha alguma demanda para vir ao rei a juizo, o chamava Absalão a si, e lhe dizia: De que cidade és tu? E, dizendo elle: D'uma das tribus d'Israel é teu servo;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Absalão lhe dizia: Olha, os teus negocios são bons e rectos, porém não tens quem te ouça da parte do 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mais Absalão: Ah, quem me dera ser juiz na terra! para que viesse a mim todo o homem que tivesse demanda ou questão, para que lhe fizesse justiça.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Succedia tambem que, quando alguem se chegava a elle para se inclinar diante d'elle, elle estendia a sua mão, e pegava d'elle, e o beijava.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 maneira fazia Absalão a todo o Israel que vinha ao rei para juizo: assim furtava Absalão o coração dos homens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Aconteceu, pois, ao cabo de quarenta annos, que Absalão disse ao rei: Deixa-me ir pagar em Hebron o meu voto que votei ao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morando eu em Gesur, em Syria, votou o teu servo um voto, dizendo: Se o Senhor outra vez me fizer tornar a Jerusalem, servirei ao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o rei: Vae em paz. Levantou-se, pois, e foi para Hebron.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Absalão espias por todas as tribus d'Israel, dizendo: Quando ouvirdes o som das trombetas, direis: Absalão reina em Hebron.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Jerusalem foram com Absalão duzentos homens convidados, porém iam na sua simplicidade, porque nada sabiam d'aquelle negocio.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Absalão enviou por Achitophel, o gilonita, do conselho de David, á sua cidade de Gilo, estando elle sacrificando os seus sacrificios: e a conjuração se fortificava, e vinha o povo, e se augmentava com Absalão.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um mensageiro a David, dizendo: O coração de cada um em Israel segue a Absalão.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David a todos os seus servos que estavam com elle em Jerusalem: Levantae-vos, e fujamos, porque não poderiamos escapar diante de Absalão. Dae-vos pressa a caminhar, para que porventura não se apresse elle, e nos alcance, e lance sobre nós algum mal, e fira a cidade a fio de espada.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servos do rei disseram ao rei: Eis aqui os teus servos, para tudo quanto determinar o rei, nosso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 rei, com toda a sua casa, a pé: deixou porém o rei dez mulheres concubinas, para guardarem a casa.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saido o rei com todo o povo a pé, pararam n'um logar distante.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seus servos iam a seu lado, como tambem todos os cheretheos e todos os peletheos: e todos os getheos, seiscentos homens que vieram de Gath a pé, caminhavam diante do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o rei a Ittai, o getheo: Porque irias tu tambem comnosco? Volta, e fica-te com o rei, porque estranho és, e tambem te tornarás a teu logar.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Hontem vieste, e te levaria eu hoje comnosco a caminhar? Pois força me é ir aonde quer que podér ir: volta, pois, e torna a levar teus irmãos comtigo, com beneficencia e fidelidade.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porém Ittai ao rei, e disse: Vive o Senhor, e vive o rei meu senhor, que no logar em que estiver o rei meu senhor, seja para morte seja para vida, ahi certamente estará tambem o teu servidor.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disse a Ittai: Vem pois, e passa adiante. Assim passou Ittai, o getheo, e todos os seus homens, e todas as creanças que havia com elle.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terra chorava a grandes vozes, passando todo o povo: tambem o rei passou o ribeiro de Cedron, e passou todo o povo na direcção do caminho do deserto.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tambem Zadok ali estava, e com elle todos os levitas que levavam a arca do concerto de Deus; e pozeram ali a arca de Deus, e subiu Abiathar, até que todo o povo acabou de passar da cidade.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 Zadok: Torna a levar a arca de Deus á cidade; que, se achar graça nos olhos do Senhor, elle me tornará a trazer para lá, e me deixará vêr a ella e a sua habitação.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porém disser assim: Não tenho prazer em ti; eis-me aqui, faça de mim como parecer bem aos seus olhos.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rei a Zadok, o sacerdote: Não és tu porventura o vidente? torna pois em paz para a cidade, e comvosco tambem vossos dois filhos, Ahimaas, teu filho, e Jonathan, filho d'Abiathar.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que me demorarei nas campinas do deserto até que tenha novas vossas.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Zadok pois e Abiathar tornaram a levar para Jerusalem a arca de Deus: e ficaram ali.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David pela subida das oliveiras, subindo e chorando, e com a cabeça coberta; e caminhava com os pés descalços: e todo o povo que ia com elle cobria cada um a sua cabeça, e subiam chorando sem cessar.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fizeram saber a David, dizendo: Tambem Achitophel está entre os que se conjuraram com Absalão. Pelo que disse David: Ó Senhor, enlouquece o conselho de Achitophel.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que chegando David ao cume, para adorar ali a Deus, eis que Husai, o archita, veiu encontrar-se com elle com o vestido rasgado e terra sobre a cabeça.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David: Se passares comigo, ser-me-has pesado.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voltares para a cidade, e disseres a Absalão: Eu serei, ó rei, teu servo; bem fui d'antes servo de teu pae, mas agora serei teu servo: dissipar-me-has então o conselho de Achitophel.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estão ali comtigo Zadok e Abiathar, sacerdotes? E será que todas as coisas que ouvires da casa do rei, farás saber a Zadok e a Abiathar, sacerdotes.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estão tambem ali com elles seus dois filhos, Ahimaas filho de Zadok, e Jonathan filho de Abiathar: pela mão d'elles aviso me mandareis pois de todas as coisas que ouvirdes.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Husai pois, amigo de David, veiu para a cidade: e Absalão entrou em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