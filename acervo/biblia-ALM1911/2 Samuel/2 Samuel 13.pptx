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depois d'isto que, tendo Absalão, filho de David, uma irmã formosa, cujo nome era Tamar, Amnon, filho de David, amou-a.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angustiou-se Amnon, até adoecer, por Tamar, sua irmã, porque era virgem: e parecia aos olhos de Amnon difficultoso fazer-lhe coisa alguma.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porém Amnon um amigo, cujo nome era Jonadab, filho de Simea, irmão de David: e era Jonadab homem mui sagaz.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lhe disse: Porque tu de manhã em manhã tanto emmagreces, sendo filho do rei? não m'o farás saber a mim? Então lhe disse Amnon: Amo a Tamar, irmã de Absalão, meu irmão,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Jonadab lhe disse: Deita-te na tua cama, e finge-te doente; e, quando teu pae te vier visitar, dize-lhe: Peço-te que minha irmã Tamar venha, e me dê de comer pão, e apreste a comida diante dos meus olhos, para que eu a veja e coma da sua mão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Deitou-se pois Amnon, e fingiu-se doente; e, vindo o rei visital-o, disse Amnon ao rei: Peço-te que minha irmã Tamar venha, e apreste dois bolos diante dos meus olhos, que eu coma de sua mão.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Mandou então David a casa, a Tamar, dizendo: Vae a casa de Amnon, teu irmão, e faze-lhe alguma comida.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Tamar a casa de Amnon, seu irmão (elle porém estava deitado), e tomou massa, e a amassou, e fez bolos diante dos seus olhos, e cozeu os bolos.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a sertã, e os tirou diante d'elle; porém elle recusou comer. E disse Amnon: Fazei retirar a todos da minha presença. E todos se retiraram d'elle.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Amnon a Tamar: Traze a comida á camara, e comerei da tua mão. E tomou Tamar os bolos que fizera, e os trouxe a Amnon, seu irmão, á camara.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chegando-lh'os, para que comesse, pegou d'ella, e disse-lhe: Vem, deita-te comigo, irmã minha.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ella lhe disse: Não, irmão meu, não me forces, porque não se faz assim em Israel; não faças tal loucura.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aonde iria eu com a minha vergonha? E tu serias como um dos loucos d'Israel. Agora, pois, peço-te que falles ao rei, porque não me negará a ti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não quiz dar ouvidos á sua voz; antes, sendo mais forte do que ella, a forçou, e se deitou com ella.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Amnon a aborreceu com grandissimo aborrecimento, porque maior era o aborrecimento com que a aborrecia do que o amor com que a amara, E disse-lhe Amnon: Levanta-te, e vae-te.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ella lhe disse: Não ha razão de me despedires assim; maior seria este mal do que o outro que já me tens feito. Porém não lhe quiz dar ouvidos.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a seu moço que o servia, e disse: Deita a esta fóra, e fecha a porta após ella.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trazia ella uma roupa de muitas côres (porque assim se vestiam as filhas virgens dos reis, com capas), e seu creado a deitou fóra, e fechou a porta após ella.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Tamar tomou cinza sobre a sua cabeça, e a roupa de muitas côres que trazia rasgou: e poz as mãos sobre a cabeça, e foi-se andando e clamando.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Absalão, seu irmão, lhe disse: Esteve Amnon, teu irmão, comtigo? Ora pois, irmã minha, cala-te; é teu irmão. Não se angustie o teu coração por isto. Assim ficou Tamar, e esteve solitaria em casa d'Absalão seu irmão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o rei David todas estas coisas, muito se accendeu em ira.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Absalão não fallou com Amnon, nem mal nem bem; porque Absalão aborrecia a Amnon, por ter forçado a Tamar sua irmã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passados dois annos inteiros, Absalão tinha tosquiadores em Bal-hasor, que está junto a Ephraim: e convidou Absalão a todos os filhos do rei.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Absalão ao rei, e disse: Eis que teu servo tem tosquiadores: peço que o rei e os seus servos venham com o teu servo.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porém disse a Absalão: Não, filho meu, não vamos todos juntos, para não te sermos pezados. E instou com elle; porém elle não quiz ir, mas o abençoou.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Absalão: Quando não, deixa ir comnosco Amnon, meu irmão. Porém o rei lhe disse: Para que iria comtigo?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instando Absalão com elle, deixou ir com elle a Amnon, e a todos os filhos do rei.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Absalão deu ordem aos seus moços, dizendo: Tomae sentido; quando o coração d'Amnon estiver alegre do vinho, e eu vos disser: Feri a Amnon, então o matareis; não temaes; porque porventura não sou eu quem vol-o ordenei? Esforçae-vos, e sede valentes.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moços d'Absalão fizeram a Amnon como Absalão lh'o havia ordenado. Então todos os filhos do rei se levantaram, e montaram cada um no seu mulo, e fugiram.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estando elles ainda no caminho, veiu a nova a David, dizendo-se: Absalão feriu a todos os filhos do rei, e nenhum d'elles ficou.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se levantou, e rasgou os seus vestidos, e se lançou por terra: da mesma maneira todos os seus servos estavam com vestidos rotos.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Jonadab, filho de Simea, irmão de David, respondeu, e disse: Não diga o meu senhor que mataram a todos os mancebos filhos do rei, porque só morreu Amnon: porque assim o tinha resolvido fazer Absalão, desde o dia em que forçou a Tamar sua irmã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lhe metta pois agora no coração do rei meu senhor tal coisa, dizendo: Morreram todos os filhos do rei: porque só morreu Amnon.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Absalão fugiu: e o mancebo que estava de guarda, levantou os seus olhos, e olhou; e eis que muito povo vinha pelo caminho por detraz d'elle, pela banda do monte.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Jonadab ao rei: Eis aqui veem os filhos do rei: conforme á palavra de teu servo, assim succedeu.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como acabou de fallar, os filhos do rei vieram, e levantaram a sua voz, e choraram: e tambem o rei e todos os seus servos choraram com mui grande choro.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Absalão fugiu, e se foi a Talmai, filho d'Ammihur, rei de Gesur. E David trouxe dó por seu filho todos aquelles dias.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Absalão fugiu, e foi para Gesur: esteve ali tres annos.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tinha o rei David saudades de Absalão: porque já se tinha consolado ácerca de Amnon, que era morto.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