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achou ali por acaso um homem de Belial, cujo nome era Seba, filho de Bichri, homem de Benjamin, o qual tocou a buzina, e disse: Não temos parte em David, nem herança no filho de Jessé; cada um ás suas tendas, ó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homens d'Israel subiram de detraz de David, e seguiram Seba, filho de Bichri; porém os homens de Judah se uniram ao seu rei desde o Jordão até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David para sua casa, a Jerusalem, tomou o rei as dez mulheres, suas concubinas, que deixara para guardarem a casa, e as poz n'uma casa em guarda, e as sustentava; porém não entrou a ellas: e estiveram encerradas até ao dia da sua morte, vivendo como viuvas.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rei a Amasa: Convoca-me os homens de Judah para o terceiro dia: e tu então apresenta-te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Amasa para convocar a Judah: porém demorou-se além do tempo que lhe tinha designado.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Abisai: Mais mal agora nos fará Seba, o filho de Bichri, do que Absalão: pelo que toma tu os servos de teu senhor, e persegue-o, para que porventura não ache para si cidades fortes, e escape dos nossos 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sairam atraz d'elle os homens de Joab, e os cheretheos, e os peletheos, e todos os valentes: estes sairam de Jerusalem para irem atraz de Seba, filho de Bichri.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elles pois á pedra grande que está junto a Gibeon, Amasa veiu: e estava Joab cingido da sua roupa que vestiu, e sobre ella um cinto, ao qual estava pegada a espada a seus lombos na sua bainha; e, adiantando-se elle, lhe caiu.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Joab a Amasa: Vae comtigo bem, meu irmão? E Joab, com a mão direita, pegou da barba de Amasa, para o beijar.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Amasa não se resguardou da espada que estava na mão de Joab, de sorte que este o feriu com ella na quinta costella, e lhe derramou por terra as entranhas, e não o feriu segunda vez, e morreu: então Joab e Abisai, seu irmão, foram atraz de Seba, filho de Bichri.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algum d'entre os moços de Joab parou junto a elle, e disse: Quem ha que bem queira a Joab? e quem seja por David siga a Joab.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Amasa estava envolto no seu sangue no meio do caminho: e, vendo aquelle homem que todo o povo parava, desviou a Amasa do caminho para o campo, e lançou sobre elle um manto; porque via que todo aquelle que chegava a elle parava.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estava apartado do caminho, todos os homens seguiram a Joab, para perseguirem a Seba, filho de Bichri.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passou por todas as tribus d'Israel até Abel, a saber, a Beth-maaca e a todos os beritas: e ajuntaram-se, e tambem o seguiram.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vieram, e o cercaram em Abel de Beth-maaca, e levantaram uma tranqueira contra a cidade, assim que já estava em frente do antemuro: e todo o povo que estava com Joab batia o muro, para o derribar.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uma mulher sabia gritou de dentro da cidade: Ouvi, ouvi, peço-vos que digaes a Joab: Chega-te cá, para que eu te falle.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Chegou-se a ella, e disse a mulher: Tu és Joab? E disse elle: Eu sou. E ella lhe disse: Ouve as palavras de tua serva. E disse elle: Ouço.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ella, dizendo: Antigamente costumava-se fallar, dizendo: Certamente pediram conselho a Abel; e assim o concluiam.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eu uma das pacificas e das fieis em Israel: e tu procuras matar uma cidade que é madre em Israel: porque pois devorarias a herança do Senhor?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Joab, e disse: Longe, longe de mim que eu tal faça, que eu devore ou arruine!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coisa não é assim; porém um só homem do monte d'Ephraim, cujo nome é Seba, filho de Bichri, levantou a mão contra o rei, contra David; entregae-me só este, e retirar-me-hei da cidade. Então disse a mulher a Joab; Eis que te será lançada a sua cabeça pelo muro.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mulher, na sua sabedoria, entrou a todo o povo, e cortaram a cabeça de Seba, filho de Bichri, e a lançaram a Joab; então tocou a buzina, e se retiraram da cidade, cada um para as suas tendas, e Joab voltou a Jerusalem, ao rei.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 estava sobre todo o exercito d'Israel; e Benaia, filho de Joiada, sobre os cheretheos e sobre os peletheos;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Adoram sobre os tributos; e Josaphat, filho de Ahilud, era o chanceller;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Seva o escrivão; e Zadok e Abiathar os sacerdotes;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Ira, o jairita, era o official-mór de David.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