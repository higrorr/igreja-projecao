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Conhecendo pois Joab, filho de Zeruia, que o coração do rei era inclinado para Absalão,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Enviou Joab a Tecoa, e tomou de lá uma mulher sabia, e disse-lhe: Ora finge que estás de nojo; veste vestidos de nojo, e não te unjas com oleo, e sejas como uma mulher que ha já muitos dias está de nojo por algum morto.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 ao rei, e falla-lhe conforme a esta palavra. E Joab lhe poz as palavras na bocca.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tecoita fallou ao rei, e, deitando-se com o rosto em terra, se prostrou e disse: Salva-me, ó 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rei: Que tens? E disse ella: Na verdade que sou uma mulher viuva, e morreu meu marido.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pois a tua serva dois filhos, e ambos estes brigaram no campo, e não houve quem os apartasse: assim um feriu ao outro, e o matou.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toda a linhagem se levantou contra a tua serva, e disseram: Dá-nos aquelle que feriu a seu irmão, para que o matemos, por causa da vida de seu irmão, a quem matou, e para que destruamos tambem ao herdeiro. Assim apagarão a braza que me ficou, de sorte que não deixam a meu marido nome, nem resto sobre 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á mulher: Vae para tua casa: e eu mandarei ordem ácerca de 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mulher tecoita ao rei: A injustiça, rei meu senhor, venha sobre mim e sobre a casa de meu pae: e o rei e o seu throno fique inculpavel.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rei: Quem fallar contra ti, traze-m'o a mim: e nunca mais te tocará.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ella: Ora lembre-se o rei do Senhor seu Deus, para que os vingadores do sangue se não multipliquem a deitar-nos a perder, e não destruam a meu filho. Então disse elle: Vive o Senhor, que não ha de cair no chão nem um dos cabellos de teu filho.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 mulher: Peço-te que a tua serva falle uma palavra ao rei meu senhor. E disse elle: Falla.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mulher: Porque pois pensaste tu uma tal coisa contra o povo de Deus? Porque, fallando o rei tal palavra, fica como culpado; visto que o rei não torna a trazer o seu desterrado.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certamente morreremos, e seremos como aguas derramadas na terra, que não se ajuntam mais: Deus pois lhe não tirará a vida, mas ideiará pensamentos, para que se não desterre d'elle o seu desterrado.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eu agora vim fallar esta palavra ao rei, meu senhor, é porque o povo me atemorisou: dizia pois a tua serva: Fallarei pois ao rei; porventura fará o rei segundo a palavra da sua serva.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 ouvirá, para livrar a sua serva da mão do homem que intenta destruir juntamente a mim e a meu filho da herança de Deus.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 mais a tua serva: Seja agora a palavra do rei meu senhor para descanço: porque como um anjo de Deus, assim é o rei, meu senhor, para ouvir o bem e o mal; e o Senhor teu Deus será comtigo.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o rei, e disse á mulher: Peço-te que não me encubras o que eu te perguntar. E disse a mulher: Ora falle o rei, meu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rei: Não é verdade que a mão de Joab anda comtigo em tudo isto? E respondeu a mulher, e disse: Vive a tua alma, ó rei meu senhor, que ninguem se poderá desviar, nem para a direita nem para a esquerda, de tudo quanto o rei, meu senhor, tem dito; porque Joab, teu servo, é quem me deu ordem, e foi elle que poz na bocca da tua serva todas estas palavras: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eu virasse a fórma d'este negocio, Joab, teu servo, fez isto: porém sabio é meu senhor, conforme á sabedoria d'um anjo de Deus, para entender tudo o que ha na terra.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disse a Joab: Eis que fiz isto: vae pois, e torna a trazer o mancebo Absalão.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Joab se prostrou sobre o seu rosto em terra, e se inclinou, e o agradeceu ao rei; e disse Joab: Hoje conheceu o teu servo que achei graça aos teus olhos, ó rei meu senhor, porque o rei fez segundo a palavra do teu servo.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Levantou-se pois Joab, e foi a Gesur, e trouxe Absalão a Jerusalem.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rei: Torne para a sua casa, e não veja a minha face. Tornou pois Absalão para sua casa, e não viu a face do rei.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havia porém em todo o Israel homem tão bello e tão aprazivel como Absalão, desde a planta do pé até á cabeça não havia n'elle defeito algum.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tosquiava a sua cabeça (e succedia que no fim de cada anno a tosquiava, porquanto muito lhe pesava, e por isso a tosquiava), pesava o cabello da sua cabeça duzentos siclos, segundo o peso real.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nasceram a Absalão tres filhos e uma filha, cujo nome era Tamar; e esta era mulher formosa á vista.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ficou Absalão dois annos inteiros em Jerusalem, e não viu a face do rei.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Mandou pois Absalão chamar a Joab, para o enviar ao rei; porém não quiz vir a elle: e enviou ainda segunda vez, e, comtudo, não quiz vir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aos seus servos: Vêdes ali o pedaço de campo de Joab pegado ao meu, e tem cevada n'elle; ide, e ponde-lhe fogo. E os servos de Absalão pozeram fogo ao pedaço de campo.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Joab se levantou, e veiu a Absalão, em casa, e disse-lhe: Porque pozeram os teus servos fogo ao pedaço de campo que é meu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Absalão a Joab: Eis que enviei a ti, dizendo: Vem cá, para que te envie ao rei, a dizer-lhe: Para que vim de Gesur? Melhor me fôra estar ainda lá. Agora, pois, veja eu a face do rei; e, se ha ainda em mim alguma culpa, que me mate.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Joab ao rei, e assim lh'o disse. Então chamou a Absalão, e elle entrou ao rei, e se inclinou sobre o seu rosto em terra diante do rei: e o rei beijou a Absalão.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