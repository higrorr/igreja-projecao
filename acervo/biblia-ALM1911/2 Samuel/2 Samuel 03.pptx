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uma longa guerra entre a casa de Saul e a casa de David: porém David se ia fortalecendo, mas os da casa de Saul se iam enfraquecendo.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David nasceram filhos em Hebron: e foi o seu primogenito Amnon, de Achinoam a jizreelita;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segundo Chileab, de Abigail, mulher de Nabal, o carmelita; e o terceiro Absalão, filho de Maaka, filha de Talmai, rei de Gesur;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quarto Adonias, filho d'Haggith; e o quinto Sephatias, filho d'Abital;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sexto Jithream, d'Egla, tambem mulher de David: estes nasceram a David em Hebron.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guerra entre a casa de Saul, e a casa de David, succedeu que Abner se esforçava na casa de Saul.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tido Saul uma concubina, cujo nome era Rispa, filha de Aia: e disse Isboseth a Abner: Porque entraste á concubina de meu pae?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irou muito Abner pelas palavras de Isboseth, e disse: Sou eu cabeça de cão, que pertença a Judah? ainda hoje faço beneficencia á casa de Saul, teu pae, a seus irmãos, e a seus amigos, e te não entreguei nas mãos de David, e tu hoje buscas motivo para me arguires por respeito da maldade d'uma mulher.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faça Deus a Abner, e outro tanto, que como o Senhor jurou a David assim lhe hei de fazer,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Transferindo o reino da casa de Saul, e levantando o throno de David sobre Israel, e sobre Judah, desde Dan até Berseba.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nem ainda uma palavra podia responder a Abner: porque o temia.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ordenou Abner da sua parte mensageiros a David, dizendo: De quem é a terra? E disse: Comigo faze a tua alliança, e eis que a minha mão será comtigo, para tornar a ti todo o 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David: Bem, eu farei comtigo alliança, porém uma coisa te peço, que é: não verás a minha face, se primeiro me não trouxeres a Michal, filha de Saul, quando vieres ver a minha 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enviou David mensageiros a Isboseth, filho de Saul, dizendo: Dá-me minha mulher Michal, que eu desposei comigo por cem prepucios de philisteos.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Isboseth, e a tirou a seu marido, a Phaltiel, filho de Lais.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 com ella seu marido, caminhando, e chorando detraz d'ella, até Baurim. Então lhe disse Abner: Vae-te agora, volta. E elle voltou.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praticava Abner com os anciãos de Israel, dizendo: Muito tempo ha que procuraveis que David reinasse sobre vós;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Fazei-o pois agora, porque o Senhor fallou a David, dizendo: Pela mão de David meu servo livrarei o meu povo das mãos dos philisteos e das mãos de todos os seus inimigos.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tambem Abner o mesmo aos ouvidos de Benjamin: e foi tambem Abner dizer aos ouvidos de David, em Hebron, tudo o que era bom aos olhos de Israel e aos olhos de toda a casa de Benjamin.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Abner a David, a Hebron, e vinte homens com elle: e David fez um banquete a Abner e aos homens que com elle vinham.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Abner a David: Eu me levantarei, e irei, e ajuntarei ao rei meu senhor todo o Israel, para fazerem alliança comtigo; e tu reinarás sobre tudo o que desejar a tua alma. Assim despediu David a Abner, e foi-se elle em paz.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os servos de David e Joab vieram d'uma sortida, e traziam comsigo grande despojo; e já Abner não estava com David em Hebron, porque o tinha despedido, e se tinha ido em paz.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Joab, e todo o exercito que vinha com elle, deram aviso a Joab, dizendo: Abner, filho de Ner, veiu ao rei, e o despediu, e foi-se em paz.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Joab entrou ao rei, e disse: Que fizeste? eis que Abner veiu ter comtigo; porque pois o despediste, de maneira que se fosse assim livremente?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conheces a Abner, filho de Ner, que te veiu enganar, e saber a tua saida e a tua entrada, e entender tudo quanto fazes.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Joab, retirando-se de David, enviou mensageiros atraz d'Abner, e o fizeram voltar desde o poço de Sira, sem que David o soubesse.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Tornando pois Abner a Hebron, Joab o tirou á parte, á entrada da porta, para lhe fallar em segredo: e feriu-o ali pela quinta costella, e morreu, por causa do sangue de Asael seu irmão.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David depois ouvindo, disse: Innocente sou eu, e o meu reino, para com o Senhor, para sempre, do sangue d'Abner, filho de 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Fique-se sobre a cabeça de Joab e sobre toda a casa de seu pae, e nunca da casa de Joab falte quem tenha fluxo, nem quem seja leproso, nem quem se atenha a bordão, nem quem caia á espada, nem quem necessite de pão.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Joab pois e Abisai, seu irmão, mataram a Abner, por ter morto a Asael, seu irmão, na peleja em Gibeon.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David a Joab, e a todo o povo que com elle estava: Rasgae os vossos vestidos; e cingi-vos de saccos e ide pranteando diante de Abner. E o rei David ia seguindo o feretro.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sepultando a Abner em Hebron, o rei levantou a sua voz, e chorou junto da sepultura de Abner; e chorou todo o povo.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rei, pranteando a Abner, disse: Não morreu Abner como morre o vilão?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mãos não estavam atadas, nem os teus pés carregados de grilhões de bronze, mas caiste como os que caem diante dos filhos da maldade! Então todo o povo chorou muito mais por elle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veiu fazer que David comesse pão, sendo ainda dia, porém David jurou, dizendo: Assim Deus me faça, e outro tanto, se, antes que o sol se ponha, eu provar pão ou alguma coisa.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todo o povo entendendo, pareceu bem aos seus olhos, assim como tudo quanto o rei fez pareceu bem aos olhos de todo o povo.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e todo o Israel entenderam n'aquelle mesmo dia que não procedera do rei que matassem a Abner, filho de Ner.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aos seus servos: Não sabeis que hoje caiu em Israel um principe e um grande?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eu ainda sou tenro, ainda que ungido rei; estes homens, filhos de Zeruia, são mais duros do que eu: o Senhor pagará ao malfeitor, conforme a sua maldade.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