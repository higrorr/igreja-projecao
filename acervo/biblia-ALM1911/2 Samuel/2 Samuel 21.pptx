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em dias de David uma fome de tres annos, de anno em anno; e David consultou ao Senhor, e o Senhor lhe disse: É por causa de Saul e da sua casa sanguinaria, porque matou os gibeonitas.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o rei aos gibeonitas, e lhes fallou (ora os gibeonitas não eram dos filhos de Israel, mas do resto dos amorrheos, e os filhos de Israel lhes tinham jurado, porém Saul procurou feril-os no seu zelo á causa dos filhos de Israel e de Judah).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David aos gibeonitas: Que quereis que eu vos faça? e que satisfação vos darei, para que abençoeis a herança do Senhor?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gibeonitas lhe disseram: Não é por prata nem oiro que temos questão com Saul e com sua casa; nem tão pouco pretendemos matar pessoa alguma em Israel. E disse elle: Que é pois que quereis que vos faça?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ao rei: O homem que nos destruiu, e intentou contra nós que fossemos assollados, sem que podessemos subsistir em termo algum de Israel,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seus filhos se nos dêem sete homens, para que os enforquemos ao Senhor em Gibeah de Saul, o eleito do Senhor. E disse o rei: Eu os darei.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rei poupou a Mephiboseth, filho de Jonathan, filho de Saul, por causa do juramento do Senhor, que entre elles houvera, entre David e Jonathan, filho de Saul.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tomou o rei os dois filhos de Rispa, filha d'Aia, que tinha parido a Saul, a saber a Armoni e a Mephiboseth; como tambem os cinco filhos da irmã de Michal, filha de Saul, que parira a Adriel, filho de Barzillai, meholathita.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entregou na mão dos gibeonitas, os quaes os enforcaram no monte, perante o Senhor; e cairam estes sete juntamente: e foram mortos nos dias da sega, nos dias primeiros, no principio da sega das cevadas.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Rispa, filha d'Aia, tomou um panno de cilicio, e estendeu-lh'o sobre uma penha, desde o principio da sega, até que distillou a agua sobre elles do céu: e não deixou as aves do céu pousar sobre elles de dia, nem os animaes do campo de noite.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dito a David o que fizera Rispa, filha d'Aia, concubina de Saul.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David, e tomou os ossos de Saul, e os ossos de Jonathan seu filho, dos moradores de Jabéz-gilead, os quaes os furtaram da rua de Beth-san, onde os philisteos os tinham pendurado, quando os philisteos feriram a Saul em Gilboa.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subir d'ali os ossos de Saul, e os ossos de Jonathan seu filho: e ajuntaram tambem os ossos dos enforcados.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Enterraram os ossos de Saul, e de Jonathan seu filho na terra de Benjamin, em Zela, na sepultura de seu pae Kis, e fizeram tudo o que o rei ordenara; e depois d'isto Deus se aplacou com a terra.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Tiveram mais os philisteos uma peleja contra Israel: e desceu David, e com elle os seus servos: e tanto pelejaram contra os philisteos, que David se cançou.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Isbi-benob, que era dos filhos do gigante, e o peso de cuja lança tinha trezentos siclos de peso de cobre, e que cingia uma espada nova, este intentou ferir a David.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Abisai, filho de Zeruia, o soccorreu, e feriu o philisteo, e o matou: então os homens de David lhe juraram, dizendo: Nunca mais sairás comnosco á peleja, para que não apagues a lampada de 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depois d'isto que houve em Gob ainda outra peleja contra os philisteos: então Sibbechai, o husatita, feriu a Saph, que era dos filhos do gigante.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mais outra peleja contra os philisteos em Gob: e El-hanan, filho de Jaaré-oregim, o beth-lehemita feriu Goliath, o getheo, de cuja lança era a haste como orgão de tecelão.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ainda tambem outra peleja em Gath, onde estava um homem d'alta estatura, que tinha em cada mão seis dedos, e em cada pé outros seis, vinte e quatro por todos, e tambem este nascera do gigante.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injuriava a Israel: porém Jonathan, filho de Simea, irmão de David, o feriu.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quatro nasceram ao gigante em Gath: e cairam pela mão de David e pela mão de seus servos.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