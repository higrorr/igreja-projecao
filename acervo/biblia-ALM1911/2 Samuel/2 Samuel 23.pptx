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são as ultimas palavras de David: Diz David, filho de Jessé, e diz o homem que foi levantado em altura, o ungido do Deus de Jacob, e o suave em psalmos d'Israel: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espirito do Senhor fallou por mim, e a sua palavra esteve em minha bocca.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o Deus d'Israel, a Rocha d'Israel a mim me fallou: Haverá um justo que domine sobre os homens, que domine no temor de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como a luz da manhã, quando sae o sol, da manhã sem nuvens, quando pelo seu resplandor e pela chuva a herva brota da terra.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a minha casa não seja tal para com Deus, comtudo estabeleceu comigo um concerto eterno, que em tudo será bem ordenado e guardado, pois toda a minha salvação e todo o meu prazer está n'elle, apezar de que ainda não o faz brotar.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filhos de Belial todos serão como os espinhos que se lançam fóra, porque se lhes não pode pegar com a mão.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qualquer que os tocar se armará de ferro e da haste de uma lança; e a fogo serão totalmente queimados no mesmo logar.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nomes dos valentes que David teve: Joseb-bashebeth, filho de Tachemoni, o principal dos capitães: este era Adino, o esnita, que se oppozera a oitocentos, e os feriu d'uma vez.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d'elle Eleazar, filho de Dodó, filho de Ahohi, entre os tres valentes que estavam com David quando provocaram os philisteos que ali se ajuntaram á peleja, e quando d'Israel os homens subiram.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se levantou, e feriu os philisteos, até lhe cançar a mão e ficar a mão pegada á espada: e n'aquelle dia o Senhor obrou um grande livramento; e o povo voltou atraz d'elle, sómente a tomar o despojo.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d'elle Samma, filho de Agé, o hararita, quando os philisteos se ajuntaram n'uma multidão, onde havia um pedaço de terra cheio de lentilhas, e o povo fugira de diante dos philisteos.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pois se poz no meio d'aquelle pedaço de terra, e o defendeu, e feriu os philisteos: e o Senhor obrou um grande livramento.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tres dos trinta cabeças desceram, e vieram no tempo da sega a David, á caverna de Adullam: e a multidão dos philisteos acampara no valle de Rephaim.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David estava então n'um logar forte, e a guarnição dos philisteos estava então em Beth-lehem.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teve David desejo, e disse: Quem me déra beber da agua da cisterna de Beth-lehem, que está junto á porta!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aquelles tres valentes romperam pelo arraial dos philisteos, e tiraram agua da cisterna de Beth-lehem, que está junto á porta, e a tomaram, e a trouxeram a David; porém elle não a quiz beber, mas derramou-a perante o Senhor,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Guarda-me, ó Senhor, de que tal faça; beberia eu o sangue dos homens que foram a risco da sua vida? De maneira que não a quiz beber: isto fizeram aquelles tres valentes.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Abisai, irmão de Joab, filho de Zeruia, era cabeça de tres; e este alçou a sua lança contra trezentos feridos: e tinha nome entre os tres.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este não era o mais nobre d'entre estes tres? pois era o primeiro d'elles; porém aos primeiros tres não chegou.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Benaia, filho de Joiada, filho d'um homem valoroso de Cabseel, grande em obras, este feriu dois fortes leões de Moab; e desceu elle, e feriu um leão no meio d'uma cova, no tempo da neve.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este feriu um homem egypcio, homem de respeito: e na mão do egypcio havia uma lança, porém elle desceu a elle com um cajado, e arrancou a lança da mão do egypcio, e o matou com a sua propria lança.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coisas fez Benaia, filho de Joiada, pelo que teve nome entre tres valentes.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D'entre os trinta elle era o mais nobre, porém aos tres primeiros não chegou: e David o poz sobre os seus guardas.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Asael, irmão de Joab, estava entre os trinta, que eram: El-hanan, filho de Dodó, de Beth-lehem,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Samma, harodita, Elika, harodita,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Heles, paltita, Ira, filho de Ikkes, tekoita,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Abiezer, anathothita, Mebunnai, hsathita,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Zalmon, ahohita, Maharai, netophathita,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Heleb, filho de Baena, netophathita, Ittai, filho de Ribai, de Gibeah dos filhos de Benjamin,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Benaia, pirhathonita, Hiddai, do ribeiro de Gaás,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Abi-albon, arbathita, Azmaveth, barhumita,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Eliaba, saalbonita, os filhos de Jasen e Jonathan,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Samma, hararita, Ahiam, filho de Sarar, ararita,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Eliphelet, filho de Ahasbai, filho d'um maacathita, Eliam, filho de Achitophel, gilonita,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Hesrai, carmelita, Paarai, arbita,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Ighal. filho de Nathan, de Zoba, Bani, gadita,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Zelek, ammonita, Naharai, beerothita, o que trazia as armas de Joab, filho de Zeruia,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Ira, jethrita, Gareb, jethrita,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Samuel 23:39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Urias, hetheo: trinta e sete por todos.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