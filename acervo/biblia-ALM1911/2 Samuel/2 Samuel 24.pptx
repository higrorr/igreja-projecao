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ira do Senhor se tornou a accender contra Israel: e incitou a David contra elles, dizendo: Vae, numera a Israel e a Judah.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 o rei a Joab, chefe do exercito, o qual tinha comsigo: Agora rodeia por todas as tribus de Israel, desde Dan até Berseba, e numera o povo: para que eu saiba o numero do povo.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Joab ao rei: Ora, multiplique o Senhor teu Deus a este povo cem vezes tanto quanto agora é, e os olhos do rei meu senhor o vejam: mas porque deseja o rei meu senhor este negocio?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palavra do rei prevaleceu contra Joab, e contra os chefes do exercito: Joab pois saiu com os chefes do exercito diante da face do rei, a numerar o povo de Israel.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passaram o Jordão: e pozeram-se em campo junto a Aroer, á direita da cidade que está no meio do ribeiro de Gad, e junto a Jazer.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vieram a Gilead, e á terra baixa de Hodsi: tambem vieram até Dan-jaan, e ao redor de Zidon.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vieram á fortaleza de Tyro, e a todas as cidades dos heveos e dos cananeos: e sairam para a banda do sul de Judah, a Berseba.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rodeiaram por toda a terra: e ao cabo de nove mezes e vinte dias voltaram a Jerusalem.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Joab deu ao rei a somma do numero do povo contado: e havia em Israel oitocentos mil homens de guerra, que arrancavam espada; e os homens de Judah eram quinhentos mil homens.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coração feriu a David, depois de haver numerado o povo: e disse David ao Senhor: Muito pequei no que fiz: porém agora, ó Senhor, peço-te que traspasses a iniquidade do teu servo; porque tenho feito mui loucamente.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Levantando-se pois David pela manhã, veiu a palavra do Senhor ao propheta Gad, vidente de David, dizendo: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Vae, e dize a David: Assim diz o Senhor: Tres coisas te offereço; escolhe uma d'ellas, para que t'a faça.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pois Gad a David, e fez-lh'o saber; e disse-lhe: Queres que sete annos de fome te venham á tua terra; ou que por tres mezes fujas diante de teus inimigos, e elles te persigam; ou que por tres dias haja peste na tua terra? Delibera agora, e vê que resposta hei de tornar ao que me enviou.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David a Gad: Estou em grande angustia: porém caiamos nas mãos do Senhor, porque muitas são as suas misericordias; mas nas mãos dos homens não caia eu.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enviou o Senhor a peste a Israel, desde pela manhã até ao tempo determinado: e desde Dan até Berseba, morreram setenta mil homens do povo.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Estendendo pois o anjo a sua mão sobre Jerusalem, para a destruir, o Senhor se arrependeu d'aquelle mal; e disse ao anjo que fazia a destruição entre o povo: Basta, agora retira a tua mão. E o anjo do Senhor estava junto á eira d'Arauna, o jebuseo.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David ao anjo que feria o povo, fallou ao Senhor, e disse: Eis que eu sou o que pequei, e eu o que iniquamente obrei; porém estas ovelhas que fizeram? seja pois a tua mão contra mim, e contra a casa de meu pae.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Gad veiu n'aquelle mesmo dia a David; e disse-lhe: Sobe, levanta ao Senhor um altar na eira de Arauna, o jebuseo.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David subiu conforme á palavra de Gad, como o Senhor lhe tinha ordenado.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olhou Arauna, e viu que vinham para elle o rei e os seus servos: saiu pois Arauna, e inclinou-se diante do rei com o rosto em terra.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Arauna: Porque vem o rei meu Senhor ao seu servo? E disse David: Para comprar de ti esta eira, afim de edificar n'ella um altar ao Senhor, para que este castigo cesse de sobre o povo.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Arauna a David: Tome, e offereça o rei meu senhor o que bem parecer aos seus olhos; eis ahi bois para o holocausto, e os trilhos, e o apparelho dos bois para a lenha.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isto deu Arauna ao rei: disse mais Arauna ao rei: O Senhor teu Deus tome prazer em ti.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rei disse a Arauna: Não, porém por certo preço t'o comprarei, porque não offerecerei ao Senhor meu Deus holocaustos que me não custem nada. Assim David comprou a eira e os bois por cincoenta siclos de prata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edificou ali David ao Senhor um altar, e offereceu holocaustos, e offertas pacificas. Assim o Senhor se aplacou com a terra, e cessou aquelle castigo de sobre Israel.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