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outro grande e admiravel signal no céu: sete anjos, que tinham as sete ultimas pragas; porque n'ellas é consummada a ira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como um mar de vidro misturado com fogo; e os que sairam victoriosos da besta, e da sua imagem, e do seu signal, e do numero do seu nome, que estavam junto ao mar de vidro, e tinham as harpas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cantavam o cantico de Moysés, o servo de Deus, e o cantico do Cordeiro, dizendo: Grandes e maravilhosas são as tuas obras, Senhor Deus Todo-poderoso! justos e verdadeiros são os teus caminhos, ó Rei dos sanctos.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 não temerá, ó Senhor, e não magnificará o teu nome? Porque só tu és sancto; por isso todas as nações virão, e adorarão diante de ti, porque os teus juizos são manifestos.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olhei, e eis que o templo do tabernaculo do testemunho se abriu no céu.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sete anjos que tinham as sete pragas sairam do templo, vestidos de linho puro e resplandecente, e cingidos com cintos de oiro ao redor de seus peitos.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quatro animaes deu aos sete anjos sete salvas de oiro, cheias da ira de Deus, que vive para todo o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templo encheu-se com o fumo da gloria de Deus e do seu poder; e ninguem podia entrar no templo, até que se consummassem as sete pragas dos sete anjos.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