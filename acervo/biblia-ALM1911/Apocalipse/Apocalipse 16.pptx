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do templo uma grande voz, que dizia aos sete anjos: Ide, e derramae sobre a terra as sete salvas da ira de Deus.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primeiro, e derramou a sua salva sobre a terra, e fez-se uma chaga má e maligna nos homens que tinham o signal da besta e que adoravam a sua imagem.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segundo anjo derramou a sua salva no mar, e tornou-se em sangue como de um morto, e morreu no mar toda a alma vivente.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terceiro anjo derramou a sua taça nos rios e nas fontes das aguas, e tornaram-se em sangue.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o anjo das aguas, que dizia: Justo és tu, ó Senhor, que és, e que eras, e que serás sancto, porque julgaste estas coisas.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derramaram o sangue dos sanctos e dos prophetas, tambem tu lhes déste o sangue a beber; porque d'isto são dignos.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outro do altar, que dizia: Na verdade, ó Senhor Deus Todo-poderoso, verdadeiros e justos são os teus juizos.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quarto anjo derramou a sua taça sobre o sol, e foi-lhe dado que abrazasse os homens com fogo.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foram abrazados com grandes calores, e blasphemaram do nome de Deus, que tem o poder sobre estas pragas; e não se arrependeram para lhe darem gloria.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quinto anjo derramou a sua taça sobre o throno da besta, e o seu reino se fez tenebroso; e mordiam as suas linguas de dôr.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causa das suas dôres, e por causa das suas chagas, blasphemaram do Deus do céu; e não se arrependeram das suas obras.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sexto anjo derramou a sua taça sobre o grande rio Euphrates; e a sua agua seccou-se, para que se preparasse o caminho dos reis do oriente.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bocca do dragão, e da bocca da besta, e da bocca do falso propheta, vi sair tres espiritos immundos, similhantes a rãs.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são espiritos de demonios, que fazem signaes; os quaes vão aos reis de todo o mundo, para os congregar para a batalha, n'aquelle grande dia de Deus Todo-poderoso.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venho como ladrão. Bemaventurado aquelle que vigia, e guarda os seus vestidos, para que não ande nú, e não se vejam as suas vergonhas.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congregaram-n'os no logar que em hebreo se chama Armageddon.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setimo anjo derramou a sua taça no ar, e saiu uma grande voz do templo do céu, do throno, dizendo: Está feito.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vozes, e trovões, e relampagos, e um grande terremoto, qual nunca houve desde que ha homens sobre a terra: tal foi este tão grande terremoto.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grande cidade fendeu-se em tres partes, e as cidades das nações cairam; e a grande Babylonia veiu em memoria diante de Deus, para elle lhe dar o calix do vinho da indignação da sua ira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ilha fugiu; e os montes não se acharam.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os homens caiu do céu uma grande saraiva, como do peso de um talento; e os homens blasphemaram de Deus por causa da praga da saraiva: porque a sua praga era mui grande.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