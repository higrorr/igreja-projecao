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quinto anjo tocou a sua trombeta, e vi uma estrella que do céu caiu na terra; e foi-lhe dada a chave do poço do abysmo.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abriu o poço do abysmo, e subiu fumo do poço, como o fumo de uma grande fornalha, e com o fumo do poço escureceram-se o sol e o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fumo sairam gafanhotos sobre a terra; e foi-lhes dado poder, como o poder que teem os escorpiões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foi-lhes dito que não fizessem damno á herva da terra, nem a verdura alguma, nem a arvore alguma, senão sómente aos homens que não teem nas suas testas o signal de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foi-lhes dado, não que os matassem, mas que por cinco mezes os atormentassem; e o seu tormento era similhante ao tormento do escorpião, quando fere ao homem.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n'aquelles dias os homens buscarão a morte, e não a acharão; e desejarão morrer, e a morte fugirá d'elles.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parecer dos gafanhotos era similhante ao de cavallos apparelhados para a guerra; e sobre as suas cabeças havia como corôas similhantes ao oiro; e os seus rostos eram como os rostos de homens.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cabellos como cabellos de mulheres, e os seus dentes eram como de leões.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couraças como couraças de ferro; e o ruido das suas azas era como o ruido de carros, quando muitos cavallos correm ao combate.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caudas similhantes ás dos escorpiões, e aguilhões nas suas caudas; e o seu poder era de damnificarem os homens por cinco mezes.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sobre si um rei, o anjo do abysmo; em hebreo era o seu nome Abaddon, e em grego tinha por nome Apollyon.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Passado é já um ai; eis que depois d'isso veem ainda dois 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tocou o sexto anjo a sua trombeta, e ouvi uma voz dos quatro cornos do altar de oiro, que estava diante de Deus,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dizia ao sexto anjo, que tinha a trombeta: Solta os quatro anjos, que estão presos junto ao grande rio Euphrates.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soltos os quatro anjos, que estavam prestes para a hora, e dia, e mez, e anno, para matarem a terça parte dos homens.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numero dos exercitos dos cavalleiros era de duzentos milhões; e ouvi o numero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assim os cavallos n'esta visão; e os que sobre elles cavalgavam tinham couraças de fogo, e de jacintho, e de enxofre; e as cabeças dos cavallos eram como cabeças de leões; e de suas boccas sahia fogo e fumo e enxofre.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estes tres foi morta a terça parte dos homens, pelo fogo, pelo fumo, e pelo enxofre, que sahia das suas boccas.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poder está na sua bocca e nas suas caudas. Porque as suas caudas são similhantes a serpentes, e teem cabeças, e com ellas damnificam.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outros homens, que não foram mortos por estas pragas, não se arrependeram das obras de suas mãos, para não adorarem os demonios, e os idolos d'oiro, e de prata, e de bronze, e de pedra, e de madeira, que nem podem ver, nem ouvir, nem andar.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 arrependeram de seus homicidios, nem de suas feiticerias, nem de sua fornicação, nem de suas ladroices.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