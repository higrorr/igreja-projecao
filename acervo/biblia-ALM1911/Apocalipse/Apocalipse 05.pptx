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na dextra do que estava assentado sobre o throno um livro escripto por dentro e por fóra, sellado com sete sellos.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um anjo forte, apregoando com grande voz: Quem é digno de abrir o livro e de desatar os seus sellos?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no céu, nem na terra, nem debaixo da terra, podia abrir o livro, nem olhar para 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chorava muito, porque ninguem fôra achado digno de abrir o livro, nem de o lêr, nem de olhar para 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 um dos anciãos: Não chores: eis aqui, o Leão da tribu de Judah, a raiz de David, que venceu, para abrir o livro e desatar os seus sete sellos.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eis que no meio dos anciãos estava um Cordeiro, como havendo sido morto, e tinha sete cornos, e sete olhos, que são os sete Espiritos de Deus enviados a toda 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veiu, e tomou o livro da dextra do que estava assentado no throno.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tomado o livro, os quatro animaes e os vinte e quatro anciãos prostraram-se diante do Cordeiro, tendo todos elles harpas e salvas de oiro cheias de incenso, que são as orações dos sanctos.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cantavam um novo cantico, dizendo: Digno és de tomar o livro, e de abrir os seus sellos; porque foste morto, e com o teu sangue para Deus nos compraste, de toda a tribu, e lingua, e povo, e nação;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 nosso Deus nos fizeste reis e sacerdotes; e reinaremos sobre 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ouvi a voz de muitos anjos ao redor do throno, e dos animaes, e dos anciãos; e era o numero d'elles milhões de milhões, e milhares de milhares,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com grande voz diziam: Digno é o Cordeiro, que foi morto, de receber o poder, e riquezas, e sabedoria, e força, e honra, e gloria, e acções de graças.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a toda a creatura que está no céu, e na terra, e debaixo da terra, e que está no mar, e a todas as coisas que n'elles ha, dizendo: Ao que está assentado sobre o throno, e ao Cordeiro, sejam dadas acções de graças, e honra, e gloria, e poder para todo o sempre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quatro animaes diziam: Amen. E os vinte e quatro anciãos prostraram-se, e adoraram ao que vive para todo o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