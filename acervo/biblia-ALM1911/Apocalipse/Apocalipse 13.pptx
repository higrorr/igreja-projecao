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puz-me sobre a areia do mar, e vi subir do mar uma besta que tinha sete cabeças e dez cornos, e sobre os seus cornos dez diademas, e sobre as suas cabeças um nome de blasphemia.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besta que vi era similhante ao leopardo, e os seus pés como de urso, e a sua bocca como de leão; e o dragão deu-lhe o seu poder, e o seu throno, e grande poderio.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uma de suas cabeças como ferida de morte, e a sua chaga mortal foi curada; e toda a terra se maravilhou após a besta.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adoraram o dragão que deu á besta o seu poder; e adoraram a besta, dizendo: Quem é similhante á besta? quem poderá batalhar contra ella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deu-se-lhe bocca para fallar grandes coisas e blasphemias; e deu-se-lhe poder para assim o fazer quarenta e dois mezes.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abriu a sua bocca em blasphemias contra Deus, para blasphemar do seu nome, e do seu tabernaculo, e dos que habitam no céu.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deu-se-lhe poder para fazer guerra aos sanctos, e vencel-os; e deu-se-lhe poder sobre toda a tribu, e lingua, e nação.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adoraram-n'a todos os que habitam sobre a terra, cujos nomes não estão escriptos no livro da vida do Cordeiro morto desde a fundação do mundo.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tem ouvidos, ouça.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leva em captiveiro, em captiveiro irá: se alguem matar á espada, necessario é que á espada seja morto. Aqui está a paciencia e a fé dos sanctos.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subir da terra outra besta, e tinha dois cornos similhantes aos do Cordeiro; e fallava como o dragão.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exerce todo o poder da primeira besta na sua presença, e faz que a terra e os que n'ella habitam adorem a primeira besta, cuja chaga mortal fôra curada.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faz grandes signaes, de maneira que até fogo faz descer do céu á terra, diante dos homens.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engana aos que habitam na terra com signaes que se lhe permittiram que fizesse em presença da besta, dizendo aos que habitam na terra que fizessem uma imagem á besta que recebera a ferida da espada e vivia.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foi-lhe concedido que désse espirito á imagem da besta, para que tambem a imagem da besta fallasse, e fizesse que fossem mortos todos os que não adorassem a imagem da besta.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faz que todos, pequenos e grandes, ricos e pobres, livres e servos, ponham um signal na sua mão direita, ou nas suas testas;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ninguem possa comprar ou vender, senão aquelle que tiver o signal, ou o nome da besta, ou o numero do seu nome.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Aqui está a sabedoria. Aquelle que tem entendimento, conte o numero da besta; porque é o numero de um homem, e o seu numero é seiscentos e sessenta e seis.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