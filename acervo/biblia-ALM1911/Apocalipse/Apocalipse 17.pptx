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um dos sete anjos que tinham as sete taças, e fallou comigo, dizendo-me: Vem, mostrar-te-hei a condemnação da grande prostituta que está assentada sobre muitas aguas;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 qual fornicaram os reis da terra; e os que habitam na terra se embebedaram com o vinho da sua fornicação.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levou-me em espirito a um deserto, e vi uma mulher assentada sobre uma besta de côr de escarlata, que estava cheia de nomes de blasphemia, e tinha sete cabeças e dez cornos.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mulher estava vestida de purpura e de escarlata, e adornada com oiro, e pedras preciosas e perolas; e tinha na sua mão um calix de oiro cheio das abominações e da immundicia da sua fornicação;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 sua testa escripto o nome: Mysterio: A grande Babylonia, a mãe das fornicações e abominações da terra.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 que a mulher estava embriagada do sangue dos sanctos, e do sangue das testemunhas de Jesus. E, vendo-a eu, maravilhei-me com grande admiração.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anjo me disse: Porque te admiras? Eu te direi o mysterio da mulher, e da besta que a traz, a qual tem sete cabeças e dez cornos.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besta que viste foi e já não é, e ha de subir do abysmo, e ir-se á perdição; e os que habitam na terra (cujos nomes não estão escriptos no livro da vida, desde a fundação do mundo) se admirarão vendo a besta que era e já não é, ainda que 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Aqui ha sentido, que tem sabedoria. As sete cabeças são sete montes, sobre os quaes a mulher está assentada.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são tambem sete reis; os cinco são caidos; e um já é, outro ainda não é vindo; e, quando vier, convem que dure um pouco de tempo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besta que era e já não é, esta é tambem o oitavo, e é dos sete, e vae-se á perdição.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dez cornos que viste são dez reis, que ainda não receberam o reino, porém receberão poder como reis por uma hora, juntamente com a besta.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teem um mesmo intento, e entregarão o seu poder e auctoridade á besta.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combaterão contra o Cordeiro, e o Cordeiro os vencerá (porque é o Senhor dos senhores e o Rei dos reis), e os que estão com elle são os chamados, e eleitos, e fieis.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disse-me: As aguas que viste, onde se assenta a prostituta, são povos, e multidões, e nações, e linguas.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dez cornos que viste na besta são os que aborrecerão a prostituta, e a farão assolada e núa, e comerão a sua carne, e a queimarão com fogo.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Deus deu-lhes em seus corações que cumpram o seu intento, e que tenham um mesmo intento, e que deem á besta o seu reino, até que se cumpram as palavras de Deus.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mulher que viste é a grande cidade que reina sobre os reis da terra.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