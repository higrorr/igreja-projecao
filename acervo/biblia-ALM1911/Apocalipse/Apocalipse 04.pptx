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d'estas coisas, olhei, e eis que estava uma porta aberta no céu: e a primeira voz, que como de uma trombeta ouvira fallar comigo, disse: Sobe aqui, e mostrar-te hei as coisas que depois d'estas devem acontecer.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logo fui arrebatado em espirito, e eis que um throno estava posto no céu, e um assentado sobre o throno.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que estava assentado era, ao parecer, similhante á pedra jaspe e sardonica; e o arco celeste estava ao redor do throno, no parecer similhante á esmeralda.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ao redor do throno havia vinte e quatro thronos; e vi assentados sobre os thronos vinte e quatro anciãos vestidos de vestidos brancos; e tinham sobre suas cabeças corôas de oiro.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 throno sahiam relampagos, e trovões, e vozes; e diante do throno ardiam sete lampadas de fogo, as quaes são os sete Espiritos de Deus.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havia diante do throno um mar de vidro, similhante ao crystal. E no meio do throno, e ao redor do throno, quatro animaes cheios de olhos, por diante e por detraz.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primeiro animal era similhante a um leão, e o segundo animal similhante a um bezerro, e tinha o terceiro animal o rosto como de homem, e o quarto animal era similhante a uma aguia voando.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quatro animaes tinham cada um de per si seis azas ao redor, e por dentro estavam cheios de olhos; e não descançam nem de dia nem de noite, dizendo: Sancto, Sancto, Sancto é o Senhor Deus, o Todo-poderoso, que era, e que é, e que ha de vir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quando os animaes davam gloria, e honra, e acções de graças ao que estava assentado sobre o throno, ao que vive para todo o sempre,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vinte e quatro anciãos prostravam-se diante do que estava assentado sobre o throno, e adoravam o que vive para todo o sempre; e lançavam as suas corôas diante do throno, dizendo: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Apocalipse 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Digno és, Senhor, de receber gloria, e honra, e poder; porque tu creaste todas as coisas, e por tua vontade são e foram creadas.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