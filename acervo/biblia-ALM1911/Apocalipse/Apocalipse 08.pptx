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havendo aberto o setimo sello, fez-se silencio no céu quasi por meia hora.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 os sete anjos, que estavam diante de Deus, e foram-lhes dadas sete trombetas.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outro anjo, e poz-se junto ao altar, tendo um incensario de oiro; e foi-lhe dado muito incenso, para o pôr com as orações de todos os sanctos sobre o altar de oiro, que está diante do throno.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fumo do incenso subiu com as orações dos sanctos desde a mão do anjo até diante de Deus.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anjo tomou o incensario, e encheu-o de fogo do altar, e lançou-o sobre a terra; e fizeram-se vozes, e trovões, e relampagos e terremotos.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sete anjos, que tinham as sete trombetas, prepararam-se para tocal-as.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primeiro anjo tocou a sua trombeta, e houve saraiva, e fogo misturado com sangue, e foram lançados na terra; e queimou-se a terça parte das arvores, e toda a herva verde foi queimada.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segundo anjo tocou a trombeta; e foi lançada no mar uma coisa como um grande monte ardendo em fogo, e tornou-se em sangue a terça parte do mar.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morreu a terça parte das creaturas que tinham vida no mar; e perdeu-se a terça parte das náos.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terceiro anjo tocou a sua trombeta, e caiu do céu uma grande estrella, ardendo como uma tocha, e caiu na terça parte dos rios, e nas fontes das aguas.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nome da estrella era Absyntho, e a terça parte das aguas tornou-se em absyntho, e muitos homens morreram das aguas, porque se tornaram amargas.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quarto anjo tocou a sua trombeta, e foi ferida a terça parte do sol, e a terça parte da lua, e a terça parte das estrellas; para que a terça parte d'elles se escurecesse, e a terça parte do dia não brilhasse, e similhantemente a da noite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olhei, e ouvi um anjo voar pelo meio do céu, dizendo com grande voz: Ai! ai! dos que habitam sobre a terra! por causa das outras vozes das trombetas dos tres anjos que hão de ainda tocar.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