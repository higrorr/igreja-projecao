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Revelação de Jesus Christo, a qual Deus lhe deu, para mostrar aos seus servos as coisas que brevemente devem acontecer; e pelo seu anjo as enviou, e as notificou a João seu servo;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qual testificou da palavra de Deus, e do testemunho de Jesus Christo, e de tudo o que tem visto.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Bemaventurado aquelle que lê, e os que ouvem as palavras d'esta prophecia, e guardam as coisas que n'ella estão escriptas; porque o tempo está proximo.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João, ás sete egrejas que estão na Asia: Graça e paz seja comvosco da parte d'aquelle que é, e que era, e que ha de vir, e da dos sete espiritos que estão diante do seu throno;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 parte de Jesus Christo, que é a fiel testemunha, o primogenito dos mortos e o principe dos reis da terra. Aquelle que nos amou, e em seu sangue nos lavou dos nossos peccados,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nos fez reis e sacerdotes para Deus e seu Pae: a elle gloria e poder para todo o sempre. Amen.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vem com as nuvens, e todo o olho o verá, até os mesmos que o traspassaram, e todas as tribus da terra se lamentarão sobre elle. Sim. Amen.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sou o Alpha e o Omega, o principio e o fim, diz o Senhor, que é, e que era, e que ha de vir, o Todo-poderoso.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Eu, João, que tambem sou vosso irmão, e companheiro na afflicção, e no reino, e paciencia de Jesus Christo, estava na ilha chamada Patmos, por causa da palavra de Deus, e pelo testemunho de Jesus Christo.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fui arrebatado em espirito no dia do Senhor, e ouvi detraz de mim uma grande voz, como de trombeta,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dizia: O que vês, escreve-o n'um livro, e envia-o ás sete egrejas que estão na Asia: a Epheso, e a Smyrna, e a Pergamo, e a Thyatira, e a Sardo, e a Philadelphia, e a Laodicéa.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virei-me para vêr quem fallara comigo. E, virando-me, vi sete castiçaes de oiro;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 meio dos sete castiçaes um similhante ao Filho do homem, vestido até aos pés de um vestido comprido, e cingido pelos peitos com um cinto de oiro.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sua cabeça e cabellos eram brancos como lã branca, como a neve, e os seus olhos como chamma de fogo;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seus pés, similhantes a latão reluzente, como se tivessem sido refinados n'uma fornalha, e a sua voz como a voz de muitas aguas.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tinha na sua dextra sete estrellas; e da sua bocca sahia uma aguda espada de dois fios; e o seu rosto era como o sol, quando na sua força resplandece.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eu, quando o vi, cahi a seus pés como morto; e elle poz sobre mim a sua dextra, dizendo-me: Não temas; Eu sou o primeiro e o derradeiro;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que vivo e fui morto; e eis aqui vivo para todo o sempre. Amen: e tenho as chaves da morte e do inferno.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Escreve as coisas que tens visto e as que são, e as que depois d'estas hão de acontecer: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mysterio das sete estrellas, que viste na minha dextra, e dos sete castiçaes de oiro. As sete estrellas são os anjos das sete egrejas, e os sete castiçaes, que viste, são as sete egrejas.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