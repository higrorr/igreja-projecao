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mostrou-me o rio puro da agua da vida, claro como crystal, que procedia do throno de Deus e do Cordeiro.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meio da sua praça, e de uma e outra banda do rio, estava a arvore da vida, que produz doze fructos, dando seu fructo de mez em mez; e as folhas da arvore são para a saude das nações.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nunca mais haverá maldição contra alguem; e n'ella estará o throno de Deus e do Cordeiro, e os seus servos o servirão.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verão o seu rosto, e nas suas testas estará o seu nome.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não haverá mais noite, e não necessitarão de lampada nem de luz do sol, porque o Senhor Deus os alumia; e reinarão para todo o sempre.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Estas palavras são fieis e verdadeiras; e o Senhor, o Deus dos sanctos prophetas, enviou o seu anjo, para mostrar aos seus servos as coisas que em breve hão de acontecer.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aqui venho presto: Bemaventurado aquelle que guarda as palavras da prophecia d'este livro.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João, sou aquelle que vi e ouvi estas coisas. E, havendo-as ouvido e visto, prostrei-me aos pés do anjo que me mostrava estas coisas, para o adorar.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Olha não faças tal; porque eu sou conservo teu e de teus irmãos, os prophetas, e dos que guardam as palavras d'este livro. Adora a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Não selles as palavras d'este livro; porque perto está o tempo.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injusto, faça injustiça ainda; e quem é sujo, seja sujo ainda; e quem é justo, faça justiça ainda; e quem é sancto, seja sanctificado ainda.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eis que, presto venho, e o meu galardão está comigo, para dar a cada um segundo a sua obra.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Alpha e o Omega, o principio e o fim, o primeiro e o derradeiro.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Bemaventurados aquelles que lavam as suas vestiduras no sangue do Cordeiro, para que tenham direito á arvore da vida, e possam entrar na cidade pelas portas.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estarão de fóra os cães e os feiticeiros, e os fornicadores, e os homicidas, e os idolatras, e qualquer que ama e commette a mentira.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Jesus, enviei o meu anjo, para vos testificar estas coisas nas egrejas: eu sou a raiz e a geração de David, a resplandecente estrella da manhã.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Espirito e a esposa dizem: Vem. E quem o ouve, diga: Vem. E quem tem sêde, venha; e quem quizer, tome de graça da agua da vida.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testifico a todo aquelle que ouvir as palavras da prophecia d'este livro que, se alguem lhes accrescentar alguma coisa, Deus fará vir sobre elle as pragas que estão escriptas n'este livro;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alguem tirar das palavras do livro d'esta prophecia, Deus tirará a sua parte do livro da vida, e da cidade sancta, e das coisas que estão escriptas n'este livro.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testifica estas coisas diz: Certamente presto venho. Amen: ora vem, Senhor Jesus.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de nosso Senhor Jesus Christo seja com todos vós.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