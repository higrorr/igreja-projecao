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 um novo céu, e uma nova terra. Porque já o primeiro céu e a primeira terra passaram, e já não havia mar.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eu, João, vi a sancta cidade, a nova Jerusalem, que de Deus descia do céu, adereçada como a esposa ataviada para o seu marido.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 uma grande voz do céu, que dizia: Eis aqui o tabernaculo de Deus com os homens, e com elles habitará, e elles serão o seu povo, e o mesmo Deus estará com elles, e será o seu Deus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Deus alimpará de seus olhos toda a lagrima; e não haverá mais morte, nem pranto, nem clamor, nem dôr; porque já as primeiras coisas são passadas.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estava assentado sobre o throno disse: Eis que faço novas todas as coisas. E disse-me: Escreve: porque estas palavras são verdadeiras e fieis.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disse-me: Está cumprido: Eu sou o Alpha e o Omega, o principio e o fim. A quem quer que tiver sêde, de graça lhe darei da fonte da agua da vida.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vencer, herdará todas as coisas; e eu serei seu Deus, e elle será meu filho,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quanto aos timidos, e aos incredulos, e aos abominaveis, e aos homicidas, e aos fornicadores, e aos feiticeiros, e aos idolatras e a todos os mentirosos, a sua parte será no lago que arde com fogo e enxofre; o que é a segunda morte.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mim um dos sete anjos que tinham as sete taças cheias das ultimas sete pragas, e fallou comigo, dizendo: Vem, mostrar-te-hei a esposa, a mulher do Cordeiro.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levou-me em espirito a um grande e alto monte, e mostrou-me a grande cidade, a sancta Jerusalem, que de Deus descia do céu.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tinha a gloria de Deus; e a sua luz era similhante a uma pedra preciosissima, como a pedra de jaspe, como o crystal resplandecente.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tinha um grande e alto muro com doze portas, e nas portas doze anjos, e nomes escriptos sobre ellas, que são os nomes das doze tribus de Israel.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banda do levante tinha tres portas, da banda do norte tres portas, da banda do sul tres portas, da banda do poente tres portas.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muro da cidade tinha doze fundamentos, e n'elles os nomes dos doze apostolos do Cordeiro.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 que fallava comigo tinha uma canna de oiro, para medir a cidade, e as suas portas, e o seu muro.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cidade estava situada em quadrado; e o seu comprimento era tanto quanto a sua largura. E mediu a cidade com a canna até doze mil estadios: e o seu comprimento, largura e altura eram eguaes.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mediu o seu muro, de cento e quarenta e quatro covados, medida de homem, que era a do anjo.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fabrica do seu muro era de jaspe, e a cidade de oiro puro, similhante a vidro puro.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fundamentos do muro da cidade estavam adornados de toda a pedra preciosa. O primeiro fundamento era jaspe; o segundo, saphira; o terceiro, chalcedonia; o quarto, esmeralda;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quinto, sardonica; o sexto, sardio; o setimo, crisolito; o oitavo, beryllo; o nono, topazio; o decimo, crysopraso; o undecimo, jacintho; o duodecimo, amethysta.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doze portas eram doze perolas: cada uma das portas era uma perola, e a praça da cidade de oiro puro, como vidro transparente.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n'ella não vi templo, porque o seu templo é o Senhor Deus Todo-poderoso, e o Cordeiro.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cidade não necessita de sol nem de lua, para que n'ella resplandeçam, porque a gloria de Deus a tem alumiado, e o Cordeiro é a sua lampada.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nações que se salvarem andarão á sua luz; e os reis da terra trarão para ella a sua gloria e honra.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suas portas não se fecharão de dia, porque ali não haverá noite.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ella trarão a gloria e honra das nações.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entrará n'ella coisa alguma que contamine, e commetta abominação e mentira, mas só os que estão inscriptos no livro da vida do Cordeiro.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