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eis que estava o Cordeiro sobre o monte de Sião, e com elle cento e quarenta e quatro mil, que em suas testas tinham escripto o nome de seu Pae.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uma voz do céu, como a voz de muitas aguas, e como a voz de um grande trovão; e ouvi uma voz de harpistas, que tocavam com as suas harpas.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cantavam um como cantico novo diante do throno, e diante dos quatro animaes e dos anciãos: e ninguem podia aprender aquelle cantico, senão os cento e quarenta e quatro mil que foram comprados da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que não estão contaminados com mulheres: porque são virgens. Estes são os que seguem o Cordeiro para onde quer que vae. Estes são os que d'entre os homens foram comprados por primicias para Deus e para o Cordeiro.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sua bocca não se achou engano; porque são irreprehensiveis diante do throno de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outro anjo voar pelo meio do céu, e tinha o evangelho eterno, para proclamal-o aos que habitam sobre a terra, e a toda a nação, e tribu, e lingua, e povo.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com grande voz: Temei a Deus, e dae-lhe gloria; porque vinda é a hora do seu juizo. E adorae aquelle que fez o céu, e a terra, e o mar, e as fontes das aguas.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 anjo seguiu, dizendo: É caída, é caída Babylonia, aquella grande cidade, porque a todas as nações deu a beber do vinho da ira da sua fornicação.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seguiu-os o terceiro anjo, dizendo com grande voz: Se alguem adorar a besta, e a sua imagem, e receber o signal na sua testa, ou na sua mão,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tal beberá do vinho da ira de Deus, que se deitou puro no calix da sua ira; e será atormentado com fogo e enxofre diante dos sanctos anjos e diante do Cordeiro.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fumo do seu tormento sobe para todo o sempre; e não teem repouso nem de dia nem de noite os que adoram a besta e a sua imagem, e aquelle que receber o signal do seu nome.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está a paciencia dos sanctos: aqui estão os que guardam os mandamentos de Deus e a fé de Jesus.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uma voz do céu, que me dizia: Escreve: Bemaventurados os mortos que desde agora morrem no Senhor. Sim, diz o Espirito; para que descancem dos seus trabalhos, e as suas obras os sigam.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eis uma nuvem branca, e assentado sobre a nuvem um similhante ao Filho do homem, que tinha sobre a sua cabeça uma corôa de oiro, e na sua mão uma foice aguda.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 anjo saiu do templo, clamando com grande voz ao que estava assentado sobre a nuvem: Lança a tua foice, e sega; pois já é vinda a hora de segar, porquanto já a seara da terra está madura.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estava assentado sobre a nuvem lançou a sua foice á terra, e a terra foi segada.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do templo, que está no céu, outro anjo, o qual tambem tinha uma foice aguda.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do altar outro anjo, que tinha poder sobre o fogo, e clamou com grande voz ao que tinha a foice aguda, dizendo: Lança a tua foice aguda, e vindima os cachos da vinha da terra, porque já as suas uvas estão maduras.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lançou a sua foice á terra e vindimou as uvas da vinha da terra, e lançou-as no grande lagar da ira de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lagar foi pisado fóra da cidade, e saiu sangue do lagar até aos freios dos cavallos, por mil e seiscentos estadios.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