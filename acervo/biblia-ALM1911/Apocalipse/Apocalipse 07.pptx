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7:1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depois d'estas coisas vi quatro anjos que estavam sobre os quatro cantos da terra, que retinham os quatro ventos da terra, para que nenhum vento soprasse sobre a terra, nem sobre o mar, nem contra arvore alguma.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7:2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vi outro anjo subir da banda do sol nascente, e que tinha o sello do Deus vivo; e clamou com grande voz aos quatro anjos a quem fôra dado o poder de damnificar a terra e o mar,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7:3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Dizendo: Não damnifiques a terra, nem o mar, nem as arvores, até que hajamos assignalado nas suas testas os servos do nosso Deus.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7:4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ouvi o numero dos assignalados, e foram cento e quarenta e quatro mil assignalados, de todas as tribus dos filhos de Israel.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7:5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 tribu de Judah, doze mil assignalados: da tribu de Ruben, doze mil assignalados: da tribu de Gad, doze mil assignalados: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7:6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 tribu de Aser, doze mil assignalados: da tribu de Naphtali, doze mil assignalados: da tribu de Manassés, doze mil assignalados: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7:7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 tribu de Simeão, doze mil assignalados: da tribu de Levi, doze mil assignalados: da tribu de Issacar, doze mil assignalados: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7:8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 tribu de Zabulon, doze mil assignalados: da tribu de José, doze mil assignalados: da tribu de Benjamin, doze mil assignalados.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7:9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d'estas coisas olhei, e eis aqui uma multidão, a qual ninguem podia contar, de todas as nações, e tribus, e povos, e linguas, que estavam diante do throno, e perante o Cordeiro, trajando vestidos brancos e com palmas nas suas mãos: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7:10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clamavam com grande voz, dizendo: Salvação ao nosso Deus, que está assentado no throno, e ao Cordeiro.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7:11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todos os anjos estavam ao redor do throno, e dos anciãos, e dos quatro animaes; e prostraram-se diante do throno sobre seus rostos, e adoraram a Deus,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7:12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Dizendo: Amen. Louvor, e gloria, e sabedoria, e acção de graças, e honra, e poder, e força ao nosso Deus, para todo o sempre. Amen.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7:13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um dos anciãos respondeu, dizendo-me: Estes que estão vestidos de vestidos brancos, quem são, e d'onde vieram?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7:14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eu disse-lhe: Senhor, tu sabes. E elle disse-me: Estes são os que vieram de grande tribulação, e lavaram os seus vestidos e os branquearam no sangue do Cordeiro;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7:15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isso estão diante do throno de Deus, e o servem de dia e de noite no seu templo; e aquelle que está assentado sobre o throno os cobrirá com a sua sombra.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7:16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mais terão fome, nem mais terão sêde; nem sol nem calma alguma cairá sobre elles.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7:17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 Cordeiro que está no meio do throno os apascentará, e lhes servirá de guia para as fontes vivas das aguas; e Deus alimpará de seus olhos toda a lagrima.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