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 outro anjo forte, que descia do céu, vestido de uma nuvem; e por cima da sua cabeça estava o arco celeste, e o seu rosto era como o sol, e os seus pés como columnas de fogo;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na sua mão um livrinho aberto, e poz o seu pé direito sobre o mar, e o esquerdo sobre a terra;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clamou com grande voz, como quando brame o leão; e, havendo clamado, os sete trovões deram as suas vozes.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os sete trovões dado as suas vozes, eu ia escrevel-as, e ouvi uma voz do céu, que me dizia: Sella as coisas que os sete trovões fallaram, e não as escrevas.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anjo que vi estar sobre o mar e sobre a terra levantou a sua mão ao céu,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jurou por Aquelle que vive para todo o sempre, o qual creou o céu e as coisas que n'elle ha, e a terra e as coisas que n'ella ha, e o mar e as coisas que n'elle ha, que não haveria mais tempo;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nos dias da voz do setimo anjo, quando tocar a sua trombeta, se cumprirá o segredo de Deus, como annunciou aos prophetas, seus servos.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voz que eu do céu tinha ouvido tornou a fallar comigo, e disse: Vae, e toma o livrinho aberto da mão do anjo que está sobre o mar e sobre a terra.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fui ao anjo, dizendo-lhe: Dá-me o livrinho. E elle disse-me: Toma-o, e come-o, e fará amargo o teu ventre, porém na tua bocca será doce como mel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tomei o livrinho da mão do anjo, e comi-o; e na minha bocca era doce como mel; e, havendo-o comido, o meu ventre ficou amargo.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disse-me: Importa-te prophetizar outra vez a muitos povos, e nações, e linguas e reis.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