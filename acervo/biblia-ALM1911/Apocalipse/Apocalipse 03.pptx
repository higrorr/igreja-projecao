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anjo da egreja que está em Sardo escreve: Isto diz o que tem os sete Espiritos de Deus, e as sete estrellas: Eu sei as tuas obras, que tens nome de que vives, e estás morto.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vigilante, e confirma o resto que estava para morrer; porque não achei as tuas obras perfeitas diante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pois do que tens recebido e ouvido, e guarda-o, e arrepende-te. E, se não velares, virei sobre ti como o ladrão, e não saberás a que hora sobre ti virei.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tambem tens em Sardo algumas pessoas que não contaminaram seus vestidos, e comigo andarão em vestidos brancos; porquanto são dignos d'isso.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vencer será vestido de vestidos brancos, e em maneira nenhuma riscarei o seu nome do livro da vida; e confessarei o seu nome diante de meu Pae e diante dos seus anjos.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tem ouvidos, ouça o que o Espirito diz ás egrejas.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anjo da egreja que está em Philadelphia escreve: Isto diz o que é sancto, o que é verdadeiro o que tem a chave de David; o que abre, e ninguem cerra; e cerra, e ninguem abre: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as tuas obras: eis que diante de ti puz uma porta aberta, e ninguem a pode cerrar: porque tens pouca força, e guardaste a minha palavra, e não negaste o meu nome.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dou, da synagoga de Satanás, dos que se dizem judeos, e não são, mas mentem: eis que eu farei que venham, e adorem prostrados a teus pés, e saibam que eu te amo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guardaste a palavra da minha paciencia, tambem eu te guardarei da hora da tentação que ha de vir sobre todo o mundo, para tentar os que habitam na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venho logo; guarda o que tens, para que ninguem tome a tua corôa.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vencer, eu o farei columna no templo do meu Deus, e d'elle nunca sairá; e escreverei sobre elle o nome do meu Deus, e o nome da cidade do meu Deus, o da nova Jerusalem, que desce do céu do meu Deus, e o meu novo nome.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tem ouvidos, ouça o que o Espirito diz ás egrejas.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anjo da egreja que está em Laodicea escreve: Isto diz o Amen, a testemunha fiel e verdadeira, o principio da creação de Deus: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as tuas obras, que nem és frio nem quente: oxalá fôras frio ou quente!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pois que és morno, e nem és frio nem quente, vomitar-te-hei da minha bocca.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dizes: Rico sou, e estou enriquecido, e de nada tenho falta; e não sabes que és um desgraçado, e miseravel, e pobre, e cego, e nú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Aconselho-te a que de mim compres oiro provado no fogo, para que te enriqueças; e vestidos brancos, para que te vistas, e não appareça a vergonha da tua nudez; e unge os teus olhos com collyrio, para que vejas;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reprehendo e castigo a todos quantos amo: sê pois zeloso, e arrepende-te.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estou á porta, e bato: se alguem ouvir a minha voz, e abrir a porta, entrarei em sua casa, e com elle cearei, e elle comigo.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que vencer lhe concederei que se assente comigo no meu throno; assim como eu venci, e me assentei com meu Pae no seu throno.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tem ouvidos, ouça o que o Espirito diz ás egrejas.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