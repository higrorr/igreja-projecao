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foi-me dada uma cana similhante a uma vara: e chegou o anjo, e disse: Levanta-te, e mede o templo de Deus, e o altar, e os que n'elle adoram.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deixa de fóra o atrio que está fóra do templo, e não o meças; porque foi dado ás nações, e pisarão a sancta cidade por quarenta e dois mezes.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darei poder ás minhas duas testemunhas, e prophetizarão por mil duzentos e sessenta dias, vestidas de sacco.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duas oliveiras e os dois castiçaes que estão diante do Deus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os quizer empecer, fogo sairá da sua bocca, e devorará os seus inimigos: e, se alguem quizer empecel-os, importa que assim seja morto.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teem poder para fechar o céu, para que não chova, nos dias da sua prophecia; e teem poder sobre as aguas para convertel-as em sangue, e para ferir a terra com toda a sorte de praga, todas quantas vezes quizerem.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acabarem o seu testemunho, a besta que sobe do abysmo lhes fará guerra, e os vencerá, e os matará.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jazerão os seus corpos mortos na praça da grande cidade que espiritualmente se chama Sodoma e Egypto, onde nosso Senhor tambem foi crucificado.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homens de varios povos, e tribus, e linguas, e nações verão seus corpos mortos por tres dias e meio, e não permittirão que os seus corpos mortos sejam postos em sepulchros.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habitam na terra se regozijarão sobre elles, e se alegrarão, e mandarão presentes uns aos outros; porquanto estes dois prophetas tinham atormentado os que habitam sobre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d'aquelles tres dias e meio o espirito da vida, vindo de Deus, entrou n'elles; e pozeram-se sobre seus pés, e caiu grande temor sobre os que os viram.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 uma grande voz do céu, que lhes dizia: Subi cá. E subiram ao céu em uma nuvem: e os seus inimigos os viram.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n'aquella mesma hora houve um grande terremoto, e caiu a decima parte da cidade, e no terremoto foram mortos sete mil homens; e os demais ficaram muito atemorisados, e deram gloria ao Deus do céu.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passado o segundo ai; eis que o terceiro ai vem presto.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tocou o setimo anjo a sua trombeta, e houve no céu grandes vozes, que diziam: Os reinos do mundo tornaram-se no reino de nosso Senhor e do seu Christo, e elle reinará para todo o sempre.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vinte e quatro anciãos, que estão assentados em seus thronos diante de Deus, prostraram-se sobre seus rostos, e adoraram a Deus,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Graças te damos, Senhor Deus Todo-poderoso, que és, e que eras, e que has de vir, que tomaste o teu grande poder, e reinaste.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iraram-se as nações, e veiu a tua ira, e o tempo dos mortos, para que sejam julgados, e para dares o galardão aos prophetas, teus servos, e aos sanctos, e aos que temem o teu nome, a pequenos e a grandes, e para destruir os que destroem 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abriu-se no céu o templo de Deus, e a arca do seu concerto foi vista no seu templo; e houve relampagos, e vozes, e trovões, e terremotos e grande saraiva.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