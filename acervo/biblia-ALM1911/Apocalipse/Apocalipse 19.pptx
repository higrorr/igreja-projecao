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d'estas coisas, ouvi como que uma grande voz de uma grande multidão no céu, que dizia: Alleluia: Salvação, e gloria, e honra, e poder pertencem ao Senhor nosso Deus: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verdadeiros e justos são os seus juizos, pois julgou a grande prostituta, que havia corrompido a terra com a sua fornicação, e da sua mão vingou o sangue dos seus servos.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disseram: Alleluia. E o seu fumo sobe para todo o sempre.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vinte e quatro anciãos, e os quatro animaes, prostraram-se e adoraram a Deus, assentado no throno, dizendo: Amen, Alleluia.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uma voz do throno, que dizia: Louvae o nosso Deus, vós, todos os seus servos, e vós que o temeis, assim pequenos como grandes.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como que a voz de uma grande multidão, e como que a voz de muitas aguas, e como que a voz de grandes trovões, que dizia: Alleluia: pois já o Senhor Deus Todo-poderosoreina.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Regozijemo-nos, e alegremo-nos, e demos-lhe gloria; porque vindas são as bodas do Cordeiro, e já a sua esposa se apromptou.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foi-lhe dado que se vestisse de linho fino, puro e resplandecente; porque o linho fino são as justiças dos sanctos.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Escreve: Bemaventurados aquelles que são chamados á ceia das bodas do Cordeiro. E disse-me: Estas são as verdadeiras palavras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lancei-me a seus pés para o adorar; porém elle disse-me: Olha não faças tal: sou teu conservo, e de teus irmãos, que teem o testemunho de Jesus: adora a Deus; porque o testemunho de Jesus é o espirito de prophecia.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o céu aberto, e eis um cavallo branco: e o que estava assentado sobre elle chama-se Fiel e Verdadeiro; e julga e peleja em justiça.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olhos eram como chamma de fogo; e sobre a sua cabeça havia muitos diademas; e tinha um nome escripto, que ninguem sabia senão elle mesmo.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vestido de uma veste salpicada de sangue; e o seu nome chama-se a Palavra de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seguiam-n'o os exercitos no céu em cavallos brancos, e vestidos de linho fino, branco e puro.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sua bocca sahia uma aguda espada, para ferir com ella as nações; e elle as regerá com vara de ferro; e elle mesmo pisa o lagar do vinho do furor e da ira do Deus Todo-poderoso.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vestido e na sua coxa tem escripto este nome: Rei dos reis, e Senhor dos senhores.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um anjo, que estava no sol, e clamou com grande voz, dizendo a todas as aves que voavam pelo meio do céu: Vinde, e ajuntae-vos á ceia do grande Deus;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comaes a carne dos reis, e a carne dos tribunos, e a carne dos fortes, e a carne dos cavallos e dos que sobre elles se assentam; e a carne de todos os livres e servos, e pequenos e grandes.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a besta, e os reis da terra, e os seus exercitos ajuntados, para fazerem guerra áquelle que estava assentado sobre o cavallo, e ao seu exercito.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besta foi presa, e com ella o falso propheta, que diante d'ella fizera os signaes, com que enganou os que receberam o signal da besta, e adoraram a sua imagem. Estes dois foram lançados vivos no ardente lago do fogo e do enxofre.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demais foram mortos com a espada que sahia da bocca do que estava assentado sobre o cavallo, e todas as aves se fartaram das suas carnes.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