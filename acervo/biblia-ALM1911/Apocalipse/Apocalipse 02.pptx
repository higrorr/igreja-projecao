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 ao anjo da egreja que está em Epheso: Isto diz aquelle que tem na sua dextra as sete estrellas, que anda no meio dos sete castiçaes de oiro.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as tuas obras, e o teu trabalho, e a tua paciencia, e que não pódes soffrer os maus; e provaste os que dizem ser apostolos e o não são; e tu os achaste mentirosos.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soffreste, e tens paciencia; e trabalhaste pelo meu nome, e não te cançaste.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tenho contra ti que deixaste a tua primeira caridade.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pois d'onde decaiste, e arrepende-te, e pratica as primeiras obras; e, senão, brevemente a ti virei, e tirarei do seu logar o teu castiçal, se te não arrependeres.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Tens, porém, isto: que aborreces as obras dos nicolaitas, as quaes eu tambem aborreço.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egrejas: Ao que vencer, dar-lhe-hei a comer da arvore da vida, que está no meio do paraiso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que está em Smyrna, escreve: Isto diz o primeiro e o derradeiro, que foi morto, e reviveu: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as tuas obras, e tribulação, e pobreza ( porém tu és rico), e a blasphemia dos que se dizem judeos, e o não são, mas são a synagoga de Satanás.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temas das coisas que has de padecer. Eis que o diabo lançará alguns de vós na prisão, para que sejaes tentados; e tereis tribulação de dez dias. Sê fiel até á morte, e dar-te-hei a corôa da vida.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egrejas: O que vencer não receberá damno da segunda morte.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que está em Pergamo escreve: Isto diz aquelle que tem a espada aguda de dois fios: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as tuas obras, e onde habitas, que é onde está o throno de Satanás; e retens o meu nome, e não negaste a minha fé, ainda nos dias de Antipas, minha fiel testemunha, o qual foi morto entre vós, onde Satanás habita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umas poucas de coisas tenho contra ti: que tens lá os que reteem a doutrina de Balaão, o qual ensinava Balac a lançar tropeços diante dos filhos de Israel, para que comessem dos sacrificios da idolatria e fornicassem.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tens tambem os que reteem a doutrina dos nicolaitas: o que eu aborreço.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Arrepende-te, e, senão, em breve virei a ti, e contra elles batalharei com a espada da minha bocca.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egrejas: Ao que vencer darei eu a comer do manná escondido, e dar-lhe-hei um seixo branco, e um novo nome escripto no seixo, o qual ninguem conhece senão aquelle que o recebe.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em Thyatira, escreve: Isto diz o Filho de Deus, que tem seus olhos como chamma de fogo, e os pés similhantes ao latão reluzente: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conheço as tuas obras, e caridade, e serviço, e fé, e a tua paciencia, e as tuas ultimas obras, e que as derradeiras são mais do que as primeiras.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umas poucas de coisas tenho contra ti: que deixas a Jezabel, mulher que se diz prophetiza, ensinar e enganar os meus servos, para que forniquem e comam dos sacrificios da idolatria.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dei-lhe tempo para que se arrependesse da sua fornicação; e não se arrependeu.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deito na cama, e aos que adulteram com ella, em grande tribulação, se não se arrependerem das suas obras.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matarei de morte a seus filhos, e todas as egrejas saberão que eu sou aquelle que penetra os rins e os corações. E darei a cada um de vós segundo as vossas obras.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vos digo a vós, e aos demais que estão em Thyatira, a todos quantos não teem esta doutrina, e não conheceram, como dizem, as profundezas de Satanás, que outra carga vos não porei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tendes retende-o até que eu venha.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que vencer, e guardar até ao fim as minhas obras, eu lhe darei poder sobre as nações,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vara de ferro as regerá: serão quebradas como vasos de oleiro, como tambem recebi de meu Pae.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dar-lhe-hei a estrella da manhã.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