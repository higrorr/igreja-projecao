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o Cordeiro aberto um dos sellos, olhei, e ouvi um dos quatro animaes, que dizia como com voz de trovão: Vem, e vê.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eis um cavallo branco: e o que estava assentado sobre elle tinha um arco; e foi-lhe dada uma corôa, e saiu victorioso, para que vencesse.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aberto o segundo sello, ouvi o segundo animal, dizendo: Vem, e vê.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outro cavallo, vermelho; e ao que estava assentado sobre elle foi dado que tirasse a paz da terra, e que se matassem uns aos outros; e foi-lhe dada uma grande espada.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aberto o terceiro sello, ouvi dizer ao terceiro animal: Vem, e vê. E olhei, e eis um cavallo preto: e o que sobre elle estava assentado tinha uma balança na sua mão.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uma voz no meio dos quatro animaes, que dizia: Uma medida de trigo por um dinheiro, e tres medidas de cevada por um dinheiro; e não damnifiques o azeite e o vinho.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aberto o quarto sello, ouvi a voz do quarto animal, que dizia: Vem e vê.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eis um cavallo amarello, e o que estava assentado sobre elle tinha por nome Morte; e o inferno o seguiu; e foi-lhes dado poder para matar a quarta parte da terra, com espada, e com fome, e com mortandade, e com as feras da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aberto o quinto sello, vi debaixo do altar as almas dos que foram mortos por amor da palavra de Deus e por amor do testemunho que deram.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clamavam com grande voz, dizendo: Até quando, ó Dominador, e sancto verdadeiro, não julgas e vingas o nosso sangue dos que habitam sobre a terra?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deram-se-lhes a cada um vestidos brancos compridos, e foi-lhes dito que repousassem ainda um pouco de tempo, até que tambem se completasse o numero de seus conservos e seus irmãos, que haviam de ser mortos como 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aberto o sexto sello, olhei, e eis que houve um grande tremor de terra; e o sol tornou-se negro como sacco de cilicio, e a lua tornou-se como sangue.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estrellas do céu cairam sobre a terra, como quando a figueira lança de si os seus figos verdes, abalada por um vento forte.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céu retirou-se como um livro que se enrola; e todos os montes e ilhas se moveram dos seus logares.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reis da terra, e os grandes, e os ricos, e os tribunos, e os poderosos, e todo o servo, e todo o livre, se esconderam nas cavernas e nas rochas das montanhas;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diziam aos montes e aos rochedos: Cahi sobre nós, e escondei-nos do rosto d'aquelle que está assentado sobre o throno, e da ira do Cordeiro;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vindo o grande dia da sua ira; e quem poderá subsistir?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