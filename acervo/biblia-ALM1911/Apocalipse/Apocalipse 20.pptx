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descer do céu um anjo, que tinha a chave do abysmo, e uma grande cadeia na sua mão.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prendeu o dragão, a antiga serpente, que é o Diabo e Satanaz, e amarrou-o por mil annos.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lançou-o no abysmo, e ali o encerrou, e poz sello sobre elle, para que mais não engane as nações, até que os mil annos se acabem. E depois importa que seja solto por um pouco de tempo.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thronos; e assentaram-se sobre elles, e foi-lhes dado o poder de julgar; e vi as almas d'aquelles que foram degolados pelo testemunho de Jesus, e pela palavra de Deus, e que não adoraram a besta, nem a sua imagem, e não receberam o signal em suas testas nem em suas mãos; e viveram, e reinaram com Christo, durante mil annos.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outros mortos não reviveram, até que os mil annos se acabaram. Esta é a primeira resurreição.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e sancto aquelle que tem parte na primeira resurreição: sobre estes não tem poder a segunda morte; porém serão sacerdotes de Deus e de Christo, e reinarão com elle mil annos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acabando-se os mil annos, Satanaz será solto da sua prisão,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sairá a enganar as nações que estão sobre os quatro cantos da terra, Gog e Magog, para os ajuntar em batalha, cujo numero é como a areia do mar.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subiram sobre a largura da terra, e cercaram o arraial dos sanctos e a cidade amada; e de Deus desceu fogo do céu, e os devorou.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diabo, que os enganava, foi lançado no lago do fogo e enxofre, onde estão a besta e o falso propheta; e de dia e de noite serão atormentados para todo o sempre.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um grande throno branco, e o que estava assentado sobre elle, de cujo rosto fugiu a terra e o céu; e não se achou logar para elles.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os mortos, grandes e pequenos, que estavam diante de Deus; e abriram-se os livros; e abriu-se outro livro, que é o da vida; e os mortos foram julgados pelas coisas que estavam escriptas nos livros, segundo as suas obras.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mar deu os mortos que n'elle havia; e a morte e o inferno deram os mortos que n'elles havia; e foram julgados cada um segundo as suas obras.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morte e o , inferno foram lançados no lago de fogo: esta é a segunda morte.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não foi achado inscripto no livro da vida foi lançado no lago do fogo.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