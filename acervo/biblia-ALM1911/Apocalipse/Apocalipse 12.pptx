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viu-se um grande signal no céu: uma mulher vestida de sol, e a lua debaixo dos seus pés, e uma corôa de doze estrellas sobre a sua cabeça.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gravida, e com dôres de parto, e gritava com ancias de dar á luz.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viu-se outro signal no céu; e eis que era um grande dragão vermelho, que tinha sete cabeças e dez cornos, e sobre as suas cabeças sete diademas.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cauda levava após si a terça parte das estrellas do céu, e lançou-as sobre a terra; e o dragão parou diante da mulher que havia de dar á luz, para que, dando ella á luz, lhe tragasse o filho.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á luz um filho, um varão que havia de reger todas as nações com vara de ferro; e o seu filho foi arrebatado para Deus e para o seu throno.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mulher fugiu para o deserto, onde já tinha logar preparado por Deus, para que lá a mantivessem mil duzentos e sessenta dias.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batalha no céu: Miguel e os seus anjos batalhavam contra o dragão, e batalhava o dragão e os seus anjos;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prevaleceram, nem mais o seu logar se achou nos céus.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lançado o grande dragão, a antiga serpente, chamada o Diabo, e Satanás, que engana todo o mundo; elle foi lançado na terra, e os seus anjos foram lançados com elle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uma grande voz no céu, que dizia: Agora chegada está a salvação, e a força, e o reino do nosso Deus, e o poder do seu Christo; porque já o accusador de nossos irmãos é derribado, o qual diante do nosso Deus os accusava de dia e de noite.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o venceram pelo sangue do Cordeiro e pela palavra do seu testemunho; e não amaram as suas vidas até á morte.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alegrae-vos, ó céus, e os que n'elles habitaes. Ai dos que habitam na terra e no mar; porque o diabo desceu a vós, e tem grande ira, sabendo que já tem pouco tempo.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 dragão viu que fôra lançado na terra, perseguiu a mulher que dera á luz o varão.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dadas á mulher duas azas de grande aguia, para que voasse ao deserto, ao seu logar, onde é sustentada por tempo, e tempos, e metade de tempo, fóra da vista da serpente.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serpente lançou da sua bocca, atraz da mulher, agua como um rio, para que pelo rio a fizesse arrebatar.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ajudou a mulher; e a terra abriu a sua bocca, e tragou o rio que o dragão lançara da sua bocca.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dragão irou-se contra a mulher, e foi fazer guerra contra os demais da sua semente, que guardam os mandamentos de Deus, e teem o testemunho de Jesus Christo.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