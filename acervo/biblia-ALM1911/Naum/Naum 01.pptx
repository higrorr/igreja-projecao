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Carga de Ninive. Livro da visão de Nahum, o elcoshita.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Deus zeloso e que toma vingança, o Senhor toma vingança e tem furor: o Senhor toma vingança contra os seus adversarios, e guarda a ira contra os seus inimigos.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tardio em irar-se, porém grande em força, e ao culpado não tem por innocente: o Senhor, cujo caminho é na tormenta, e na tempestade, e as nuvens são o pó dos seus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reprehende ao mar, e o faz seccar, e esgota todos os rios: desfallecem Basan e Carmelo, e a flor do Libano se murchou.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tremem perante elle, e os outeiros se derretem; e a terra se levanta na sua presença; e o mundo, e todos os que n'elle habitam.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parará diante do seu furor? e quem persistirá diante do ardor da sua ira? a sua colera se derramou como um fogo, e as rochas foram por elle derribadas.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bom, elle serve de fortaleza no dia da angustia, e conhece aos que confiam n'elle.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uma inundação trasbordante acabará d'uma vez com o seu logar; e as trevas perseguirão os seus inimigos.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pensaes vós contra o Senhor? elle mesmo vos consumirá de todo: não se levantará por duas vezes a angustia.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se entrelaçam como os espinhos, e se embebedam como bebados; serão inteiramente consumidos como palha secca.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saiu um que pensou mal contra o Senhor, um conselheiro de Belial.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mais seguros que estejam, e por mais numerosos que sejam, ainda assim serão tosquiados, e elle passará: eu te affligi, porém não te affligirei mais.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quebrarei o seu jugo de sobre ti, e romperei os teus laços.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contra ti o Senhor deu ordem, que mais ninguem do teu nome seja semeado: da casa do teu deus exterminarei as imagens de esculptura e de fundição: ali te farei o teu sepulchro, porque és vil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sobre os montes os pés do que traz as boas novas, do que annuncia a paz! celebra as tuas festas, ó Judah, cumpre os teus votos, porque o impio não tornará mais a passar por ti: elle é inteiramente exterminado.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