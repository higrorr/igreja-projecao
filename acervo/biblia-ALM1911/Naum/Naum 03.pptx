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da cidade ensanguentada, que está toda cheia de mentiras e de rapina! não se aparta d'ella o roubo.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Estrepito de açoite ha, e o estrondo do ruido das rodas; e os cavallos atropellam, e carros vão saltando.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cavalleiro levanta assim a espada flammejante, como a lança relampagueante, e ali haverá uma multidão de mortos, e abundancia de cadaveres, e não terão fim os defuntos; tropeçarão nos seus corpos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multidão das fornicações da meretriz mui graciosa, da mestra das feitiçarias, que vendeu os povos com as suas fornicações, e as gerações com as suas feitiçarias.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estou contra ti, diz o Senhor dos Exercitos, e descobrirei as tuas fraldas sobre a tua face, e ás nações mostrarei a tua nudez, e aos reinos a tua vergonha.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lançarei sobre ti coisas abominaveis, e te envergonharei, e pôr-te-hei como espectaculo.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todos os que te virem, fugirão de ti, e dirão: Ninive está destruida, quem terá compaixão d'ella? d'onde te buscarei consoladores?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tu melhor do que Nóammon, que está assentada nos rios, cercada de aguas, que tinha por esplanada o mar, cuja muralha é do mar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Ethiopia e Egypto eram a sua força, e não havia fim: Put e Lybia te foram de soccorro.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foi levada captiva para o desterro: tambem os seus filhos são despedaçados no topo de todas as ruas, e sobre os seus honrados lançaram sortes, e todos os seus grandes foram presos com grilhões.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tambem serás embriagada, e te esconderás; tambem buscarás força por causa do inimigo.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tuas fortalezas serão como figueiras com figos temporãos; se se sacodem, caem na bocca do que os ha de comer.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teu povo no meio de ti será como de mulheres: as portas da tua terra estarão de todo abertas aos teus inimigos: o fogo consumirá os teus ferrolhos.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aguas para o cerco, fortifica as tuas fortalezas, entra no lodo, e pisa o barro, repara o forno dos ladrilhos.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fogo ali te consumirá, a espada te exterminará, te consumirá, como a locusta; multiplica-te como a locusta, multiplica-te como os gafanhotos.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Multiplicaste os teus negociantes mais do que as estrellas do céu, a locusta se espalhará e voará.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coroados são como os gafanhotos, e os teus chefes como os gafanhotos grandes, que se acampam nas sebes nos dias de frio; em subindo o sol voam, de sorte que não se conhece mais o logar onde estiveram.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pastores dormitarão, ó rei da Assyria, os teus illustres deitar-se-hão, o teu povo se derramará pelos montes; sem que haja quem o ajunte.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Naum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cura para a tua quebradura, a tua ferida é dolorosa: todos os que ouvirem a tua fama baterão as palmas sobre ti; porque, sobre quem não passou continuamente a tua malicia?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