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destruidor subiu diante de ti, guarda tu a fortaleza, observa o caminho, esforça as lombos, fortalece muito a força.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tornará a excellencia de Jacob como a excellencia de Israel; porque os que despejam os vazaram, e corromperam os seus sarmentos.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escudos dos seus valentes serão tintos de vermelho, os homens valorosos andam vestidos de escarlate, os carros correrão como fogo de tochas no dia do seu apercebimento, e os pinheiros se abalarão.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carros se enfurecerão nas praças, discorrerão pelas ruas: o seu parecer é como o de tochas, correrão como relampagos.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 lembrará dos seus valentes, elles porém tropeçarão na sua marcha: apresentar-se-hão ao seu muro, quando o amparo fôr apparelhado.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portas do rio se abrirão, e o palacio se derreterá.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determinado está; será levada captiva, será feita subir, e as suas servas a acompanharão, gemendo como pombas, batendo em seus peitos.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Ninive desde que existiu tem sido como um tanque de aguas, porém ellas agora fogem. Parae, parae, clamar-se-ha; mas ninguem olhará para traz.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Saqueae a prata, saqueae o oiro, porque não tem termo o provimento, abastança ha de todo o genero de moveis appeteciveis.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Vazia, e vazada e esgotada ficará, e derreteu-se o seu coração, e tremem os joelhos, e em todos os lombos ha dôr, e os rostos de todos elles ennegrecem.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está agora o covil dos leões, e as pastagens dos leõesinhos? onde passeava o leão velho, e o cachorro do leão, sem haver ninguem que os espantasse?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leão arrebatava o que bastava para os seus cachorros, e afogava a preza para as suas leôas, e enchia de prezas as suas cavernas, e os seus covis de rapina.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estou contra ti, diz o Senhor dos exercitos, e queimarei no fumo os seus carros, e a espada devorará os teus leõesinhos, e arrancarei da terra a tua preza, e não se ouvirá mais a voz dos teus embaixadores.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