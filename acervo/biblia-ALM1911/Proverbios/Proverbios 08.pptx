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clama porventura a sabedoria, e a intelligencia não dá a sua voz?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cume das alturas, junto ao caminho, nas encruzilhadas das veredas se põe.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banda das portas da cidade, á entrada da cidade, e á entrada das portas está gritando.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vós, ó homens, clamo; e a minha voz se dirige aos filhos dos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Entendei, ó simplices, a prudencia: e vós, loucos, entendei do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porque fallarei coisas excellentes: os meus labios se abrirão para a equidade.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bocca proferirá a verdade, e os meus labios abominam a impiedade.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justiça estão todas as palavras da minha bocca: não ha n'ellas nenhuma coisa tortuosa nem perversa.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ellas são rectas para o que bem as entende, e justas para os que acham o conhecimento.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Acceitae a minha correcção, e não a prata: e o conhecimento, mais do que o oiro fino escolhido.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melhor é a sabedoria do que os rubins; e tudo o que mais se deseja não se pode comparar com ella.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a sabedoria, habito com a prudencia, e acho a sciencia dos conselhos.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aborrecer o mal: a soberba, e a arrogancia, e o mau caminho, e a bocca perversa, aborreço.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é o conselho e verdadeira sabedoria: eu sou o entendimento, minha é a fortaleza.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reinam os reis e os principes ordenam justiça.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dominam os dominadores, e principes, todos os juizes da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amo aos que me amam, e os que de madrugada me buscam me acharão.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Riquezas e honra estão comigo; como tambem opulencia duravel e justiça.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meu fructo do que o fino oiro e do que o oiro refinado, e as minhas novidades do que a prata escolhida.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Faço andar pelo caminho da justiça, no meio das veredas do juizo.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faça herdar bens permanentes aos que me amam, e eu encha os seus thesouros.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me possuiu no principio de seus caminhos, desde então, e antes de suas obras.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eternidade fui ungida, desde o principio, antes do começo da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ainda não havia abysmos, fui gerada, quando ainda não havia fontes carregadas d'aguas.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os montes se houvessem assentado, antes dos outeiros, eu era gerada.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não tinha feito a terra, nem os campos, nem o principio dos mais miudos do mundo.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preparava os céus, ahi estava eu, quando compassava ao redor a face do abysmo,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affirmava as nuvens de cima, quando fortificava as fontes do abysmo,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punha ao mar o seu termo, para que as aguas não trespassassem o seu mando, quando compunha os fundamentos da terra.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estava com elle por alumno: e eu era cada dia as suas delicias, folgando perante elle em todo o tempo;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Folgando no seu mundo habitavel, e achando as minhas delicias com os filhos dos homens.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filhos, ouvime, porque bemaventurados serão os que guardarem os meus caminhos.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correcção, e sêde sabios, e não a rejeiteis.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me dá ouvidos, velando ás minhas portas cada dia, esperando ás hombreiras das minhas entradas.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me achar achará a vida, e alcançará favor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peccar contra mim violentará a sua propria alma: todos os que me aborrecem amam a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