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filho sabio ouve a correcção do pae; mas o escarnecedor não ouve a reprehensão.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fructo da bocca cada um comerá o bem, mas a alma dos prevaricadores comerá a violencia.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guarda a sua bocca conserva a sua alma, mas o que dilata os seus labios tem perturbação.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alma do preguiçoso deseja, e coisa nenhuma alcança, mas a alma dos diligentes se engorda.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justo aborrece a palavra de mentira, mas o impio se faz vergonha, e se confunde.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justiça guarda ao sincero de caminho, mas a impiedade transtornará o peccador.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alguns que se fazem ricos, e não teem coisa nenhuma, e outros que se fazem pobres e teem muita fazenda.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resgate da vida de cada um são as suas riquezas, mas o pobre não ouve as ameaças.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luz dos justos alegra, mas a candeia dos impios se apagará.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soberba só provém a contenda, mas com os que se aconselham se acha a sabedoria.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fazenda que procede da vaidade se diminuirá, mas quem a ajunta com a mão a augmentará.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esperança deferida enfraquece o coração, mas o desejo chegado é arvore de vida.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despreza a palavra perecerá, mas o que teme o mandamento será galardoado.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doutrina do sabio é uma fonte de vida para se desviar dos laços da morte.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entendimento dá graça, mas o caminho dos prevaricadores é aspero.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prudente obra com conhecimento, mas o tolo espraia a sua loucura.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impio mensageiro cae no mal, mas o embaixador fiel é saude.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Pobreza e affronta virão ao que rejeita a correcção, mas o que guarda a reprehensão será venerado.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desejo que se cumpre deleita a alma, mas apartar-se do mal é abominavel para os loucos.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anda com os sabios, ficará sabio, mas o companheiro dos tolos soffrerá severamente.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mal perseguirá aos peccadores, mas os justos serão galardoados com bem.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de bem deixa uma herança aos filhos de seus filhos, mas a fazenda do peccador se deposita para o justo.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lavoura dos pobres dá abundancia de mantimento, mas alguns ha que se consomem por falta de juizo.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retem a sua vara aborrece a seu filho, mas o que o ama madruga a castigal-o.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justo come até fartar-se a sua alma, mas o ventre dos impios terá necessidade.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