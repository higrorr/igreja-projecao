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te assentares a comer com um governador, attenta bem para o que se te poz diante,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põe uma faca á tua garganta, se és homem de grande appetite.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cubices os seus manjares gostosos, porque são pão de mentiras.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cances para enriqueceres; dá de mão á tua prudencia.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fitarás os teus olhos n'aquillo que não é nada? porque certamente se fará azas e voará ao céu como a aguia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comas o pão d'aquelle que tem o olho maligno, nem cubices os seus manjares gostosos.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como imaginou na sua alma, te dirá: Come e bebe; porém o seu coração não estará comtigo.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Vomitarias o bocado que comeste, e perderias as tuas suaves palavras.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falles aos ouvidos do tolo, porque desprezará a sabedoria das tuas palavras.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removas os limites antigos, nem entres nas herdades dos orphãos,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seu redemptor é o Forte, que pleiteará a sua causa contra ti.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Applica á disciplina o teu coração, e os teus ouvidos ás palavras do conhecimento.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retires a disciplina da creança, quando a fustigares com a vara; nem por isso morrerá.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a fustigarás com a vara, e livrarás a sua alma do inferno.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meu, se o teu coração fôr sabio, alegrar-se-ha o meu coração, sim, o meu proprio,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exultarão os meus rins, quando os teus labios fallarem coisas rectas.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inveje aos peccadores o teu coração; antes sê no temor do Senhor todo o dia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devéras ha um bom fim: não será cortada a tua expectação.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tu, filho meu, e sê sabio, e dirige no caminho o teu coração.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estejas entre os beberrões de vinho, nem entre os comilões de carne.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beberrão e o comilão empobrecerão; e a somnolencia faz trazer os vestidos rotos.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a teu pae, que te gerou, e não desprezes a tua mãe, quando vier a envelhecer.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Compra a verdade, e não a vendas: a sabedoria, e a disciplina, e a prudencia.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Grandemente se regozijará o pae do justo, e o que gerar a um sabio se alegrará n'elle.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Alegrem-se teu pae e tua mãe, e regozije-se a que te gerou.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Dá-me, filho meu, o teu coração, e os teus olhos observem os meus caminhos.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cova profunda é a prostituta, e poço estreito a estranha.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ella, como um salteador, se põe a espreitar, e multiplica entre os homens os iniquos.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quem são os ais? para quem os pezares? para quem as pelejas? para quem as queixas? para quem as feridas sem causa? e para quem os olhos vermelhos?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os que se demoram perto do vinho, para os que andam buscando bebida misturada.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olhes para o vinho quando se mostra vermelho, quando resplandece no copo e se escoa suavemente.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seu fim morderá como a cobra, e como o basilisco picará.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olhos olharão para as mulheres estranhas, e o teu coração fallará perversidades.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serás como o que dorme no meio do mar, e como o que dorme no topo do mastro.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23:35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dirás: Espancaram-me, e não me doeu; maçaram-me, e não o senti; quando virei a despertar? ainda tornarei a buscal-a outra vez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