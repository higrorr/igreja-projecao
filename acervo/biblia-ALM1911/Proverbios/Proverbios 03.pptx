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meu, não te esqueças da minha lei, e o teu coração guarde os meus mandamentos.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elles te accrescentarão longura de dias, e annos de vida e paz.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desamparem a benignidade e a fidelidade: ata-as ao teu pescoço; escreve-as na taboa do teu coração.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acharás graça e bom entendimento aos olhos de Deus e dos homens.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 no Senhor com todo o teu coração, e não te estribes no teu proprio entendimento.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Reconhece-o em todos os teus caminhos, e elle endireitará as tuas veredas.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sejas sabio a teus proprios olhos: teme ao Senhor e aparta-te do 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será saude para o teu umbigo, e regadura para os teus ossos.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ao Senhor com a tua fazenda, e com as primicias de toda a tua renda.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encherão os teus celleiros de fartura, e trasbordarão de mosto os teus lagares.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meu, não rejeites a correcção do Senhor, nem te enojes da sua reprehensão.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reprehende aquelle a quem ama, assim como o pae ao filho a quem quer bem.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o homem que acha sabedoria, e o homem que produz intelligencia.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melhor é a sua mercadoria do que a mercadoria de prata, e a sua renda do que o oiro mais fino.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preciosa é do que os rubins, e tudo o que mais podes desejar não se póde comparar a ella.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Longura de dias ha na sua mão direita: na sua esquerda riquezas e honra.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caminhos d'ella são caminhos de delicias, e todas as suas veredas paz.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arvore da vida para os que d'ella pegam, e bemaventurados são todos os que a reteem.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com sabedoria fundou a terra: preparou os céus com entendimento.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seu conhecimento se fenderam os abysmos, e as nuvens distillam o orvalho.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meu, não se apartem estes dos teus olhos: guarda a verdadeira sabedoria e o bom siso;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serão vida para a tua alma, e graça para o teu pescoço.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andarás com confiança pelo teu caminho, e não tropeçará o teu pé.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 deitares, não temerás: mas te deitarás e o teu somno será suave.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temas o pavor repentino, nem a assolação dos impios quando vier.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será a tua esperança, e guardará os teus pés de os prenderem.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detenhas dos seus donos o bem, tendo na tua mão poder fazel-o.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digas ao teu proximo: Vae, e torna, e ámanhã t'o darei: tendo-o tu comtigo.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maquines mal contra o teu proximo, pois habita comtigo confiadamente.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contendas contra alguem sem razão, se te não tem feito mal.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tenhas inveja do homem violento, nem elejas algum de seus caminhos.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perverso é abominação ao Senhor, mas com os sinceros está o seu segredo.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maldição do Senhor habita na casa do impio, mas á habitação dos justos abençoará.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elle escarnecerá dos escarnecedores, mas dará graça aos mansos.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sabios herdarão honra, porém os loucos tomam sobre si confusão.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