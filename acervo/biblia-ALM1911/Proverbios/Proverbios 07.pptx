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meu, guarda as minhas palavras, e esconde dentro de ti os meus mandamentos.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os meus mandamentos, e vive; e a minha lei, como as meninas dos teus olhos.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Ata-os aos teus dedos, escreve-os na taboa do teu coração.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 á sabedoria, Tu és minha irmã; e á prudencia chama parenta.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te guardarem da mulher alheia, da estrangeira, que lisongeia com as suas palavras.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da janella da minha casa, por minhas grades olhando eu,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entre os simplices, descobri entre os moços, um mancebo falto de juizo,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passava pela rua junto á sua esquina, e seguia o caminho da sua casa;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crepusculo, á tarde do dia, na tenebrosa noite e na escuridão;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uma mulher lhe saiu ao encontro, com enfeites de prostituta, e astuta de coração: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era alvoroçadora, e contenciosa; não paravam em sua casa os seus pés;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por fóra, depois pelas ruas, e espreitando por todos os cantos: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pegou d'elle, e o beijou; esforçou o seu rosto, e disse-lhe: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Sacrificios pacificos tenho comigo; hoje paguei os meus votos.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isto sahi ao encontro a buscar diligentemente a tua face, e te achei.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cobri a minha cama com cobertas de tapeçaria, com obras lavradas com linho fino do Egypto.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perfumei o meu leito com myrrha, aloes, e canella.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saciemo-nos de amores até pela manhã: alegremo-nos com amores.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o marido não está em sua casa: foi fazer uma jornada ao longe: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saquitel de dinheiro levou na sua mão: ao dia apontado virá a sua casa.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Seduziu-o com a multidão das suas palavras, com as lisonjas dos seus labios o persuadiu.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Segue-a logo, como boi que vae ao matadouro, e como o louco ao castigo das prisões;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a frecha lhe atravesse o figado, como a ave que se apressa para o laço, e não sabe que está armado contra a sua vida.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filhos, dae-me ouvidos, e estae attentos ás palavras da minha bocca.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desvie para os seus caminhos o teu coração, e não andes perdido nas suas veredas.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muitos feridos derribou; e são muitissimos os que por ella foram mortos.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Caminhos da sepultura são a sua casa, que descem ás camaras da morte.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