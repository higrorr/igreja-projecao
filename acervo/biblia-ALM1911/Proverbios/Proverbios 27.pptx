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presumas do dia d'ámanhã, porque não sabes o que parirá o dia.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Louve-te o estranho, e não a tua bocca, o estrangeiro e não os teus labios.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Pesada é a pedra, e a areia é carregada; porém a ira do insensato é mais pesada do que ellas ambas.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Cruel é o furor e a impetuosa ira, mas quem parará perante a inveja?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a reprehensão aberta do que o amor encoberto.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Fieis são as feridas feitas pelo que ama, mas os beijos do que aborrece são enganosos.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alma farta piza o favo de mel, mas á alma faminta todo o amargo é doce.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é a ave que vagueia do seu ninho, tal é o homem que anda vagueando do seu logar.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oleo e o perfume alegram o coração: assim a doença do amigo d'alguem com o conselho cordial.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deixes a teu amigo, nem ao amigo de teu pae, nem entres na casa de teu irmão no dia da tua adversidade: melhor é o visinho de perto do que o irmão ao longe.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sabio, filho meu, e alegra o meu coração; para que tenha alguma coisa que responder áquelle que me desprezar.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avisado vê o mal, e esconde-se; mas os simples passam e pagam a pena.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alguem fica por fiador do estranho, toma-lhe tu a sua roupa; e o penhora pela estranha.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bemdiz ao seu amigo em alta voz, madrugando pela manhã, por maldição se lhe contará.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gotejar continuo no dia de grande chuva, e a mulher contenciosa, uma e outra são similhantes.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a esconderem esconderão o vento: e o oleo da sua dextra clama.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ferro com o ferro se aguça, assim o homem aguça o rosto do seu amigo.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guarda a figueira comerá do seu fructo; e o que attenta para seu senhor, será honrado.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na agua o rosto corresponde ao rosto, assim o coração do homem ao homem.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inferno e a perdição nunca se fartam, assim os olhos do homem nunca se fartam.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crisol é para a prata, e o forno para o oiro, assim se prova o homem pelos louvores.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quando pizares o tolo com uma mão de gral entre grãos de cevada pilada, não se irá d'elle a sua estulticia.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Procura conhecer o estado das tuas ovelhas: põe o teu coração sobre o gado.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thesouro não dura para sempre: ou durará a corôa de geração em geração?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se mostrar a herva, e apparecerem os renovos, então ajunta as hervas dos montes.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cordeiros serão para te vestires, e os bodes para o preço do campo.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abastança do leite das cabras para o teu sustento, para sustento da tua casa, e para sustento das tuas creadas.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