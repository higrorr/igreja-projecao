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meu, se acceitares as minhas palavras, e esconderes comtigo os meus mandamentos,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fazeres attento á sabedoria o teu ouvido, e inclinares o teu coração ao entendimento,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clamares por entendimento, e por intelligencia alçares a tua voz,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como a prata a buscares e como a thesouros escondidos a esquadrinhares,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entenderás o temor do Senhor, e acharás o conhecimento de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é o que dá a sabedoria: da sua bocca é que sae o conhecimento e o entendimento.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reserva a verdadeira sabedoria para os rectos: escudo é para os que caminham na sinceridade.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guardem as veredas do juizo: e elle o caminho dos seus sanctos conservará.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entenderás justiça, e juizo, e equidades, e todas as boas veredas,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sabedoria entrar no teu coração, e o conhecimento fôr suave á tua alma.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bom siso te guardará e a intelligencia te conservará;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te fazer escapar do mau caminho, e do homem que falla coisas perversas.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que deixam as veredas da rectidão, para andarem pelos caminhos das trevas.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se alegram de mal fazer, e folgam com as perversidades dos maus.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Cujas veredas são tortuosas e que se desviam nas suas carreiras,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te fazer escapar da mulher estranha, e da estrangeira que lisongeia com suas palavras.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deixa o guia da sua mocidade e se esquece do concerto do seu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sua casa se inclina para a morte, e as suas veredas para os defuntos.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entrarem a ella não tornarão a sair, e não atinarão com as veredas da vida.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andares pelo caminho dos bons, e guardares as veredas dos justos.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rectos habitarão a terra, e os sinceros permanecerão n'ella.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impios serão arrancados da terra, e os aleivosos serão d'ella exterminados.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