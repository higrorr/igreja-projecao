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pobre que anda na sua sinceridade, do que o perverso de labios e tolo: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ficar a alma sem conhecimento não é bom, e o apressado nos pés pecca.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estulticia do homem perverterá o seu caminho, e o seu coração se irará contra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riquezas grangeiam muitos amigos, mas ao pobre o seu proprio amigo o deixa.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falsa testemunha não ficará innocente, e o que respira mentiras não escapará.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supplicam a face do principe, e cada um é amigo d'aquelle que dá dadivas.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irmãos do pobre o aborrecem; quanto mais se alongarão d'elles os seus amigos! corre d'após elles com palavras, que não servem de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adquire entendimento ama a sua alma: o que guarda intelligencia achará o bem.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falsa testemunha não ficará innocente; e o que respira mentiras perecerá.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tolo não está bem o deleite; quanto menos ao servo dominar os principes!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entendimento do homem retem a sua ira, e a sua gloria é passar sobre a transgressão.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bramido do filho do leão, é a indignação do rei; mas como o orvalho sobre a herva é a sua benevolencia.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miseria é para o pae o filho insensato, e um gotejar continuo as contenções da mulher.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casa e a fazenda são a herança dos paes; porém do Senhor vem a mulher prudente.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preguiça faz cair em profundo somno, e a alma enganadora padecerá fome.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guardar o mandamento guardará a sua alma; porém o que desprezar os seus caminhos morrerá.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empresta o que se compadece do pobre, e elle lhe pagará o seu beneficio.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Castiga a teu filho emquanto ha esperança, porém para o matar não alçarás a tua alma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de grande indignação supportará o damno; porque se tu o livrares, ainda terás de tornar a fazel-o.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o conselho, e recebe a correcção, para que sejas sabio nos teus ultimos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propositos ha no coração do homem, porém o conselho do Senhor permanecerá.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desejo do homem é a sua beneficencia; porém o pobre é melhor do que o mentiroso.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encaminha para a vida; aquelle que o tem ficará satisfeito, e não o visitará mal nenhum.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preguiçoso esconde a sua mão no seio; enfada-se de tornal-a á sua bocca.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Fere o escarnecedor, e o simples tomará aviso; reprehende ao entendido, e aprenderá conhecimento.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afflige a seu pae, ou afugenta a sua mãe, filho é que traz vergonha e deshonra.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Cessa, filho meu, ouvindo a instrucção, de te desviares das palavras do conhecimento.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testemunha de Belial escarnece do juizo, e a bocca dos impios engole a iniquidade.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Preparados estão os juizos para os escarnecedores e açoites para as costas dos tolos.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