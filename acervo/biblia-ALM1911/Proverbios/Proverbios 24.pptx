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tenhas inveja dos homens malignos, nem desejes estar com elles,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seu coração medita a rapina, e os seus labios fallam a malicia.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sabedoria se edifica a casa, e com a intelligencia se estabelece: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pelo conhecimento se encherão as camaras de todas as substancias preciosas e deleitaveis.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varão sabio é forte, e o varão de conhecimento consolida a força.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 conselhos prudentes tu farás a guerra; e ha victoria na multidão dos conselheiros.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demasiadamente alta para o tolo toda a sabedoria; na porta não abrirá a sua bocca.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A'quelle que cuida em fazer mal mestre de maus intentos o chamarão.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pensamento do tolo é peccado, e é abominavel aos homens o escarnecedor.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 mostrares frouxo no dia da angustia, a tua força será estreita.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 aos que estão tomados para a morte, e aos que levam para matança, se os poderes retirar.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disseres: Eis que o não sabemos: porventura aquelle que pondera os corações não o entenderá? e aquelle que attenta para a tua alma não o saberá? porque pagará ao homem conforme a sua obra.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 mel, meu filho, porque é bom, e o favo de mel é doce ao teu paladar.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será o conhecimento da sabedoria para a tua alma: se a achares, haverá para ti galardão, e não será cortada a tua expectação.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espies a habitação do justo, ó impio, nem assoles a sua camara.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sete vezes cairá o justo, e se levantará; mas os impios tropeçarão no mal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cair o teu inimigo, não te alegres, nem quando tropeçar se regozije o teu coração.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Senhor o não veja, e seja mau aos seus olhos, e desvie d'elle a sua ira.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indignes ácerca dos malfeitores, nem tenhas inveja dos impios,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maligno não terá galardão, e a lampada dos impios se apagará.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Teme ao Senhor, filho meu, e ao rei, e não te entremettas com os que buscam mudança.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 repente se levantará a sua perdição, e a ruina d'elles ambos quem a sabe?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estes são proverbios dos sabios: Ter respeito a pessoas no juizo não é bom.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disser ao impio: Justo és: os povos o amaldiçoarão, as nações o detestarão.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os que o reprehenderem haverá delicias, e sobre elles virá a benção do bem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Beijados serão os labios do que responde com palavras rectas.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 de fóra a tua obra, e apparelha-a no campo, e então edifica a tua casa.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sejas testemunha sem causa contra o teu proximo; porque enganarias com os teus beiços?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digas: Como elle me fez a mim, assim o farei eu a elle: pagarei a cada um segundo a sua obra.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Passei pelo campo do preguiçoso, e junto á vinha do homem falto de entendimento;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toda estava cheia de cardos, e a sua superficie coberta d'ortigas, e a sua parede de pedra estava derribada.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tendo eu visto, o tomei no coração, e, vendo-o, recebi instrucção.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pouco de somno, adormecendo um pouco; encruzando as mãos outro pouco, para estar deitado.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te sobrevirá a tua pobreza como um caminhante, e a tua necessidade como um homem armado.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