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Fogem os impios, sem que ninguem os persiga; mas qualquer justo está confiado como o filho do leão.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transgressão da terra são muitos os seus principes, mas por homens prudentes e entendidos a sua continuação será prolongada.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pobre que opprime aos pobres é como chuva impetuosa, com que ha falta de pão.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deixam a lei louvam o impio; porém os que guardam a lei pelejam contra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maus não entendem o juizo, mas os que buscam ao Senhor entendem tudo.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pobre que anda na sua sinceridade do que o perverso de caminhos, ainda que seja rico.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guarda a lei é filho entendido, mas o companheiro dos comilões envergonha a seu pae.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augmenta a sua fazenda com usura e onzena, o ajunta para o que se compadece do pobre.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desvia os seus ouvidos d'ouvir a lei até a sua oração será abominavel.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faz com que os rectos errem n'um mau caminho elle mesmo cairá na sua cova: mas os bons herdarão o bem.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rico é sabio aos seus proprios olhos, mas o pobre que é entendido o esquadrinha.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justos exultam, grande é a gloria; mas quando os impios sobem, os homens se andam escondendo.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encobre as suas transgressões nunca prosperará, mas o que as confessa e deixa alcançará misericordia.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que continuamente teme: mas o que endurece o seu coração virá a cair no 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leão bramante, e urso faminto, assim é o impio que domina sobre um povo pobre.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falto d'intelligencia tambem multiplica as oppressões, mas o que aborrece a avareza prolongará os seus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carregado do sangue de qualquer pessoa fugirá até á cova: ninguem o retenha.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anda sinceramente salvar-se-ha, mas o perverso em seus caminhos cairá logo.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lavrar a sua terra virá a fartar-se de pão, mas o que segue a ociosos se fartará de pobreza.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fiel abundará em bençãos, mas o que se apressa a enriquecer não será innocente.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 respeito á apparencia de pessoas não é bom, porque até por um bocado de pão prevaricará o homem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se apressa a enriquecer é homem de mau olho, porém não sabe que ha de vir sobre elle a pobreza.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reprehende ao homem depois achará mais favor do que aquelle que lisongeia com a lingua.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rouba a seu pae, ou a sua mãe, e diz: Não ha transgressão; companheiro é do homem dissipador.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altivo d'animo levanta contendas, mas o que confia no Senhor engordará.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confia no seu coração é insensato, mas o que anda em sabedoria elle escapará.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dá ao pobre não terá necessidade, mas o que esconde os seus olhos terá muitas maldições.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impios se elevam, os homens se andam escondendo, mas quando perecem, os justos se multiplicam.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