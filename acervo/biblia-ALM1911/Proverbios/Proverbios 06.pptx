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meu, se ficaste por fiador do teu companheiro, se déste a tua mão ao estranho,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Enredaste-te com as palavras da tua bocca: prendeste-te com as palavras da tua bocca.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 pois isto agora, filho meu, e livra-te, pois já caiste nas mãos do teu companheiro; vae, humilha-te, e aperta com o teu companheiro.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dês somno aos teus olhos, nem adormecimento ás tuas palpebras.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Livra-te como o corço da mão do passarinheiro.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Vae-te á formiga, ó preguiçoso: olha para os seus caminhos, e sê sabio.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qual, não tendo superior, nem official, nem dominador,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Prepara no verão o seu pão: na sega ajunta o seu mantimento.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preguiçoso, até quando ficarás deitado? quando te levantarás do teu somno?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pouco de somno, um pouco tosquenejando; um pouco encruzando as mãos, para estar deitado.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te sobrevirá a tua pobreza como o caminhante, e a tua necessidade como um homem armado.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homem de Belial, o homem vicioso, anda em perversidade de bocca.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Acena com os olhos, falla com os pés, ensina com os dedos.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Perversidade ha no seu coração, todo o tempo maquina mal: anda semeando contendas.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a sua destruição virá repentinamente: subitamente será quebrantado, sem que haja cura.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seis coisas aborrece o Senhor, e sete a sua alma abomina: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Olhos altivos, lingua mentirosa, e mãos que derramam sangue innocente: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coração que maquina pensamentos viciosos; pés que se apressam a correr para o mal;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testemunha falsa que respira mentiras: e o que semeia contendas entre irmãos.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meu, guarda o mandamento de teu pae, e não deixes a lei de tua mãe;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Ata-os perpetuamente ao teu coração, e pendura-os ao teu pescoço.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caminhares, te guiará; quando te deitares, te guardará; quando acordares, ella fallará comtigo.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mandamento é uma lampada, e a lei uma luz: e as reprehensões da correcção são o caminho da vida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te guardarem da má mulher, e das lisonjas da lingua estranha.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6:25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cubices no teu coração a sua formosura, nem te prendas com os seus olhos.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6:26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por causa d'uma mulher prostituta se chega a pedir um bocado de pão; e a mulher dada a homens anda á caça da preciosa alma.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6:27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tomará alguem fogo no seu seio, sem que os seus vestidos se queimem?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6:28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andará alguem sobre as brazas, sem que se queimem os seus pés?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6:29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será o que entrar á mulher do seu proximo: não ficará innocente todo aquelle que a tocar.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6:30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injuriam ao ladrão, quando furta, para saciar a sua alma, tendo fome;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6:31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achado, pagará sete vezes tanto: dará toda a fazenda de sua casa.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6:32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que adultéra com uma mulher é falto de entendimento; destroe a sua alma, o que tal faz.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6:33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Achará castigo e vilipendio, e o seu opprobrio nunca se apagará.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6:34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ciumes são furores do marido, e de maneira nenhuma perdoará no dia da vingança.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6:35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Nenhum resgate acceitará, nem consentirá, ainda que augmentes os presentes.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