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attende á minha sabedoria: á minha intelligencia inclina o teu ouvido;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conserves os meus avisos e os teus beiços guardem o conhecimento.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labios da estranha distillam favos de mel, e o seu palladar é mais macio do que o azeite.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seu fim é amargoso como o absinthio, agudo como a espada de dois fios.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pés descem á morte: os seus passos pegam no inferno.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ponderes a vereda da vida, são as suas carreiras variaveis, e não saberás d'ellas.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filhos, dae-me ouvidos, e não vos desvieis das palavras da minha bocca.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Alonga d'ella o teu caminho, e não chegues á porta da sua casa;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dês a outros a tua honra, nem os teus annos a crueis.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se fartem os estranhos do teu poder, e todos os teus afadigados trabalhos não entrem na casa do estrangeiro,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gemas no teu fim, consumindo-se a tua carne e o teu corpo.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digas: Como aborreci a correcção! e desprezou o meu coração a reprehensão!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escutei a voz dos meus ensinadores, nem a meus mestres inclinei o meu ouvido!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Quasi que em todo o mal me achei no meio da congregação e do ajuntamento.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 agua da tua cisterna, e das correntes do teu poço.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Derramem-se por de fóra as tuas fontes, e pelas ruas os ribeiros d'aguas.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para ti só, e não para os estranhos comtigo.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bemdito o teu manancial, e alegra-te da mulher da tua mocidade.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serva amorosa, e gazella graciosa, os seus peitos te saciarão em todo o tempo: e pelo seu amor sejas attrahido perpetuamente.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porque, filho meu, andarias attrahido pela estranha, e abraçarias o seio da estrangeira?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caminhos do homem estão perante os olhos do Senhor, e elle pesa todas as suas carreiras.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impio, as suas iniquidades o prenderão, e com as cordas do seu peccado será detido.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morrerá, porque sem correcção andou, e pelo excesso da sua loucura andará errado.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