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 coisas desejaveis aquelle que se separa e se entremette em toda a sabedoria.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toma prazer o tolo na intelligencia, senão em que se descubra o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o impio, vem tambem o desprezo, e com a vergonha a ignominia.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Aguas profundas são as palavras da bocca do homem, e ribeiro trasbordante é a fonte da sabedoria.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bom ter respeito á pessoa do impio para derribar o justo em juizo.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beiços do tolo entram na contenda, e a sua bocca por acoites brada.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bocca do tolo é a sua propria destruição, e os seus labios um laço para a sua alma.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assoprador são como doces bocados; e ellas descem ao intimo do ventre.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negligente na sua obra é irmão do desperdiçador.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Torre forte é o nome do Senhor; a elle correrá o justo, e estará em alto retiro.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fazenda do rico é a cidade da sua fortaleza, e como um muro alto na sua imaginação.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 ser quebrantado eleva-se o coração do homem; e diante da honra vae a humildade.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responde antes d'ouvir, estulticia lhe é, e vergonha.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do homem sosterá a sua enfermidade, mas ao espirito abatido quem levantará?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do entendido adquire o conhecimento, e o ouvido dos sabios busca o conhecimento.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presente do homem lhe alarga o caminho e o leva diante dos grandes.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primeiro começa o seu pleito justo é; porém vem o seu companheiro, e o examina.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sorte faz cessar os pleitos, e faz separação entre os poderosos.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irmão offendido é mais difficil de conquistar do que uma cidade forte; e as contendas são como os ferrolhos d'um palacio.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fructo da bocca de cada um se fartará o seu ventre: dos renovos dos seus labios se fartará.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morte e a vida estão no poder da lingua; e aquelle que a ama comerá do seu fructo.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acha mulher acha o bem e alcança a benevolencia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pobre falla com rogos, mas o rico responde com durezas.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tem amigos haja-se amigavelmente, e ha amigo mais chegado do que um irmão.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