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ribeiros d'aguas, assim é o coração do rei na mão do Senhor; a tudo quanto quer o inclina.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caminho do homem é recto aos seus olhos, mas o Senhor pondera os corações.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Fazer justiça e juizo é mais acceito ao Senhor do que lhe offerecer sacrificio.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Altivez dos olhos, e inchação de coração, e a lavoura dos impios é peccado.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pensamentos do diligente tendem só á abundancia, porém os de todo o apressado tão sómente á pobreza.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Trabalhar por ajuntar thesouro com lingua falsa é uma vaidade impellida d'aquelles que buscam a morte.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rapinas dos impios os virão a destruir, porquanto recusam fazer a justiça.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 homem é todo perverso e estranho, porém a obra do puro é recta.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morar n'um canto do terraço, do que com a mulher contenciosa, e isso em casa em que mais companhia haja.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do impio deseja o mal: o seu proximo lhe não agrada aos seus olhos.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Castigado o escarnecedor, o simples se torna sabio; e, ensinado o sabio, recebe o conhecimento.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Prudentemente considera o justo a casa do impio, quando Deus transtorna os impios para o 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tapa o seu ouvido ao clamor do pobre elle tambem clamará e não será ouvido.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presente que se dá em segredo abate a ira, e a dadiva no seio a grande indignação.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fazer justiça é alegria para o justo, mas espanto para os que obram a iniquidade.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homem, que anda errado do caminho do entendimento, na congregação dos mortos repousará.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Necessidade padecerá o que ama a galhofa: o que ama o vinho e o azeite nunca enriquecerá.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resgate do justo é o impio; o do recto o iniquo.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morar n'uma terra deserta do que com a mulher contenciosa e iracunda.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Thesouro desejavel e azeite ha na casa do sabio, mas o homem insensato o devora.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segue a justiça e a beneficencia achará a vida, a justiça e a honra.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cidade dos fortes sobe o sabio, e derruba a força da sua confiança.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guarda a sua bocca e a sua lingua, guarda das angustias a sua alma.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soberbo e presumido, zombador é seu nome: trata com indignação e soberba.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desejo do preguiçoso o mata, porque as suas mãos recusam trabalhar.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dia deseja coisas de cubiçar, mas o justo dá, e nada retem.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sacrificio dos impios é abominação: quanto mais offerecendo-o com intenção maligna?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testemunha mentirosa perecerá, porém o homem que ouve com constancia fallará.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impio endurece o seu rosto, mas o recto considera o seu caminho.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 sabedoria, nem intelligencia, nem conselho contra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cavallo prepara-se para o dia da batalha, porém do Senhor vem a victoria.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