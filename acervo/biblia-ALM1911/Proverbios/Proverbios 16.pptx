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homem são as preparações do coração, mas do Senhor a resposta da bocca.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caminhos do homem são limpos aos seus olhos, mas o Senhor pesa os espiritos.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 do Senhor as tuas obras, e teus pensamentos serão estabelecidos.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fez todas as coisas para si, para os seus proprios fins, e até ao impio para o dia do 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Abominação é ao Senhor todo o altivo de coração: ainda que elle junte mão á mão, não será innocente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misericordia e pela fidelidade se expia a iniquidade, e pelo temor do Senhor os homens se desviam do mal.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os caminhos do homem agradaveis ao Senhor, até a seus inimigos faz que tenham paz com 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o pouco com justiça, do que a abundancia de colheita com injustiça.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do homem considera o seu caminho, mas o Senhor lhe dirige os passos.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Adivinhação se acha nos labios do rei: em juizo não prevaricará a sua bocca.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peso e a balança justa são do Senhor: obra sua são todos os pesos da bolsa.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Abominação é para os reis obrarem impiedade, porque com justiça se estabelece o throno.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labios de justiça são o contentamento dos reis, e elles amarão ao que falla coisas rectas.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furor do rei é como uns mensageiros da morte, mas o homem sabio o apaziguará.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luz do rosto do rei está a vida, e a sua benevolencia é como a nuvem da chuva serodia.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melhor é adquirir a sabedoria do que o oiro! e quanto mais excellente adquirir a prudencia do que a prata!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carreira dos rectos é desviar-se do mal; o que guarda a sua alma conserva o seu caminho.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soberba precede a ruina, e a altivez do espirito precede a quéda.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ser humilde d'espirito com os mansos, do que repartir o despojo com os soberbos.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attenta prudentemente para a palavra achará o bem, e o que confia no Senhor será bemaventurado.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sabio de coração será chamado prudente, e a doçura dos labios augmentará o ensino.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entendimento, para aquelles que o possuem, é uma fonte de vida, mas a instrucção dos tolos é a sua estulticia.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do sabio instrue a sua bocca, e sobre os seus labios augmentará a doutrina.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Favo de mel são as palavras suaves, doces para a alma, e saude para os ossos.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caminho, que parece direito ao homem, mas o seu fim são os caminhos da morte.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trabalhador trabalha para si mesmo, porque a sua bocca o insta.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de Belial cava o mal, e nos seus labios se acha como um fogo ardente.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perverso levanta a contenda, e o murmurador separa os maiores amigos.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violento persuade ao seu companheiro, e o guia por caminho não bom.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Fecha os olhos para imaginar perversidades; mordendo os labios, effectua o mal.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Corôa de honra são as cãs, achando-se ellas no caminho de justiça.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o longanimo do que o valente, e o que governa o seu espirito do que o que toma uma cidade.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sorte se lança no regaço, mas do Senhor procede toda a sua disposição.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