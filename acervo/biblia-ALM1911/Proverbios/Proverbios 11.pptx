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Balança enganosa é abominação ao Senhor, mas o peso justo o seu prazer.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Vinda a soberba, virá tambem a affronta; mas com os humildes está a sabedoria.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sinceridade dos sinceros os encaminhará, mas a perversidade dos aleives os destruirá.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aproveitam as riquezas no dia da indignação, mas a justiça livra da morte.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do sincero endireitará o seu caminho, mas o impio pela sua impiedade cairá.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dos virtuosos os livrará, mas na sua perversidade serão apanhados os iniquos.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o homem impio perece a sua expectação, e a esperança dos injustos se perde.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é livre da angustia, e o impio vemem seu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hypocrita com a bocca destroe ao seu companheiro, mas os justos são livres pelo conhecimento.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bem dos justos exulta a cidade; e, perecendo os impios, ha jubilo.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benção dos sinceros se exalta a cidade, mas pela bocca dos impios se derriba.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carece de entendimento despreza a seu companheiro, mas o homem bem entendido cala-se.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praguejando descobre o segredo, mas o fiel de espirito encobre o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havendo sabios conselhos, o povo cae, mas na multidão de conselheiros ha segurança.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Decerto soffrerá severamente aquelle que fica por fiador do estranho, mas o que aborrece aos que dão as mãos estará seguro.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aprazivel guarda a honra, como os violentos guardam as riquezas.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benigno faz bem á sua propria alma, mas o cruel perturba a sua propria carne.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faz obra falsa, mas para o que semeia justiça haverá galardão fiel.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justiça encaminha para a vida, assim o que segue o mal vae para a sua morte.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Abominação são ao Senhor os perversos de coração, mas os sinceros de caminho são o seu deleite.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o mau junte mão á mão, não será inculpavel, mas a semente dos justos escapará.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joia de oiro na tromba da porca, assim é a mulher formosa, que se aparta da razão.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desejo dos justos tão sómente é o bem, mas a esperança dos impios é a indignação.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Alguns ha que espalham, e ainda se lhes accrescenta mais, e outros que reteem mais do que é justo, mas é para a sua perda.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abençoante engordará, e o que regar, elle tambem será regado.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retem o trigo o povo amaldiçoa, mas benção haverá sobre a cabeça do vendedor: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busca cedo o bem busca favor, porém o que procura o mal a esse lhe sobrevirá.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confia nas suas riquezas cairá, mas os justos reverdecerão como a rama.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perturba a sua casa herdará o vento, e o tolo será servo do entendido de coração.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fructo do justo é arvore de vida, e o que ganha almas sabio é.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justo é recompensado na terra; quanto mais o será o impio e o peccador.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