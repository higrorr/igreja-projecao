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vinho é escarnecedor, a bebida forte alvoraçadora; e todo aquelle que n'elles errar nunca será sabio.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bramido do leão é o terror do rei, o que o provoca a ira pecca contra a sua propria alma.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Honra é do homem desviar-se do pleito, mas todo o tolo se entremette n'elle.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preguiçoso não lavrará por causa do inverno, pelo que mendigará na sega, porém nada receberá.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as aguas profundas é o conselho no coração do homem; mas o homem d'intelligencia o tirará para fóra.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Cada um da multidão dos homens apregoa a sua beneficencia; porém o homem fiel, quem é o que o achará?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justo anda na sua sinceridade; bemaventurados serão os seus filhos depois d'elle.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Assentando-se o rei no throno do juizo, com os seus olhos dissipa todo o mal.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podéra dizer: Purifiquei o meu coração, limpo estou de meu peccado!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Duas sortes de peso, e duas sortes de medida, são abominação ao Senhor, tanto uma como outra.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a creança se dará a conhecer pelas suas acções, se a sua obra será pura e recta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ouvido que ouve, e o olho que vê, o Senhor os fez a ambos.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ames o somno, para que não empobreças; abre os teus olhos, e te fartarás de pão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Nada vale, nada vale, dirá o comprador, mas, indo-se, então se gabará.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 oiro e abundancia de rubins, mas os labios do conhecimento são joia preciosa.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alguem fica por fiador do estranho, toma-lhe a sua roupa, e o penhora pela estranha.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Suave é ao homem o pão de mentira, mas depois a sua bocca se encherá de pedrinhas d'areia.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Cada pensamento com conselho se confirma, e com conselhos prudentes faze a guerra.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anda murmurando descobre o segredo; pelo que com o que afaga com seus beiços não te entremettas.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a seu pae ou a sua mãe amaldiçoar, apagar-se-lhe-ha a sua lampada em trevas negras.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Adquirindo-se apressadamente a herança no principio, o seu fim não será bemdito.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digas: Vingar-me-hei do mal: espera pelo Senhor, e elle te livrará.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Duas sortes de peso são abominaveis ao Senhor, e balanças enganosas não são boas.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passos do homem são dirigidos pelo Senhor: o homem, pois, como entenderá o seu caminho?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Laço é para o homem engulir o que é sancto; e, feitos os votos, então inquirir.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sabio dissipa os impios e torna sobre elles a roda.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alma do homem é a lampada do Senhor, que esquadrinha todo o mais intimo do ventre.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Benignidade e verdade guardam ao rei, e com benignidade sustem elle o seu throno.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ornato dos mancebos é a sua força: e a belleza dos velhos as cãs.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vergões das feridas são a purificação dos maus, como tambem as pancadas que penetram até o mais intimo do ventre.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