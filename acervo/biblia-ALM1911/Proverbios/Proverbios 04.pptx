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filhos, a correcção do pae, e estae attentos para conhecerdes a prudencia.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dou-vos boa doutrina: não deixeis a minha lei.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era filho de meu pae: tenro, e unico diante de minha mãe.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ensinava-me, e dizia-me: Retenha as minhas palavras o teu coração: guarda os meus mandamentos, e vive.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Adquire a sabedoria, adquire a intelligencia, e não te esqueças nem te apartes das palavras da minha bocca.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 desampares, e ella te guardará: ama-a, e ella se te conservará.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principio da sabedoria é adquirir a sabedoria: adquire pois a sabedoria, e com toda a tua possessão adquire o entendimento.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Exalta-a, e ella te exaltará; e, abraçando-a tu, ella te honrará.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 á tua cabeça um diadema de graça e uma corôa de gloria te entregará.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filho meu, e acceita as minhas palavras, e se te multiplicarão os annos de vida.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caminho da sabedoria te ensinei, e pelas carreiras direitas te fiz andar.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ellas andando, não se estreitarão os teus passos; e, se correres, não tropeçarás.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Pega-te á correcção e não a largues: guarda-a, porque ella é a tua vida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entres na vereda dos impios, nem andes pelo caminho dos maus.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Rejeita-o; não passes por elle: desvia-te d'elle e passa de largo.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dormem, se não fizerem mal, e foge d'elles o somno se não fizerem tropeçar alguem.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comem o pão da impiedade, e bebem o vinho das violencias.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vereda dos justos é como a luz resplandecente que vae adiante e alumia até ao dia perfeito.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dos impios é como a escuridão: nem sabem em que tropeçarão.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attenta para as minhas palavras: ás minhas razões inclina o teu ouvido.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as deixes apartar-se dos teus olhos: guarda-as no meio do teu coração.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vida para os que as acham, e saude para todo o seu corpo.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tudo o que se deve guardar, guarda o teu coração, porque d'elle procedem as saidas da vida.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de ti a tortuosidade da bocca, e alonga de ti a perversidade dos beiços.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olhos olhem direitos, e as tuas palpebras olhem directamente diante de ti.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Pondera a vereda de teus pés, e todos os teus caminhos sejam bem ordenados!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declines nem para a direita nem para a esquerda: retira o teu pé do mal.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