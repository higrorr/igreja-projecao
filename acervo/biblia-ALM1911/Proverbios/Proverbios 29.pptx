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muitas vezes reprehendido endurece a cerviz de repente será quebrantado sem que haja cura.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justos se engrandecem, o povo se alegra, mas quando o impio domina o povo suspira.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ama a sabedoria alegra a seu pae, mas o companheiro de prostitutas desperdiça a fazenda.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com juizo sustem a terra, mas o amigo de peitas a transtorna.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lisongeia a seu proximo, arma uma rede aos seus passos.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transgressão do homem mau ha laço, mas o justo jubila e se alegra.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Informa-se o justo da causa dos pobres, mas o impio não comprehende o conhecimento.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escarnecedores abrazam a cidade, mas os sabios desviam a 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sabio que pleiteia com o tolo, quer se turbe quer se ria, não terá descanço.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sanguinolentos aborrecem ao sincero, mas os rectos procuram o seu bem.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seu espirito profere o tolo, mas o sabio o encobre e reprime.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governador que dá attenção ás palavras mentirosas, achará que todos os seus servos são impios.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pobre e o usurario se encontram, e o Senhor allumia os olhos d'ambos.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rei, que julga os pobres conforme a verdade, firmará o seu throno para sempre.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vara e a reprehensão dão sabedoria, mas o rapaz entregue a si mesmo envergonha a sua mãe.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impios se multiplicam, multiplicam-se as transgressões, mas os justos verão a sua quéda.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Castiga a teu filho, e te fará descançar; e dará delicias á tua alma.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havendo prophecia, o povo fica dissoluto; porém o que guarda a lei esse é bemaventurado: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servo se não emendará com palavras, porque, ainda que te entenda, todavia não responderá.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visto um homem arremessado nas suas palavras? maior esperança ha d'um tolo do que d'elle.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alguem cria delicadamente o seu servo desde a mocidade, por derradeiro quererá ser seu filho.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iracundo levanta contendas; e o furioso multiplica as transgressões.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soberba do homem o abaterá, mas o humilde d'espirito reterá a gloria.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tem parte com o ladrão aborrece a sua propria alma: ouve maldições, e não o denuncia.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homem armará laços, mas o que confia no Senhor será posto em alto retiro.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buscam a face do principe, mas o juizo de cada um vem do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Abominação é para os justos o homem iniquo, mas abominação é para o impio o de rectos caminhos.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