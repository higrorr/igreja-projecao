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Sabedoria já edificou a sua casa, já lavrou as suas sete columnas.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sacrificou as suas victimas, misturou o seu vinho: e já preparou a sua mesa.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mandou as suas creadas, já anda convidando desde as alturas da cidade,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simples, volte-se para aqui. Aos faltos d'entendimento diz: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comei do meu pão, e bebei do vinho que tenho misturado.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Deixae a parvoice, e vivei; e andae pelo caminho do entendimento.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reprehende ao escarnecedor, affronta toma para si; e o que redargue ao impio, pega-se-lhe a sua mancha.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reprehendas ao escarnecedor, para que te não aborreça: reprehende ao sabio, e amar-te-ha.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ao sabio, e elle se fará mais sabio: ensina ao justo, e se augmentará em doutrina.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é o principio da sabedoria, e a sciencia do Sancto a prudencia.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mim se multiplicam os teus dias, e annos de vida se te augmentarão.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fores sabio, para ti sabio serás; e, se fores escarnecedor, tu só o supportarás.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louca é alvoroçadora, é simples, e não sabe coisa nenhuma.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assenta-se á porta da sua casa sobre uma cadeira, nas alturas da cidade,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chamar aos que passam pelo caminho, e endireitam as suas veredas,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simples, volte-se para aqui. E aos faltos de entendimento diz: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aguas roubadas são doces, e o pão tomado ás escondidas é suave.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sabes que ali estão os mortos: os seus convidados estão nas profundezas do inferno.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