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Proverbios de Salomão, filho de David, rei d'Israel;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se conhecer a sabedoria e a instrucção; para se entenderem as palavras da prudencia;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se receber a instrucção do entendimento, a justiça, o juizo, e a equidade;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dar aos simplice prudencia, e aos moços conhecimento e bom siso;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sabio ouvir e crescer em doutrina, e o entendido adquirir sabios conselhos;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entender proverbios e a sua declaração: como tambem as palavras dos sabios, e as suas adivinhações.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temor do Senhor é o principio da sciencia: os loucos desprezam a sabedoria e a instrucção.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meu, ouve a instrucção de teu pae, e não deixes a doutrina de tua mãe.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diadema de graça serão para a tua cabeça, e colares para o teu pescoço.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meu, se os peccadores te attrahirem com afagos, não consintas.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disserem: Vem comnosco; espiemos o sangue; espreitemos o innocente sem razão;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Traguemol-os vivos, como a sepultura; e inteiros, como os que descem á cova;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Acharemos toda a sorte de fazenda preciosa; encheremos as nossas casas de despojos;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Lança a tua sorte entre nós; teremos todos uma só bolsa.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meu, não te ponhas a caminho com elles: desvia o pé das suas veredas;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seus pés correm para o mal, e se apressam a derramar sangue.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 debalde se estende a rede perante os olhos de toda a sorte d'aves.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armam ciladas contra o seu proprio sangue; e as suas proprias vidas espreitam.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são as veredas de todo aquelle que usa d'avareza: ella prenderá a alma de seus amos.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suprema sabedoria altamente clama de fóra: pelas ruas levanta a sua voz.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encruzilhadas, em que ha tumultos, clama: ás entradas das portas, na cidade profere as suas palavras.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quando, ó simplices, amareis a simplicidade? e vós, escarnecedores, desejareis o escarneo? e vós, loucos, aborrecereis o conhecimento?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Tornae-vos á minha reprehensão: eis que abundantemente vos derramarei de meu espirito e vos farei saber as minhas palavras.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clamei, e vós recusastes; estendi a minha mão, e não houve quem désse attenção;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rejeitastes todo o meu conselho, e não quizestes a minha reprehensão.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eu me rirei na vossa perdição, e zombarei, vindo o vosso temor;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como a assolação o vosso temor, e vindo a vossa perdição como uma tormenta, sobrevindo-vos aperto e angustia.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mim clamarão, porém eu não responderei; de madrugada me buscarão, porém não me acharão.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aborreceram o conhecimento; e não elegeram o temor do Senhor;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consentiram ao meu conselho e desprezaram toda a minha reprehensão.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 comerão do fructo do seu caminho, e fartar-se-hão dos seus proprios conselhos.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desvio dos simplices os matará, e a prosperidade dos loucos os destruirá.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que me der ouvidos habitará seguramente, e estará descançado do temor do mal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