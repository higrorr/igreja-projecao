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resposta branda desvia o furor, mas a palavra de dôr suscita a ira.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lingua dos sabios adorna a sabedoria, mas a bocca dos tolos derrama a estulticia.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do Senhor estão em todo o logar, contemplando os maus e os bons.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medicina da lingua é arvore de vida, mas a perversidade n'ella quebranta o espirito.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tolo despreza a correcção de seu pae, mas o que observa a reprehensão prudentemente se haverá.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casa do justo ha um grande thesouro, mas nos fructos do impio ha perturbação.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labios dos sabios derramarão o conhecimento, mas o coração dos tolos não fará assim.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sacrificio dos impios é abominavel ao Senhor, mas a oração dos rectos é o seu contentamento.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impio é abominavel ao Senhor, mas ao que segue a justiça amará.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Correcção molesta ha para o que deixa a vereda, e o que aborrece a reprehensão morrerá.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inferno e a perdição estão perante o Senhor: quanto mais os corações dos filhos dos homens?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ama o escarnecedor aquelle que o reprehende, nem se chegará aos sabios.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alegre aformosea o rosto, mas pela dôr do coração o espirito se abate.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entendido buscará o conhecimento, mas a bocca dos tolos se apascentará de estulticia.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do opprimido são maus, mas o coração alegre é um banquete continuo.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pouco com o temor do Senhor, do que um grande thesouro, onde ha inquietação.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a comida de hortaliça, onde ha amor, do que o boi cevado, e com elle o odio.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iracundo suscita contendas, mas o longanimo apaziguará a lucta.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preguiçoso é como a sebe d'espinhos, mas a vereda dos rectos está bem egualada.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sabio alegrará a seu pae, mas o homem insensato despreza a sua mãe.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estulticia é alegria para o que carece d'entendimento, mas o homem entendido anda rectamente.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pensamentos se dissipam, quando não ha conselho, mas com a multidão de conselheiros se confirmarão.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se alegra na resposta da sua bocca, e a palavra a seu tempo quão boa é!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entendido, o caminho da vida vae para cima, para que se desvie do inferno de baixo.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arrancará a casa dos soberbos, mas estabelecerá o termo da viuva.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Abominaveis são ao Senhor os pensamentos do mau, mas as palavras dos limpos são apraziveis.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exercita avareza perturba a sua casa, mas o que aborrece presentes viverá.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do justo medita o que ha de responder, mas a bocca dos impios derrama em abundancia coisas más.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está o Senhor dos impios, mas escutará a oração dos justos.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dos olhos alegra o coração, a boa fama engorda os ossos.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ouvidos que escutam a reprehensão da vida no meio dos sabios farão a sua morada.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rejeita a correcção menospreza a sua alma, mas o que escuta a reprehensão adquire entendimento.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a correcção da sabedoria, e diante da honra vae a humildade.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