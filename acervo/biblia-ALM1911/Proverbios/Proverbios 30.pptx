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Palavras d'Agur, filho de Jake, a prophecia: disse este varão a Ithiel; a Ithiel e a Ucal: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 que eu sou mais brutal do que ninguem, não tenho o entendimento do homem.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aprendi a sabedoria, nem conheci o conhecimento dos sanctos.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subiu ao céu e desceu? quem encerrou os ventos nos seus punhos? quem amarrou as aguas n'um panno? quem estabeleceu todas as extremidades da terra? qual é o seu nome? e qual é o nome de seu filho? se é que o sabes?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palavra de Deus é pura; escudo é para os que confiam n'elle.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Nada accrescentes ás suas palavras, para que não te reprehenda e sejas achado mentiroso.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Duas coisas te pedi; não m'as negues, antes que morra: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Alonga de mim a vaidade e a palavra mentirosa; não me dês nem a pobreza nem a riqueza: mantem-me do pão da minha porção acostumada.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porventura de farto te não negue, e diga: Quem é o Senhor? ou que, empobrecendo, não venha a furtar, e lance mão do nome de Deus.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calumnies o servo diante de seu senhor, para que te não amaldiçoe e fiques culpado.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 uma geração que amaldiçoa a seu pae, e que não bemdiz a sua mãe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 uma geração que é pura aos seus olhos, e que nunca foi lavada da sua immundicia.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 uma geração cujos olhos são altivos, e as suas palpebras levantadas para cima.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 uma geração cujos dentes são espadas, e cujos queixaes são facas, para consumirem da terra os afflictos, e os necessitados d'entre os homens.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sanguesuga tem duas filhas, a saber: Dá, Dá. Estas tres coisas nunca se fartam; e quatro nunca dizem: Basta.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sepultura; a madre esteril; a terra que se não farta d'agua; e o fogo nunca diz: Basta.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olhos que zombam do pae, ou desprezam a obediencia da mãe, corvos do ribeiro os arrancarão e os pintãos da aguia os comerão.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tres coisas me maravilham; e quatro ha que não conheço: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caminho da aguia no céu; o caminho da cobra na penha; o caminho do navio no meio do mar; e o caminho do homem com uma virgem.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Tal é o caminho da mulher adultera: ella come, e limpa a sua bocca, e diz: Não commetti maldade.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tres coisas se alvoroça a terra: e por quatro, que não pode supportar: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servo, quando reina; e pelo tolo, quando anda farto de pão: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mulher aborrecida, quando se casa; e pela serva, quando ficar herdeira da sua senhora.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quatro coisas são das mais pequenas da terra, porém sabias, bem providas de sabedoria: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formigas são um povo impotente; todavia no verão preparam a sua comida: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coelhos são um povo debil; e comtudo põem a sua casa na penha: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gafanhotos não teem rei; e comtudo todos saem, e em bandos se repartem: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aranha apanha com as mãos, e está nos paços dos reis.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tres teem um bom andar, e quatro que passeiam mui bem: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leão, o mais forte entre os animaes, que por ninguem torna atraz: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cavallo de guerra, bem cingido pelos lombos; e o bode; e o rei a quem se não pode resistir.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obraste loucamente, elevando-te, e se imaginaste o mal, põe a mão na bocca.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espremer do leite produz manteiga, e o espremer do nariz produz sangue, e o espremer da ira produz contenda.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