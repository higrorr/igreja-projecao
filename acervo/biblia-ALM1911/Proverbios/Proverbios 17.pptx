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é um bocado secco, e com elle a tranquillidade, do que a casa cheia de victimas, com contenda.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servo prudente dominará sobre o filho que faz envergonhar; e entre os irmãos repartirá a herança.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crisol é para a prata, e o forno para o oiro; mas o Senhor prova os corações.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malfazejo attenta para o labio iniquo: o mentiroso inclina os ouvidos á lingua maligna.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escarnece do pobre insulta ao que o creou: o que se alegra da calamidade não ficará innocente.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Corôa dos velhos são os filhos dos filhos; e a gloria dos filhos são seus paes.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convem ao tolo o labio excellente: quanto menos ao principe o labio mentiroso.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Pedra preciosa é o presente aos olhos dos que o recebem; para onde quer que se volver, servirá de proveito.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encobre a transgressão busca a amizade, mas o que renova a coisa, separa os maiores amigos.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profundamente entra a reprehensão no prudente, do que cem açoites no tolo.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o rebelde não busca senão o mal, mas mensageiro cruel se enviará contra elle.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Encontre-se com o homem a ursa roubada dos filhos; mas não o louco na sua estulticia.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áquelle que torna mal por bem, não se apartará o mal da sua casa.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que solta as aguas, é o principio da contenda, pelo que, antes que sejas envolto, deixa a porfia.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justifica ao impio, e condemna ao justo, ambos são abominaveis ao Senhor, tanto um como o outro.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 serviria o preço na mão do tolo para comprar a sabedoria, visto que não tem entendimento?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todo o tempo ama o amigo; e para a angustia nasce o irmão.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falto d'entendimento dá a mão, ficando por fiador diante do seu companheiro.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ama a contenda ama a transgressão; o que alça a sua porta busca a ruina.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perverso de coração nunca achará o bem; e o que tem a lingua dobre virá a cair no mal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gera a um tolo para a sua tristeza o faz; e o pae do insensato não se alegrará.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alegre serve de bom remedio, mas o espirito abatido virá a seccar os ossos.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impio tomará o presente do seio, para perverter as veredas da justiça.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rosto do entendido se vê a sabedoria, porém os olhos do louco estão nas extremidades da terra.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filho insensato é tristeza para seu pae, e amargura para a que o pariu.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bom tambem pôr pena ao justo, nem que firam os principes ao que obra justamente.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Retem as suas palavras o que possue o conhecimento, e o homem d'entendimento é de precioso espirito.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Provérbios 17:28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o tolo, quando se cala, será reputado por sabio; e o que cerrar os seus labios por entendido.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