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Proverbios de Salomão. O filho sabio alegra a seu pae, mas o filho louco é a tristeza de sua mãe.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thesouros da impiedade de nada aproveitam; porém a justiça livra da morte.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deixa ter fome a alma do justo, mas a fazenda dos impios rechaça.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trabalha com mão enganosa empobrece, mas a mão dos diligentes enriquece.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ajunta no verão é filho entendido, mas o que dorme na sega é filho que faz envergonhar.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Bençãos ha sobre a cabeça do justo, mas a violencia cobre a bocca dos impios.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memoria do justo é abençoada, mas o nome dos impios apodrecerá.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sabio de coração acceita os mandamentos, mas o louco de labios será transtornado.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anda em sinceridade, anda seguro; mas o que perverte os seus caminhos será conhecido.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acena com os olhos dá dôres, e o tolo de labios será transtornado.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bocca do justo é fonte de vida, mas a bocca dos impios cobre a violencia.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odio excita contendas, mas o amor cobre todas as transgressões.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labios do entendido se acha a sabedoria, mas a vara é para as costas do falto de entendimento.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sabios escondem a sabedoria; mas a bocca do tolo está perto da ruina.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fazenda do rico é a cidade da sua fortaleza: a pobreza dos pobres é a sua ruina.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obra do justo conduz á vida, as novidades do impio ao peccado.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para a vida é d'aquelle que guarda a correcção, mas o que deixa a reprehensão faz errar.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encobre o odio tem labios falsos, e o que produz má fama é um insensato.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multidão de palavras não ha falta de transgressão, mas o que modera os seus labios é prudente.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Prata escolhida é a lingua do justo: o coração dos impios é de nenhum preço.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labios do justo apascentam a muitos, mas os tolos, por falta de entendimento, morrem.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benção do Senhor é a que enriquece; e não lhe accrescenta dôres.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brincadeira é para o tolo fazer abominação, mas sabedoria para o homem entendido.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impio virá sobre elle, mas o desejo dos justos Deus lhe cumprirá.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passa a tempestade, assim o impio mais não é; mas o justo tem perpetuo fundamento.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vinagre para os dentes, como o fumo para os olhos, assim é o preguiçoso para aquelles que o mandam.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augmenta os dias, mas os annos dos impios serão abreviados.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dos justos é alegria, mas a expectação dos impios perecerá.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 Senhor é fortaleza para os rectos, mas ruina será para os que obram iniquidade.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nunca jámais será abalado, mas os impios não habitarão a terra.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bocca do justo em abundancia produz sabedoria, mas a lingua da perversidade será desarreigada.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beiços do justo sabem o que agrada, mas a bocca dos impios anda cheia de perversidades.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