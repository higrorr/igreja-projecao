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31:1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Palavras do rei Lemuel: a prophecia com que lhe ensinou a sua mãe.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31:2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Como, filho meu? e como, ó filho do meu ventre? e como, ó filho das minhas promessas?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31:3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dês ás mulheres a tua força, nem os teus caminhos ás que destroem os reis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31:4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é dos reis, ó Lemuel, não é dos reis beber vinho, nem dos principes desejar bebida forte.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31:5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que não bebam, e se esqueçam do estatuto, e pervertam o juizo de todos os afflictos.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31:6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Dae bebida forte aos que perecem, e o vinho aos amargosos d'espirito: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31:7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que bebam, e se esqueçam da sua pobreza, e do seu trabalho não se lembrem mais.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31:8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Abre a tua bocca a favor do mudo, pelo direito de todos que vão perecendo.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31:9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Abre a tua bocca; julga rectamente; e faze justiça aos pobres e aos necessitados.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31:10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Aleph. Mulher virtuosa quem a achará? porque a sua valia muito excede a de rubins.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31:11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Beth. O coração do seu marido está n'ella tão confiado que fazenda lhe não faltará.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31:12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Gimel. Ella lhe faz bem, e não mal, todos os dias da sua vida.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31:13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Daleth. Busca lã e linho, e trabalha com a industria de suas mãos.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31:14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He. É como o navio de mercador; de longe traz o seu pão.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31:15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Vau. Ainda até de noite se levanta, e dá mantimento á sua casa, e ordinaria porção ás suas servas.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31:16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Zain. Considera uma herdade, e adquire-a: planta uma vinha do fructo de suas mãos.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31:17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Heth. Cinge os seus lombos de força, e corrobora os seus braços.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31:18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Teth. Prova e vê que é boa a sua mercancia; e a sua lampada não se apaga de noite.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31:19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Jod. Estende as suas mãos ao fuso, e as palmas das suas mãos pegam na roca.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31:20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Caph. Abre a sua mão ao afflicto; e ao necessitado estende as suas mãos.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31:21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Lamed. Não temerá, por causa da neve, por sua casa, porque toda a sua casa anda forrada de roupa dobrada.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31:22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Mem. Faz para si tapeçaria; de linho fino e purpura é o seu vestido.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31:23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Nun. Conhece-se o seu marido nas portas, quando se assenta com os anciãos da terra.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31:24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Samech. Faz pannos de linho fino, e vende-os, e dá cintas aos mercadores.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31:25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Ain. A força e a gloria são os seus vestidos, e ri-se do dia futuro.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31:26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Pé. Abre a sua bocca com sabedoria, e a lei da beneficencia está na sua lingua.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31:27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Tsade. Attenta pelos passos de sua casa, e não come o pão da preguiça.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31:28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Koph. Levantam-se seus filhos, prezam-n'a por bemaventurada; como tambem seu marido, que a louva, dizendo: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31:29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Res. Muitas filhas obraram virtuosamente; porém tu a todas as sobrepujas.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31:30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Sin. Enganosa é a graça e vaidade a formosura, mas a mulher que teme ao Senhor essa será louvada.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31:31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Thau. Dae-lhe do fructo das suas mãos, e louvem-n'a nas portas as suas obras. 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