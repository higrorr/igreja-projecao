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são proverbios de Salomão, os quaes transcreveram os homens d'Ezequias,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gloria de Deus é encobrir o negocio; mas a gloria dos reis esquadrinhar o negocio.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altura dos céus, e para a profundeza da terra, e para o coração dos reis, não ha investigação.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da prata as escorias, e sairá vaso para o fundidor.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o impio da presença do rei, e o seu throno se affirmará na justiça.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glories na presença do rei, nem te ponhas no logar dos grandes;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melhor é que te digam: Sobe aqui; do que seres humilhado diante do principe que já viram os teus olhos.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saias depressa a litigar, para que depois ao fim não saibas que fazer, podendo-te confundir o teu proximo.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Pleiteia o teu pleito com o teu proximo, e não descubras o segredo d'ontro: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te deshonre o que o ouvir, e a tua infamia se não aparte de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maçãs d'oiro em salvas de prata, assim é a palavra dita a seu tempo.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pendentes d'oiro e gargantilhas d'oiro fino, assim é o sabio reprehensor para o ouvido ouvinte.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frieza de neve no tempo da sega, assim é o mensageiro fiel para com os que o enviam; porque recreia a alma de seu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nuvens e ventos que não trazem chuva, assim é o homem que se gaba falsamente de dadivas.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longanimidade se persuade o principe, e a lingua branda quebranta os ossos.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Achaste mel? come o que te basta; para que porventura não te fartes d'elle, e o venhas a vomitar.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Retira o teu pé da casa do teu proximo; para que se não enfade de ti, e te aborreça.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Martello, e espada, e frecha aguda é o homem que diz falso testemunho contra o seu proximo.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dente quebrado, e pé desengonçado, é a confiança no desleal, no tempo da angustia.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canta canções ao coração afflicto é como aquelle que despe o vestido n'um dia de frio, e como vinagre sobre salitre.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que te aborrece tiver fome, dá-lhe pão para comer; e se tiver sêde, dá-lhe agua para beber;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brazas lhe amontoarás sobre a cabeça; e o Senhor t'o pagará.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norte afugenta a chuva, e a face irada a lingua fingida.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morar n'um canto do terraço, do que com a mulher contenciosa, e isso em casa em que mais companhia haja.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agua fria á alma cançada, taes são as boas novas de terra remota.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fonte turva, e manancial corrupto, assim é o justo que cae diante do impio.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Comer muito mel não é bom; assim a pesquiza da propria gloria não é gloria.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 cidade derribada, sem muro, assim é o homem que não pode conter o seu espirito.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