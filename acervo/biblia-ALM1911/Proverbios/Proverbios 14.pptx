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mulher sabia edifica a sua casa: mas a tola a derriba com as suas mãos.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anda na sua sinceridade teme ao Senhor, mas o que se desvia de seus caminhos o despreza.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bocca do tolo está a vara da soberba, mas os labios dos sabios os conservam.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havendo bois, a mangedoura está limpa, mas pela força do boi ha abundancia de colheitas.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testemunha verdadeira não mentirá, mas a testemunha falsa se desboca em mentiras.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escarnecedor busca sabedoria, e nenhuma acha, mas para o prudente o conhecimento é facil.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Vae-te de diante do homem insensato, porque n'elle não divisarás os labios do conhecimento.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sabedoria do prudente é entender o seu caminho, mas a estulticia dos tolos é engano.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loucos zombam do peccado, mas entre os rectos ha benevolencia.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conhece a sua propria amargura, e o estranho não se entremetterá na sua alegria.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casa dos impios se desfará, mas a tenda dos rectos florescerá.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caminho que ao homem parece direito, mas o fim d'elle são os caminhos da morte.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riso terá dôr o coração, e o fim da alegria é tristeza.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seus caminhos se fartará o que declina no coração, mas o homem bom se fartará de si mesmo.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simples dá credito a cada palavra, mas o prudente attenta para os seus passos.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sabio teme, e desvia-se do mal, mas o tolo se encoleriza, e dá-se por seguro.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presto se indigna, fará doidices, e o homem de más imaginações será aborrecido.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simplices herdarão a estulticia, mas os prudentes se coroarão de conhecimento.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máus se inclinaram diante dos bons, e os impios diante das portas do justo.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pobre é aborrecido até do companheiro, porém os amigos dos ricos são muitos.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despreza ao seu companheiro pecca, mas o que se compadece dos humildes é bemaventurado.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erram os que obram o mal? mas beneficencia e fidelidade serão para os que obram o bem.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o trabalho proveito ha, mas a palavra dos labios só encaminha á pobreza.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corôa dos sabios é a sua riqueza, a estulticia dos tolos é só estulticia.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testemunha verdadeira livra as almas, mas o que se desboca em mentiras é enganador.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temor do Senhor ha firme confiança, e elle será um refugio para seus filhos.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uma fonte de vida, para se desviarem dos laços da morte.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multidão do povo está a magnificencia do rei, mas na falta do povo a perturbação do principe.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longanimo é grande em entendimento, mas o que é de espirito impaciente assignala a sua loucura.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com saude é a vida da carne, mas a inveja é a podridão dos ossos.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opprime ao pobre insulta áquelle que o creou, mas o que se compadece do necessitado o honra.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sua malicia será lançado fóra o impio, mas o justo até na sua morte tem confiança.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coração do prudente repousa a sabedoria, mas o que ha no interior dos tolos se conhece.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justiça exalta ao povo, mas o peccado é o opprobrio das nações.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tem seu contentamento no servo prudente, mas sobre o que envergonha cairá o seu furor.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