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neve no verão, e como a chuva na sega, assim não convem ao louco a honra.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ao passaro o vaguear, como á andorinha o voar, assim a maldição sem causa não virá.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açoite para o cavallo, o freio para o jumento, e a vara para as costas dos tolos.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respondas ao tolo segundo a sua estulticia; para que tambem te não faças similhante a 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 ao tolo segundo a sua estulticia; para que não seja sabio aos seus olhos.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pés corta, e o damno bebe, quem manda mensagens pela mão d'um tolo.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pernas do côxo, que pendem frouxas, assim é o proverbio na bocca dos tolos.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que ata a pedra preciosa na funda, assim é aquelle que dá honra ao tolo.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espinho que entra na mão do bebado, assim é o proverbio na bocca dos tolos.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grandes molestam a todos, e alugam os tolos e transgressores.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cão que torna ao seu vomito, assim é o tolo que reitera a sua estulticia.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visto a um homem que é sabio a seus proprios olhos? maior esperança ha do tolo do que d'elle.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o preguiçoso: Um leão está no caminho; um leão está nas ruas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porta se revolve nos seus gonzos, assim o preguiçoso na sua cama.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preguiçoso esconde a sua mão no seio: enfada-se de tornal-a á sua bocca.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sabio é o preguiçoso a seus olhos do que sete homens que bem respondem.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que, passando, se entremette em pleito alheio é como aquelle que toma um cão pelas orelhas.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louco que lança de si faiscas, frechas, e mortandades,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é o homem que engana o seu proximo, e diz: Não o fiz eu por brincar?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lenha, o fogo se apagará; e, não havendo murmurador, cessará a contenda.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carvão é para as brazas, e a lenha para o fogo, assim é o homem contencioso para accender rixas.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 murmurador são como as palavras do espancado, e ellas descem ao intimo do ventre.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caco coberto d'escorias de prata, assim são os labios ardentes com o coração maligno.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aborrece se contrafaz pelos seus beiços, mas no seu interior encobre o engano.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 supplicar com a sua voz, não te fies n'elle, porque sete abominações ha no seu coração.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odio se encobre com engano; a sua malicia se descobrirá na congregação.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cava uma cova n'ella cairá; e o que revolve a pedra esta sobre elle tornará.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lingua falsa aborrece aos que ella afflige, e a bocca lubrica obra a ruina.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