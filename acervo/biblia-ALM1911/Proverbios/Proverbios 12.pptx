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ama a correcção ama o conhecimento, mas o que aborrece a reprehensão é brutal.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de bem alcançará o favor do Senhor, mas ao homem de perversas imaginações elle condemnará.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não se estabelecerá pela impiedade, mas a raiz dos justos não será removida.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mulher virtuosa é a corôa do seu senhor, mas a que faz vergonha é como apodrecimento nos seus ossos.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pensamentos dos justos são juizo, mas os conselhos dos impios engano.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palavras dos impios são de armarem ciladas ao sangue, mas a bocca dos rectos os fará escapar.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Transtornados serão os impios, e não serão mais, mas a casa dos justos permanecerá.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o seu entendimento, será louvado cada qual, mas o perverso de coração estará em desprezo.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o que se estima em pouco, e tem servos, do que o que se honra a si mesmo e tem falta de pão.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attende pela vida dos seus animaes, mas as misericordias dos impios são crueis.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lavra a sua terra se fartará de pão mas o que segue os ociosos está falto de juizo.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Deseja o impio a rede dos males, mas a raiz dos justos produz o seu fructo.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laço do impio está na transgressão dos labios, mas o justo sairá da angustia.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fructo da bocca cada um se farta de bem, e a recompensa das mãos dos homens se lhe tornará.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 do tolo é recto aos seus olhos, mas o que dá ouvidos ao conselho é sabio.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ira do louco se conhece no mesmo dia, mas o avisado encobre a affronta.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produz a verdade manifesta a justiça, mas a testemunha da falsidade o engano.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alguns que fallam palavras como estocadas de espada, mas a lingua dos sabios é saude.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labio de verdade ficará para sempre, mas a lingua de falsidade dura por um só momento.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Engano ha no coração dos que maquinam mal, mas alegria teem os que aconselham a paz.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aggravo sobrevirá ao justo, mas os impios ficam cheios de mal.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labios mentirosos são abominaveis ao Senhor, mas os que obram fielmente são o seu deleite.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avisado encobre o conhecimento, mas o coração dos tolos proclama a estulticia.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mão dos diligentes dominará, mas os enganadores serão tributarios.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solicitude no coração do homem o abate, mas uma boa palavra o alegra.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excellente é o justo do que o companheiro, mas o caminho dos impios os faz errar.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preguiçoso não assará a sua caça, mas o precioso bem do homem é ser diligente.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vereda da justiça está a vida, e no caminho da sua carreira não ha morte.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