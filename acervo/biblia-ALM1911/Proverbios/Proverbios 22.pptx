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digno de ser escolhido é o bom nome do que as muitas riquezas; e a graça é melhor do que a riqueza e o oiro.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rico e o pobre se encontraram: a todos os fez 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avisado vê o mal, e esconde-se; mas os simples passam, e pagam a pena.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galardão da humildade com o temor do Senhor são riquezas, a honra e a 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Espinhos e laços ha no caminho do perverso: o que guarda a sua alma retira-se para longe d'elle.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Instrue ao menino conforme o seu caminho; e até quando envelhecer não se desviará d'elle.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rico domina sobre os pobres, e o que toma emprestado servo é do que empresta.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semear a perversidade segará males; e a vara da sua indignação se acabará.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é de bons olhos será abençoado, porque deu do seu pão ao pobre.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 fóra ao escarnecedor, e se irá a contenda; e cessará o pleito e a vergonha.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ama a pureza do coração, e tem graça nos seus labios, seu amigo será o rei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do Senhor conservam o conhecimento, mas as palavras do iniquo transtornará.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 o preguiçoso: Um leão está lá fóra; serei morto no meio das ruas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Cova profunda é a bocca das mulheres estranhas; aquelle contra quem o Senhor se irar, cairá n'ella.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estulticia está ligada no coração do menino, mas a vara da correcção a afugentará d'elle.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opprime ao pobre para se engrandecer a si, ou o que dá ao rico, certamente empobrecerá.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 a tua orelha, e ouve as palavras dos sabios, e applica o teu coração á minha sciencia.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coisa suave, se as guardares nas tuas entranhas, se applicares todas ellas aos teus labios.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tua confiança esteja no Senhor: a ti t'as faço saber hoje; tu tambem a outros as faze saber.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te escrevi excellentes coisas, ácerca de todo o conselho e conhecimento?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fazer-te saber a certeza das palavras da verdade, para que possas responder palavras de verdade aos que te enviarem.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roubes ao pobre, porque é pobre, nem atropelles na porta ao afflicto.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defenderá a sua causa em juizo, e aos que os roubam lhes roubará a alma.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acompanhes com o iracundo, nem andes com o homem colerico.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aprendas as suas veredas, e tomes um laço para a tua alma.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estejas entre os que dão a mão, e entre os que ficam por fiadores de dividas.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tens com que pagar, porque tirariam a tua cama de debaixo de ti?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removas os limites antigos que fizeram teus paes.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Viste a um homem ligeiro na sua obra? perante reis será posto: não será posto perante os de baixa sorte.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