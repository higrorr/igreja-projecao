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Simão Pedro, servo e apostolo de Jesus Christo, aos que comnosco alcançaram fé egualmente preciosa pela justiça do nosso Deus e Salvador Jesus Christo: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e paz vos seja multiplicada, pelo conhecimento de Deus, e de Jesus nosso Senhor;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seu divino poder nos deu tudo o que diz respeito á vida e piedade, pelo conhecimento d'aquelle que nos chamou por sua gloria e virtude;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quaes elle nos tem dado grandissimas e preciosas promessas, para que por ellas fiqueis participantes da natureza divina, havendo escapado da corrupção, que pela concupiscencia ha no mundo.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tambem, pondo n'isto mesmo toda a diligencia, accrescentae á vossa fé a virtude, e á virtude a sciencia,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sciencia temperança, e á temperança paciencia, e á paciencia piedade,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piedade amor fraternal; e ao amor fraternal caridade.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em vós houver, e abundarem estas coisas, não vos deixarão ociosos nem estereis no conhecimento de nosso Senhor Jesus Christo.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aquelle em quem não ha estas coisas é cego, nada vendo ao longe, havendo-se esquecido da purificação dos seus antigos peccados.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irmãos, procurae fazer cada vez mais firme a vossa vocação e eleição; porque, fazendo isto, nunca jámais tropeçareis.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vos será abundantemente dada a entrada no reino eterno de nosso Senhor e Salvador Jesus Christo.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não deixarei de exhortar-vos sempre ácerca d'estas coisas, ainda que bem as saibaes, e estejaes confirmados na presente verdade.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tenho por justo, emquanto estiver n'este tabernaculo, despertar-vos com admoestações.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que brevemente hei de deixar este meu tabernaculo, como tambem nosso Senhor Jesus Christo já m'o tem revelado.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tambem eu procurarei em toda a occasião que depois da minha morte tenhaes lembrança d'estas coisas.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vos fizemos saber a virtude e a vinda de nosso Senhor Jesus Christo, seguindo fabulas artificialmente compostas: mas nós mesmos vimos a sua magestade.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recebeu de Deus Pae honra e gloria, quando da magnifica gloria lhe foi enviada uma tal voz: Este é o meu Filho amado, em quem me tenho comprazido.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ouvimos esta voz enviada do céu, estando nós com elle no monte sancto;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temos, mui firme, a palavra dos prophetas, á qual bem fazeis em estar attentos, como a uma luz que allumia em logar escuro, até que o dia esclareça, e a estrella da alva saia em vossos corações.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primeiramente isto, que nenhuma prophecia da Escriptura é de particular interpretação.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prophecia não foi antigamente produzida por vontade de homem algum, mas os homens sanctos de Deus fallaram inspirados pelo Espirito Sancto.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