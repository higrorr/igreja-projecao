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houve entre o povo falsos prophetas, como entre vós haverá tambem falsos doutores, que introduzirão encobertamente heresias de perdição, e negarão o Senhor que os resgatou, trazendo sobre si mesmos repentina perdição.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muitos seguirão as suas perdições, pelos quaes será blasphemado o caminho da verdade.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avareza farão de vós negocio com palavras fingidas: sobre os quaes já de largo tempo não está ociosa a condemnação, e a sua perdição não dormita.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Deus não perdoou aos anjos que peccaram, mas, havendo-os lançado no inferno, os entregou ás cadeias da escuridão, ficando reservados para o juizo;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perdoou ao mundo antigo, mas guardou a Noé, oitavo pregoeiro da justiça, trazendo o diluvio sobre o mundo dos impios;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condemnou á subversão as cidades de Sodoma e Gomorrah, reduzindo-as a cinza, e pondo-as para exemplo aos que vivessem impiamente;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livrou o justo Lot, enfadado da vida dissoluta dos homens abominaveis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(Porque este justo, habitando entre elles, affligia todos os dias a sua alma justa, vendo e ouvindo suas obras injustas);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Assim, sabe o Senhor livrar da tentação os piedosos, e reservar os injustos para o dia de juizo, para serem castigados;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principalmente aos que segundo a carne andam em concupiscencias de immundicia, e desprezam as dominações; atrevidos, agradando-se a si mesmos, não receiando blasphemar das dignidades;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passo que os anjos, sendo maiores em força e poder, não pronunciam contra elles juizo blasphemo diante do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estes, como animaes irracionaes, que seguem a natureza, feitos para serem presos e mortos, blasphemando do que não entendem, perecerão na sua corrupção,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Recebendo o galardão da injustiça, tendo por prazer as delicias quotidianas, sendo nodoas e maculas, deleitando-se seus enganos, em ainda que se banqueteiem comvosco;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os olhos cheios de adulterio, e não cessando de peccar, engodando as almas inconstantes, tendo o coração exercitado na avareza, filhos de maldição,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quaes, deixando o caminho direito, erraram seguindo o caminho de Balaão, filho de Bosor, que amou o galardão da injustiça;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teve a reprehensão da sua transgressão; o mudo animal do jugo, fallando com voz humana, impediu a loucura do propheta.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fontes sem agua, nuvens levadas pelo redemoinho do vento: para os quaes a escuridão das trevas eternamente se reserva.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fallando coisas mui arro-* *gantes de vaidades, engodam com as concupiscencias da carne, e com dissoluções, aos que se estavam affastando d'aquelles que andam em erro: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Promettendo-lhes liberdade, sendo elles mesmos servos da corrupção. Porque de quem alguem é vencido, do tal faz-se tambem servo.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se, depois de terem escapado das corrupções do mundo, pelo conhecimento do Senhor e Salvador Jesus Christo, forem outra vez envolvidos n'ellas e vencidos, tornou-se-lhes o ultimo estado peior do que o primeiro.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melhor lhes fôra não conhecerem o caminho da justiça, do que, conhecendo-o, desviarem-se do sancto mandamento que lhes fôra dado;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sobreveiu-lhes o que por um verdadeiro proverbio se diz: O cão voltou ao seu proprio vomito, e a porca lavada ao espojadouro da lama.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