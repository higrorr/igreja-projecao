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escrevo-vos agora esta segunda carta, em ambas as quaes desperto com exhortação o vosso animo sincero;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vos lembreis das palavras que d'antes foram ditas pelos sanctos prophetas, e do mandamento do Senhor e Salvador, mediante vossos apostolos.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primeiro isto: que nos ultimos dias virão escarnecedores, andando segundo as suas proprias concupiscencias,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Onde está a promessa da sua vinda? porque desde que os paes dormiram todas as coisas permanecem como desde o principio da creação.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voluntariamente ignoram isto, que pela palavra de Deus já desde a antiguidade foram os céus, e a terra, que foi tirada da agua e no meio da agua subsiste.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quaes coisas pereceu o mundo de então, coberto com as aguas do diluvio.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céus e a terra que agora são pela mesma palavra se reservam como thesouro e se guardam para o fogo, até o dia do juizo, e da perdição dos homens impios.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amados, não ignoreis uma coisa: que um dia para com o Senhor é como mil annos, e mil annos como um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retarda a sua promessa, como alguns a teem por tardia; mas é longanimo para comnosco, não querendo que alguns se percam, senão que todos venham a arrepender-se.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dia do Senhor virá como o ladrão de noite; no qual os céus passarão com grande estrondo, e os elementos, ardendo, se desfarão, e a terra, e as obras que n'ella ha, se queimarão.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de perecer todas estas coisas, quaes vos convém a vós ser em sancto trato, e piedade,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Aguardando, e apressando-vos para a vinda do dia de Deus, em que os céus, incendidos, se desfarão, e os elementos, ardendo, se fundirão?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segundo a sua promessa, aguardamos novos céus e nova terra, em que habita a justiça.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amados, aguardando estas coisas, procurae que d'elle sejaes achados immaculados e irreprehensiveis em paz.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tende por salvação a longanimidade de nosso Senhor; como tambem o nosso amado irmão Paulo vos escreveu, segundo a sabedoria que lhe foi dada;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em todas as suas epistolas, fallando n'ellas d'estas coisas, entre as quaes ha algumas difficeis de entender, que os indoutos e inconstantes torcem, como tambem as outras Escripturas, para sua propria perdição.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portanto, amados, sabendo isto d'antes, guardae-vos de que, pelo engano dos homens abominaveis, sejaes juntamente arrebatados, e descaiaes da vossa firmeza;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Pedro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crescei na graça e conhecimento de nosso Senhor e Salvador, Jesus Christo. A elle seja a gloria, assim agora, como no dia da eternidade.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