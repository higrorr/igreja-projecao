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a rosa de Saron, o lyrio dos valles.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o lyrio entre os espinhos, tal é a minha amiga entre as filhas.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a macieira entre as arvores do bosque, tal é o meu amado entre os filhos: desejo muito a sua sombra, e de-* baixo d'ella me assento; e o seu fructo é doce ao meu paladar.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Levou-me á sala do banquete, e o seu estandarte sobre mim era o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Sustentae-me com passas, esforçae-me com maçãs, porque desfalleço d'amor.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mão esquerda esteja debaixo da minha cabeça, e a sua mão direita me abrace.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Conjuro-vos, ó filhas de Jerusalem, pelas corças e cervas do campo, que não acordeis nem desperteis o meu amor, até que queira.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voz do meu amado: eil-o ahi, que já vem saltando sobre os montes, pulando sobre os outeiros.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é similhante ao corço, ou ao filho do veado: eis que está detraz da nossa parede, olhando pelas janellas, reluzindo pelas grades.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responde e me diz: Levanta-te, amiga minha, formosa minha, e vem.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passou o inverno: a chuva cessou, e se foi: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flores se mostram na terra, o tempo de cantar chega, e a voz da rola se ouve em nossa terra: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figueira brotou os seus figuinhos, e as vides em flor dão o seu cheiro: levanta-te, amiga minha, formosa minha, e vem.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Pomba minha, que andas pelas fendas das penhas, no occulto das ladeiras, mostra-me a tua face, faze-me ouvir a tua voz, porque a tua voz é doce, e a tua face aprazivel.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Tomae-nos as raposas, as raposinhas, que fazem mal ás vinhas, poque as nossas vinhas estão em flor.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é meu, e eu sou d'elle: elle apascenta o seu rebanho entre os lyrios.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sopre o dia, e fujam as sombras, volta, amado meu: faze-te similhante á corça ou ao filho dos veados sobre os montes de Bether.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