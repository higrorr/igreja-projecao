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quem me dera que me fôras como irmão, e mamáras os peitos de minha mãe! que te achara na rua, e te beijára, e nem me desprezariam!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levaria e introduziria na casa de minha mãe, e tu me ensinarias; e te daria a beber vinho aromatico e do mosto das minhas romãs.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mão esquerda esteja debaixo da minha cabeça, e a sua direita me abrace.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Conjuro-vos, ó filhas de Jerusalem, que não acordeis nem desperteis o meu amor, até que queira.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esta que sobe do deserto, e vem encostada tão aprazivelmente ao seu amado? Debaixo d'uma macieira te despertei, ali te produziu tua mãe com dores; ali te produziu com dores aquella que te pariu.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Põe-me como sello sobre o teu coração, como sello sobre o teu braço, porque o amor é forte como a morte, e duro como a sepultura o ciume: as suas brazas são brazas de fogo, labaredas do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muitas aguas não poderiam apagar este amor, nem os rios afogal-o: ainda que desse alguem toda a fazenda de sua casa por este amor, certamente a desprezariam.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Temos uma irmã pequena, que ainda não tem peitos: que faremos a esta nossa irmã, no dia em que d'ella se fallar?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ella fôr um muro, edificaremos sobre ella um palacio de prata; e, se ella fôr uma porta, a cercaremos com taboas de cedro.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um muro, e os meus peitos são como umas torres: então eu era aos seus olhos como aquella que acha paz.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Teve Salomão uma vinha em Baal-hamon; entregou esta vinha a uns guardas; e cada um lhe trazia pelo seu fructo mil peças de prata.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vinha que tenho está diante de mim: as mil peças de prata são para ti, ó Salomão, e duzentas para os guardas do seu fructo.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tu, a que habitas nos jardins, para a tua voz os companheiros attentam; faze-m'a pois tambem ouvir.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depressa, amado meu, e faze-te similhante ao corço ou ao filho dos veados sobre os montes dos aromas.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