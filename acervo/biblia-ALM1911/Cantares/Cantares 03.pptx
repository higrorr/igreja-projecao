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noite busquei em minha cama a quem a minha alma ama: busquei-o, e não o achei.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Levantar-me-hei, pois, e rodearei a cidade; pelas ruas e pelas praças buscarei a quem ama a minha alma: busquei-o; e não o achei.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Acharam-me os guardas, que rondavam pela cidade: eu lhes perguntei: Vistes a quem ama a minha alma?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Apartando-me eu um pouco d'elles, logo achei a quem ama a minha alma: agarrei-me a elle, e não o larguei, até que o introduzi em casa de minha mãe, na camara d'aquella que me gerou.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Conjuro-vos, ó filhas de Jerusalem, pelas corças e cervas do campo, que não acordeis, nem desperteis o meu amor, até que queira.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é esta que sobe do deserto, como umas columnas de fumo, perfumada de myrrha, de incenso, e de toda a sorte de pós do especieiro?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é a cama de Salomão; sessenta valentes estão ao redor d'ella, dos valentes d'Israel: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armados d'espadas, dextros na guerra: cada um com a sua espada á coxa por causa dos temores nocturnos.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Salomão fez para si um thalamo de madeira do Libano.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Fez-lhe as columnas de prata, o estrado d'oiro, o assento de purpura, o interior coberto com o amor das filhas de Jerusalem.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Cantares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Sahi, ó filhas de Sião, e contemplae ao rei Salomão com a corôa com que o coroou sua mãe no dia do seu desposorio e no dia do jubilo do seu coração.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