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Cantico de canticos, que é de Salomão.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Beije-me elle com os beijos da sua bocca; porque melhor é o teu amor do que o vinho.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cheirar são bons os teus unguentos, como o unguento derramado o teu nome é; por isso as virgens te amam.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Leva-me tu, correremos após ti. O rei me introduziu nas suas recamaras: em ti nos regozijaremos e nos alegraremos: do teu amor nos lembraremos, mais do que do vinho: os rectos te amam.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Morena sou, porém aprazivel, ó filhas de Jerusalem, como as tendas de Kedar, como as cortinas de Salomão.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olheis para o eu ser morena; porque o sol resplandeceu sobre mim: os filhos de minha mãe se indignaram contra mim, pozeram-me por guarda de vinhas; a minha vinha que me pertence não guardei.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Dize-me, ó tu, a quem a minha alma ama: Onde apascentas o teu rebanho, onde o recolhes pelo meio-dia: pois por que razão seria eu como a que se cobre ao pé dos rebanhos de teus companheiros?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o não sabes, ó mais formosa entre as mulheres, sae-te pelas pizadas das ovelhas, e apascenta as tuas cabras junto ás moradas dos pastores.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Ás eguas dos carros de Pharaó te comparo, ó amiga minha.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Agradaveis são as tuas faces entre os teus enfeites, o teu pescoço com os collares.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Enfeites d'oiro te faremos, com bicos de prata.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o rei está assentado á sua mesa, dá o meu nardo o seu cheiro.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é para mim um ramalhete de myrrha, morará entre os meus peitos.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cacho de Chypre nas vinhas d'Engedi é para mim o meu amado.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és formosa, ó amiga minha, eis que és formosa: os teus olhos são como os das pombas.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és gentil e agradavel, ó amado meu; o nosso leito é viçoso.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traves da nossa casa são de cedro, as nossas varandas de cypreste.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