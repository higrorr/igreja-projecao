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és formosa, amiga minha, eis que és formosa: os teus olhos são como os das pombas entre as tuas tranças: o teu cabello é como o rebanho de cabras que pastam no monte de Gilead.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dentes são como o rebanho das ovelhas tosquiadas, que sobem do lavadouro, e todas ellas produzem gemeos, e nenhuma ha esteril entre ellas.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labios são como um fio d'escarlate, e o teu fallar é doce: a fonte da tua cabeça como um pedaço de romã entre as tuas tranças.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pescoço é como a torre de David, edificada para pendurar armas: mil escudos pendem d'ella, todos rodellas de valorosos.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dois peitos são como dois filhos gemeos da corça, que se apascentam entre os lyrios.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sopre o dia, e fujam as sombras, irei ao monte da myrrha e ao outeiro do incenso.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toda formosa, amiga minha, e em ti não ha mancha.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comigo do Libano, ó esposa, comigo do Libano vem: olha desde o cume de Amana, desde o cume de Senir e de Hermon, desde as moradas dos leões, desde os montes dos leopardos.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Tiraste-me o coração, irmã minha, ó esposa: tiraste-me o coração com um dos teus olhos, com um collar do teu pescoço.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bellos são os teus amores, irmã minha! oh esposa minha! quanto melhores são os teus amores do que o vinho! e o cheiro dos teus unguentos do que o de todas as especiarias!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Favos de mel estão manando dos teus labios, ó esposa! mel e leite estão debaixo da tua lingua, e o cheiro dos teus vestidos é como o cheiro do Libano.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Jardim fechado és tu, irmã minha, esposa minha, manancial fechado, fonte sellada.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renovos são um pomar de romãs, com fructos excellentes, o cypreste com o nardo,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nardo, e o açafrão, o calamo, e a canella, com toda a sorte d'arvores d'incenso, a myrrha e aloes, com todas as principaes especiarias.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a fonte dos jardins, poço das aguas vivas, que correm do Libano!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vento norte, e vem tu, vento sul: assopra no meu jardim, para que distillem os seus aromas: ah! se viesse o meu amado para o seu jardim, e comesse os seus fructos excellentes!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