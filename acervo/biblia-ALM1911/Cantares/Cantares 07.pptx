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formosos são os teus pés nos sapatos, ó filha do principe! As voltas de tuas coxas são como joias, segundo a obra de mãos d'artifice.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umbigo como uma taça redonda, a que não falta bebida; o teu ventre como montão de trigo, sitiado de lyrios.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dois peitos como dois filhos gemeos da corça.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pescoço como a torre de marfim: os teus olhos como os viveiros de Hesbon, junto á porta de Bath-arabbim: o teu nariz como torre do Libano, que olha para Damasco.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cabeça sobre ti é como o monte Carmelo, e os cabellos da tua cabeça como a purpura: o rei está atado ás varandas.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formosa, e quão aprazivel és, ó amor em delicias!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tua estatura é similhante á palmeira; e os teus peitos são similhantes aos cachos d'uvas.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eu: Subirei á palmeira, pegarei de seus ramos; e então os teus peitos serão como os cachos na vide, e o cheiro dos teus narizes como os das maçãs.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teu paladar como o bom vinho para o meu amado, que se bebe suavemente, e faz com que fallem os labios dos que dormem.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do meu amado, e elle me tem affeição.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amado meu, saiamos nós ao campo, passemos as noites nas aldeias.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Levantemo-nos de manhã para ir ás vinhas, vejamos se florescem as vides, se se abre a flor, se já brotam as romeiras; ali te darei o meu grande amor.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mandragoras dão cheiro, e ás nossas portas ha toda a sorte d'excellentes fructos, novos e velhos: ó amado meu, eu os guardei para ti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