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vim para o meu jardim, irmã minha, ó esposa: colhi a minha myrrha com a minha especiaria, comi o meu favo com o meu mel, bebi o meu vinho com o meu leite: comei, amigos, bebei, ó amados, e embriagae-vos.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estava dormindo, mas o meu coração vigiava: eis a voz do meu amado que estava batendo: abre-me, irmã minha, amiga minha, pomba minha, perfeita minha, porque a minha cabeça está cheia d'orvalho, as minhas guedelhas das gottas da noite;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despi os meus vestidos; como os tornarei a vestir? já lavei os meus pés; como os tornarei a sujar?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metteu a sua mão pelo buraco da porta, e as minhas entranhas estremeceram por amor d'elle.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me levantei para abrir ao meu amado, e as minhas mãos distillavam myrrha, e os meus dedos gottejavam myrrha sobre as aldrabas da fechadura.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abri ao meu amado, mas já o meu amado se tinha retirado, e tinha ido: a minha alma se derreteu quando elle fallou; busquei-o e não o achei, chamei-o, e não me respondeu.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Acharam-me os guardas que rondavam pela cidade: espancaram-me, feriram-me, tiraram-me o meu véu os guardas dos muros.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Conjuro-vos, ó filhas de Jerusalem, que, se achardes o meu amado, lhe digaes que estou enferma de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o teu amado mais do que outro amado, ó tu, a mais formosa entre as mulheres? que é o teu amado mais do que outro amado, que tanto nos conjuraste?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amado é candido e rubicundo; elle traz a bandeira entre dez mil.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cabeça é como o oiro mais apurado, as suas guedelhas crespas, pretas como o corvo.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olhos são como os das pombas junto ás correntes das aguas, lavados em leite, postos em engaste.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faces são como um canteiro de especiaria, como caixas aromaticas; os seus labios são como lyrios que gottejam myrrha distillante.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mãos como anneis d'oiro que teem engastadas as turquezas: o seu ventre como alvo marfim, coberto de saphiras.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pernas como columnas de marmore, fundadas sobre bases de oiro puro; o seu parecer como o Libano, excellente como os cedros.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fallar é muitissimo suave, e todo elle totalmente desejavel. Tal é o meu amado, e tal o meu amigo, ó filhas de Jerusalem.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