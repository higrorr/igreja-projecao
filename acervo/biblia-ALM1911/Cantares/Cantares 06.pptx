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onde foi o teu amado, ó mais formosa entre as mulheres? para onde virou a vista o teu amado, e o buscaremos comtigo?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desceu ao seu jardim, aos canteiros da especiaria, para se apascentar nos jardins e para colher os lyrios.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do meu amado, e o meu amado é meu: elle se apascenta entre os lyrios.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Formosa és, amiga minha, como Tirza, aprazivel como Jerusalem, formidavel como um exercito com bandeiras.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 de mim os teus olhos, porque elles me perturbam. O teu cabello é como o rebanho das cabras que pastam em Gilead.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dentes são como o rebanho d'ovelhas que sobem do lavadouro, e todas produzem gemeos, e não ha esteril entre ellas.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um pedaço de romã, assim são as tuas faces entre as tuas tranças.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Sessenta são as rainhas, e oitenta as concubinas, e as virgens sem numero.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uma é a minha pomba, a minha perfeita, a unica de sua mãe, e a mais querida de aquella que a pariu: vendo-a, as filhas a chamarão bemaventurada, as rainhas e as concubinas a louvarão.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esta que apparece como a alva do dia, formosa como a lua, lustrosa como o sol, formidavel como um exercito com bandeiras?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Desci ao jardim das nogueiras, para ver os novos fructos do valle, a ver se floresciam as vides e brotavam as romeiras.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de eu o sentir, me poz a minha alma nos carros do meu povo voluntario.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Volta, volta, ó Sulamitha, volta, volta, para que nós te vejamos. Porque olhas para a Sulamitha como para as fileiras de dois exercitos?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