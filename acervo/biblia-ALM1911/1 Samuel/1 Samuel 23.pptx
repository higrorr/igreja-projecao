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annunciado a David, dizendo: Eis que os philisteos pelejam contra Keila, e saqueiam as eiras.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consultou David ao Senhor, dizendo: Irei eu, e ferirei a estes philisteos? E disse o Senhor a David: Vae, e ferirás aos philisteos, e livrarás a Keila.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homens de David lhe disseram: Eis que tememos aqui em Judah, quanto mais indo a Keila contra os esquadrões dos philisteos.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David tornou a consultar ao Senhor, e o Senhor lhe respondeu, e disse: Levanta-te, desce a Keila, porque te dou os philisteos na tua mão.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David partiu com os seus homens a Keila, e pelejou contra os philisteos, e levou os gados, e fez grande estrago entre elles: e David livrou os moradores de Keila.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quando Abiathar, filho de Achimelech, fugiu para David, a Keila, desceu com o ephod na mão.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annunciado a Saul que David era vindo a Keila, e disse Saul: Deus o entregou nas minhas mãos, pois está encerrado, entrando n'uma cidade de portas e ferrolhos.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Saul mandou chamar a todo o povo á peleja, para que descessem a Keila, para cercar a David e os seus homens.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Sabendo pois David, que Saul maquinava este mal contra elle, disse a Abiathar, sacerdote: Traze aqui o ephod.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David: Ó Senhor, Deus de Israel, teu servo decerto tem ouvido que Saul procura vir a Keila, para destruir a cidade por causa de mim.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Entregar-me-hão os cidadãos de Keila na sua mão? descerá Saul, como o teu servo tem ouvido? ah Senhor Deus d'Israel! fal-o saber ao teu servo. E disse o Senhor: Descerá.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David: Entregar-me-hiam os cidadãos de Keila, a mim e aos meus homens, nas mãos de Saul? E disse o Senhor: Entregariam.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levantou David com os seus homens, uns seiscentos, e sairam de Keila, e foram-se aonde poderam: e sendo annunciado a Saul, que David escapara de Keila, cessou de sair contra elle.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permaneceu no deserto, nos logares fortes, e ficou em um monte no deserto de Ziph: e Saul o buscava todos os dias, porém Deus não o entregou na sua mão.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David, que Saul sairá á busca da sua vida, David esteve no deserto de Ziph, n'um bosque.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levantou Jonathan, filho de Saul, e foi para David ao bosque, e confortou a sua mão em Deus;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disse-lhe: Não temas, que não te achará a mão de Saul, meu pae, porém tu reinarás sobre Israel, e eu serei comtigo o segundo: o que tambem Saul meu pae, bem sabe.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ambos fizeram alliança perante o Senhor: David ficou no bosque, e Jonathan voltou para a sua casa.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subiram os zipheos a Saul, a Gibeah, dizendo: Não se escondeu David entre nós, nos logares fortes no bosque, no outeiro de Hachila, que está á mão direita de Jesimon?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ó rei, apressadamente desce conforme a todo o desejo da tua alma; por nós fica entregar-mol-o nas mãos do rei.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Saul: Bemditos sejaes vós do Senhor, porque vos compadecestes de mim.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 pois, e diligenciae ainda mais, e sabei e notae o logar que frequenta, e quem o tenha visto ali; porque me foi dito que é astutissimo.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attentae bem, e informae-vos ácerca de todos os esconderijos, em que elle se esconde; e então voltae para mim com toda a certeza, e ir-me-hei comvosco; e ha de ser que, se estiver n'aquella terra, o buscarei entre todos os milhares de Judah.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levantaram elles, e se foram a Ziph, diante de Saul: David porém e os seus homens estavam no deserto de Maon, na campanha, á direita de Jesimon.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Saul e os seus homens se foram em busca d'elle; o que annunciaram a David, e desceu para aquella penha, e ficou no deserto de Maon: o que ouvindo Saul, seguiu a David para o deserto de Maon.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Saul ia d'esta banda do monte, e David e os seus homens da outra banda do monte: e succedeu que David se apressou a escapar de Saul; Saul porém e os seus homens cercaram a David e aos seus homens, para lançar mão d'elles.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um mensageiro a Saul, dizendo: Apressa-te, e vem, porque os philisteos com impeto entraram na terra.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Saul voltou de perseguir a David, e foi-se ao encontro dos philisteos: por esta razão aquelle logar se chamou Sela-hammahlecoth.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subiu David d'ali, e ficou nos logares fortes de Engedi.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