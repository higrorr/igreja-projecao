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n'aquelles dias que, juntando os philisteos os seus exercitos á peleja, para fazer guerra contra Israel, disse Achis a David: Sabe de certo que comigo sairás ao arraial, tu e os teus homens.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David a Achis: Assim saberás tu o que fará o teu servo. E disse Achis a David: Por isso te terei por guarda da minha cabeça para sempre.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já Samuel era morto, e todo o Israel o tinha chorado, e o tinha sepultado em Rama, que era a sua cidade: e Saul tinha desterrado os adivinhos e os encantadores.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ajuntaram-se os philisteos, e vieram, e acamparam-se em Sunem: e ajuntou Saul a todo o Israel, e se acamparam em Gilboa.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Saul o arraial dos philisteos, temeu, e estremeceu muito o seu coração.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perguntou Saul ao Senhor, porém o Senhor lhe não respondeu, nem por sonhos, nem por Urim, nem por prophetas.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Saul aos seus creados: Buscae-me uma mulher que tenha o espirito de feiticeira, para que vá a ella, e consulte por ella. E os seus creados lhe disseram: Eis que em Endor ha uma mulher que tem o espirito d'adivinhar.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 se disfarçou e vestiu outros vestidos, e foi elle, e com elle dois homens, e de noite vieram á mulher; e disse: Peço-te que me adivinhes pelo espirito de feiticeira, e me faças subir a quem eu te disser.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mulher lhe disse: Eis aqui tu sabes o que Saul fez, como tem destruido da terra os adivinhos e os encantadores: porque, pois, me armas um laço á minha vida, para me fazer matar?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Saul lhe jurou pelo Senhor, dizendo: Vive o Senhor, que nenhum mal te sobrevirá por isso.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mulher então lhe disse: A quem te farei subir? E disse elle: Faze-me subir a Samuel.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a mulher a Samuel, gritou com alta voz, e a mulher fallou a Saul, dizendo: Porque me tens enganado? pois tu mesmo és Saul.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lhe disse: Não temas: porém que é o que vês? Então a mulher disse a Saul: Vejo deuses que sobem da terra.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disse: Como é a sua figura? E disse ella: Vem subindo um homem ancião, e está envolto n'uma capa. Entendendo Saul que era Samuel, inclinou-se com o rosto em terra, e se prostrou.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Samuel disse a Saul: Porque me desinquietaste, fazendo-me subir? Então disse Saul: Mui angustiado estou, porque os philisteos guerreiam contra mim, e Deus se tem desviado de mim, e não me responde mais, nem pelo ministerio dos prophetas, nem por sonhos; por isso te chamei a ti, para que me faças saber o que hei de fazer.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Samuel: Porque pois a mim me perguntas, visto que o Senhor te tem desamparado, e se tem feito teu inimigo?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tem feito para comtigo como pela minha bocca te disse, e tem rasgado o reino da tua mão, e o tem dado ao teu companheiro David.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tu não déste ouvidos á voz do Senhor, e não executaste o fervor da sua ira contra Amalek, por isso o Senhor te fez hoje isto.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entregará tambem a Israel comtigo na mão dos philisteos, e ámanhã tu e teus filhos estareis comigo; e o arraial de Israel o Senhor entregará na mão dos philisteos.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immediatamente Saul caiu estendido por terra, e grandemente temeu por causa d'aquellas palavras de Samuel: e não houve força n'elle; porque não tinha comido pão todo aquelle dia e toda aquella noite.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mulher a Saul, e, vendo que estava tão perturbado, disse-lhe: Eis que deu ouvidos a tua creada á tua voz, e puz a minha vida na minha mão, e ouvi as palavras que disseste.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ouve tambem tu as palavras da tua serva, e porei um bocado de pão diante de ti, e come, para que tenhas forças para te pôres a caminho.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o recusou, e disse: Não comerei. Porém os seus creados e a mulher o constrangeram; e deu ouvidos á sua voz: e levantou-se do chão, e se assentou sobre uma cama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a mulher em casa uma bezerra cevada, e se apressou, e a degolou, e tomou farinha, e a amassou, e a cozeu em bolos asmos.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trouxe diante de Saul e de seus creados, e comeram: depois levantaram-se e se foram n'aquella mesma noite.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