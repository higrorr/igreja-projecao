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porém David no seu coração: Ora ainda algum dia perecerei pela mão de Saul; não ha coisa melhor para mim do que escapar apressadamente para a terra dos philisteos, para que Saul perca a esperança de mim, e cesse de me buscar por todos os termos de Israel; e assim escaparei da sua mão.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se levantou, e passou com os seiscentos homens que com elle estavam a Achis, filho de Maoch, rei de Gath.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ficou com Achis em Gath, elle e os seus homens, cada um com a sua casa: David com ambas as suas mulheres, Achinoam, a jizreelita, e Abigail, a mulher de Nabal, o carmelita.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Saul avisado que David tinha fugido para Gath, não cuidou mais em o buscar.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 a Achis: Se eu tenho achado graça em teus olhos, dá-me logar n'uma das cidades da terra, para que ali habite: pois por que razão habitaria o teu servo comtigo na cidade real?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deu Achis n'aquelle dia a cidade de Siclag: (pelo que Siclag pertence aos reis de Judah, até ao dia de hoje.)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numero dos dias, que David habitou na terra dos philisteos, um anno e quatro mezes.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subia David com os seus homens, e deram sobre os gesuritas, e os gersitas, e os amalekitas; porque antigamente foram estes os moradores da terra desde como quem vae para Sur até á terra do Egypto.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feria aquella terra, e não dava vida nem a homem nem a mulher, e tomava ovelhas, e vaccas, e jumentos, e camelos, e vestidos; e voltava, e vinha a Achis.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dizendo Achis: Sobre onde déstes hoje? David dizia: Sobre o sul de Judah, e sobre o sul dos jerahmeleos, e sobre o sul dos keneos.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não dava vida nem a homem nem a mulher, para trazel-os a Gath, dizendo: Para que porventura não nos denunciem, dizendo: Assim David o fazia. E este era o seu costume por todos os dias que habitou na terra dos philisteos.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Achis se confiava de David, dizendo: Fez-se elle por certo aborrecivel para com o seu povo em Israel; pelo que me será por servo para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