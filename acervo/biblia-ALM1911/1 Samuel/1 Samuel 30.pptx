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chegando David e os seus homens ao terceiro dia a Siclag, já os amalekitas com impeto tinham dado sobre o sul, e sobre Siclag, e tinham ferido a Siclag e a tinham queimado a fogo.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mulheres que estavam n'ella levaram captivas, porém a ninguem mataram, nem pequenos nem grandes; tão sómente os levaram comsigo, e foram pelo seu caminho.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e os seus homens vieram á cidade, e eis que estava queimada a fogo, e suas mulheres, seus filhos e suas filhas eram levados captivos.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e o povo que se achava com elle alçaram a sua voz, e choraram, até que n'elles não houve mais força para chorar.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as duas mulheres de David foram levadas captivas; Achinoam, a jizreelita, e Abigail, a mulher de Nabal, o carmelita.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muito se angustiou, porque o povo fallava de apedrejal-o, porque o animo de todo o povo estava em amargura, cada um por causa dos seus filhos e das suas filhas: todavia David se esforçou no Senhor seu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Abiathar, o sacerdote, filho de Achimelech: Traze-me, peço-te, aqui o ephod. E Abiathar trouxe o ephod a David.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consultou David ao Senhor, dizendo: Perseguirei eu a esta tropa? alcançal-a-hei? E o Senhor lhe disse: Persegue-a, porque decerto a alcançarás, e tudo libertarás.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Partiu pois David, elle e os seiscentos homens que com elle se achavam, e chegaram ao ribeiro de Besor, onde os que ficaram atraz pararam.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seguiu-os David, elle e os quatrocentos homens, pois que duzentos homens ficaram, por não poderem, de cançados que estavam, passar o ribeiro de Besor.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acharam no campo um homem egypcio, e o trouxeram a David: deram-lhe pão, e comeu, e deram-lhe a beber agua.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Deram-lhe tambem um pedaço de massa de figos seccos e dois cachos de passas, e comeu, e voltou-lhe o seu espirito, porque havia tres dias e tres noites que não tinha comido pão nem bebido agua.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lhe disse: De quem és tu, e d'onde és? E disse o moço egypcio: Sou servo d'um homem amalekita, e meu senhor me deixou, porque adoeci ha tres dias.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démos com impeto para a banda do sul dos cherethitas, e para a banda de Judah, e para a banda do sul de Caleb, e pozemos fogo a Siclag.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David: Poderias, descendo, guiar-me a essa tropa? E disse-lhe: Por Deus me jura que me não matarás, nem me entregarás na mão de meu senhor, e, descendo, te guiare a essa tropa.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descendo, o guiou e eis que estavam espalhados sobre a face de toda a terra, comendo, e bebendo, e dançando, por todo aquelle grande despojo que tomaram da terra dos philisteos e da terra de Judah.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feriu-os David, desde o crepusculo até á tarde do dia seguinte, e nenhum d'elles escapou, senão só quatrocentos mancebos que, montados sobre camelos, fugiram.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livrou David tudo quanto tomaram aos amalekitas: tambem as suas duas mulheres livrou David.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lhes faltou, desde o menor até ao maior, e até os filhos e as filhas; e tambem desde o despojo até tudo quanto lhes tinham tomado, tudo David tornou a trazer.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tomou David todas as ovelhas e vaccas, e levavam-n'as diante do outro gado, e diziam: Este é o despojo de David.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David aos duzentos homens que, de cançados que estavam, não poderam seguir a David, e que deixaram ficar no ribeiro de Besor, estes sairam ao encontro de David e do povo que com elle vinha: e, chegando-se David ao povo, os saudou em paz.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maus, e filhos de Belial, d'entre os homens que tinham ido com David, responderam, e disseram: Visto que não foram comnosco, não lhes daremos do despojo que libertámos; mas que leve cada um sua mulher e seus filhos, e se vá.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David disse: Não fareis assim, irmãos meus, com o que nos deu o Senhor, que nos guardou, e entregou a tropa que contra nós vinha nas nossas mãos.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a tal vos daria ouvidos? porque qual é a parte dos que desceram á peleja, tal tambem será a parte dos que ficaram com a bagagem; egualmente repartirão.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assim foi desde aquelle dia em diante, porquanto o poz por estatuto e direito em Israel até ao dia de hoje.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David a Siclag, enviou do despojo aos anciãos de Judah, seus amigos, dizendo: Eis ahi para vós uma benção do despojo dos inimigos do Senhor;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de Beth-el, e aos de Ramoth do sul, e aos de Jatter,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d'Aroer, e aos de Siphmoth, e aos d'Esthemoa,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de Rachal, e aos que estavam nas cidades jerahmeelitas e nas cidades dos keneos,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d'Horma, e aos de Corasan, e aos d'Athak,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d'Hebron, e a todos os logares em que andara David, elle e os seus homens.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