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Samuel: Até quando terás dó de Saul, havendo-o eu rejeitado, para que não reine sobre Israel? enche o teu vaso d'azeite, e vem, enviar-te-hei a Jessé o beth-lehemita; porque d'entre os seus filhos me tenho provido de um 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disse Samuel: Como irei eu? pois, ouvindo-o Saul, me matará. Então disse o Senhor: Toma uma bezerra das vaccas em tuas mãos, e dize: Vim para sacrificar ao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convidarás a Jessé ao sacrificio: e eu te farei saber o que has de fazer, e ungir-me-has a quem eu te disser.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pois Samuel o que dissera o Senhor, e veiu a Beth-lehem: então os anciãos da cidade sairam ao encontro, tremendo, e disseram: De paz é a tua vinda?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É de paz, vim sacrificar ao Senhor; sanctificae-vos, e vinde comigo ao sacrificio. E sanctificou elle a Jessé e a seus filhos, e os convidou ao sacrificio.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entrando elles, viu a Eliah, e disse: Certamente está perante o Senhor o seu ungido.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disse a Samuel: Não attentes para a sua apparencia, nem para a altura da sua estatura, porque o tenho rejeitado, porque o Senhor não vê como vê o homem, pois o homem vê o que está diante dos olhos, porém o Senhor olha para o coração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Jessé a Abinadab: e o fez passar diante de Samuel, o qual disse: Nem a este tem escolhido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Jessé fez passar a Samma: porém disse: Tão pouco a este tem escolhido 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fez passar Jessé a seus sete filhos diante de Samuel: porém Samuel disse a Jessé: O Senhor não tem escolhido a estes.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Samuel a Jessé: Acabaram-se os mancebos? E disse: Ainda falta o menor, e eis que apascenta as ovelhas. Disse pois Samuel a Jessé: Envia, e manda-o chamar, porquanto não nos assentaremos em roda da mesa até que elle venha aqui.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mandou, e o trouxe (e era ruivo e formoso de semblante e de boa presença): e disse o Senhor: Levanta-te, e unge-o, porque este mesmo 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Samuel tomou o vaso do azeite, e ungiu-o no meio de seus irmãos; e desde aquelle dia em diante o espirito do Senhor se apoderou de David: então Samuel se levantou, e se tornou a Rama.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espirito do Senhor se retirou de Saul, e o assombrava o espirito mau da parte do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creados de Saul lhe disseram: Eis que agora o espirito mau da parte do Senhor te assombra: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Diga pois nosso senhor a seus servos, que estão em tua presença, que busquem um homem que saiba tocar harpa, e será que, quando o espirito mau da parte do Senhor vier sobre ti, então elle tocará com a sua mão, e te acharás melhor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 aos seus servos: Buscae-me pois um homem que toque bem, e trazei-m'o.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um dos mancebos, e disse: Eis que tenho visto a um filho de Jessé, o beth-lehemita, que sabe tocar, e é valente e animoso, e homem de guerra, e sisudo em palavras, e de gentil presença: o Senhor é com elle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enviou mensageiros a Jessé, dizendo: Envia-me David, teu filho, o que está com as ovelhas.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Jessé um jumento carregado de pão, e um odre de vinho, e um cabrito, e enviou-os a Saul pela mão de David, seu filho.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David veiu a Saul, e esteve perante elle, e o amou muito, e foi seu pagem d'armas.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mandou dizer a Jessé: Deixa estar a David perante mim, pois achou graça em meus olhos.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succedia que, quando o espirito mau da parte de Deus vinha sobre Saul, David tomava a harpa, e a tocava com a sua mão; então Saul sentia allivio, e se achava melhor, e o espirito mau se retirava d'elle.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