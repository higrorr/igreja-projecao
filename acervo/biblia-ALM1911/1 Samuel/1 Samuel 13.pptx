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anno tinha estado Saul em seu reinado: e o segundo anno reinou sobre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Saul escolheu para si tres mil de Israel; e estavam com Saul dois mil em Michmas, e na montanha de Beth-el, e mil estavam com Jonathan em Gibeah de Benjamin: e o resto do povo despediu, cada um para sua casa.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Jonathan feriu a guarnição dos philisteos que estava em Gibeah, o que os philisteos ouviram: pelo que Saul tocou a trombeta por toda a terra, dizendo: Ouçam os hebreos.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 o Israel ouviu dizer: Saul feriu a guarnição dos philisteos, e tambem Israel se fez abominavel aos philisteos. Então o povo foi convocado atraz de Saul em Gilgal.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philisteos se ajuntaram para pelejar contra Israel, trinta mil carros, e seis mil cavalleiros, e povo em multidão como a areia que está á borda do mar; e subiram, e se acamparam em Michmas, ao oriente de Beth-aven.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os homens de Israel que estava em angustia (porque o povo estava apertado) o povo se escondeu pelas cavernas, e pelos espinhaes, e pelos penhascos, e pelas fortificações, e pelas covas.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hebreos passaram o Jordão para a terra de Gad e Gilead: e, estando Saul ainda em Gilgal, todo o povo veiu atraz d'elle tremendo.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esperou sete dias, até ao tempo que Samuel determinara; não vindo, porém, Samuel a Gilgal, o povo se espalhava d'elle.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Saul: Trazei-me aqui um holocausto, e offertas pacificas. E offereceu o holocausto.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acabando elle de offerecer o holocausto, eis que Samuel chegou; e Saul lhe saiu ao encontro, para o saudar.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Samuel: Que fizeste? Disse Saul: Porquanto via que o povo se espalhava de mim, e tu não vinhas nos dias aprazados, e os philisteos já se tinham ajuntado em Michmas,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disse: Agora descerão os philisteos sobre mim a Gilgal, e ainda á face do Senhor não orei: e violentei-me, e offereci holocausto.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Samuel a Saul: Obraste nesciamente, e não guardaste o mandamento que o Senhor teu Deus te ordenou; porque agora o Senhor teria confirmado o teu reino sobre Israel para sempre.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agora não subsistirá o teu reino: já tem buscado o Senhor para si um homem segundo o seu coração, e já lhe tem ordenado o Senhor, que seja chefe sobre o seu povo, porquanto não guardaste o que o Senhor te ordenou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 Samuel, e subiu de Gilgal a Gibeah de Benjamin: e Saul numerou o povo que achou com elle, uns seiscentos varões.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 e Jonathan, seu filho, e o povo que se achou com elles, ficaram em Gibeah de Benjamin: porém os philisteos se acamparam em Michmas.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destruidores sairam do campo dos philisteos em tres companhias: uma das companhias voltou pelo caminho d'Ophra á terra de Sual: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Outra companhia voltou pelo caminho de Beth-horon: e a outra companhia voltou pelo caminho do termo que olha para o valle Zeboim contra o deserto.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toda a terra de Israel nem um ferreiro se achava: porque os philisteos tinham dito: Para que os hebreos não façam espada nem lança.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todo o Israel tinha que descer aos philisteos para amolar cada um a sua relha, e a sua enxada, e o seu machado, e o seu sacho.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Tinham porém limas adentadas para os seus sachos, e para as suas enxadas, e para as forquilhas de tres dentes, e para os machados, e para concertar as aguilhadas.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no dia da peleja, se não achou nem espada nem lança na mão de todo o povo que estava com Saul e com Jonathan: porém acharam-se com Saul e com Jonathan seu filho.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a guarnição dos philisteos ao passo de Michmas.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