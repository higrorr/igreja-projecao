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se retirou d'ali, e escapou para a caverna de Adullam: e ouviram-n'o seus irmãos e toda a casa de seu pae, e desceram ali para elle.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ajuntou-se a elle todo o homem que se achava em aperto, e todo o homem endividado, e todo o homem de espirito desgostoso, e elle se fez chefe d'elles: e eram com elle uns quatrocentos homens.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David d'ali a Mispeh dos moabitas, e disse ao rei dos moabitas: Deixa estar meu pae e minha mãe comvosco, até que saiba o que Deus ha de fazer de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trouxe-os perante o rei dos moabitas, e ficaram com elle todos os dias que David esteve no logar forte.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propheta Gad disse a David: Não fiques n'aquelle logar forte; vae, e entra na terra de Judah. Então David se foi, e veiu para o bosque de Chereth.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Saul que já se sabia de David e dos homens que estavam com elle: e estava Saul em Gibeah, debaixo d'um arvoredo, em Rama, e tinha na mão a sua lança, e todos os seus creados estavam com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 a todos os seus creados que estavam com elle: Ouvi, peço-vos, filhos de Benjamin, dar-vos-ha tambem o filho de Jessé, a todos vós, terras e vinhas, e far-vos-ha a todos chefes de milhares e chefes de centenas?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todos vos tenhaes conspirado contra mim, e ninguem ha que me dê aviso de que meu filho tem feito alliança com o filho de Jessé, e nenhum d'entre vós ha que se dôa de mim, e m'o participe, pois meu filho tem contra mim sublevado a meu servo, para me armar ciladas, como se vê n'este 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Doeg, o idumeo, que tambem estava com os creados de Saul, e disse: Ao filho de Jessé vi vir a Nob, a Achimelech, filho de Ahitub,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consultou por elle ao Senhor, e lhe deu mantimento, e lhe deu tambem a espada de Goliath, o philisteo.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mandou chamar a Achimelech, sacerdote, filho de Ahitub, e a toda a casa de seu pae, os sacerdotes que estavam em Nob; e todos elles vieram ao 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Saul: Ouve, peço-te, filho d'Ahitub. E elle disse: Eis-me aqui, senhor meu.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Saul: Porque conspirastes contra mim, tu e o filho de Jessé? pois deste-lhe pão e espada, e consultaste por elle a Deus, para que se levantasse contra mim a armar-me ciladas, como se vê n'este dia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Achimelech ao rei, e disse: E quem, entre todos os teus creados, ha tão fiel como David, o genro do rei, prompto na sua obediencia, e honrado na tua casa?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Comecei, porventura, hoje a consultar por elle a Deus? longe de mim tal! não impute o rei coisa nenhuma a seu servo, nem a toda a casa de meu pae, pois o teu servo não soube nada de tudo isso, nem muito nem pouco.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disse: Achimelech, morrerás certamente, tu e toda a casa de teu pae.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aos da sua guarda que estavam com elle: Virae-vos, e matae os sacerdotes do Senhor, porque tambem a sua mão é com David, e porque souberam que fugiu e não m'o fizeram saber. Porém os creados do rei não quizeram estender as suas mãos para arremetter contra os sacerdotes do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a Doeg: Vira-te tu, e arremette contra os sacerdotes. Então se virou Doeg, o idumeo, e arremetteu contra os sacerdotes, e matou n'aquelle dia oitenta e cinco homens que vestiam ephod de linho.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Nob, cidade d'estes sacerdotes, passou a fio de espada, desde o homem até á mulher, desde os meninos até aos de mama, e até os bois, jumentos e ovelhas passou a fio de espada.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escapou um dos filhos de Achimelech, filho de Ahitub, cujo nome era Abiathar, o qual fugiu atraz de David.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Abiathar annunciou a David que Saul tinha matado os sacerdotes do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disse a Abiathar: Bem sabia eu n'aquelle dia que, estando ali Doeg, o idumeo, não deixaria de o denunciar a Saul: eu dei occasião contra todas as almas da casa de teu pae.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 comigo, não temas, porque quem procurar a minha morte tambem procurará a tua, pois estarás salvo comigo.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