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Saul a Jonathan, seu filho, e a todos os seus servos, para que matassem a David. Porém Jonathan, filho de Saul, estava mui affeiçoado a David.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 o annunciou a David, dizendo: Meu pae, Saul, procura matar-te, pelo que agora guarda-te pela manhã, e fica-te em occulto, e esconde-te.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sairei eu, e estarei á mão de meu pae no campo em que estiveres, e eu fallarei de ti a meu pae, e verei o que houver, e t'o annunciarei.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Jonathan fallou bem de David a Saul, seu pae, e disse-lhe: Não peque o rei contra seu servo David, porque elle não peccou contra ti, e porque os seus feitos te são mui bons.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poz a sua alma na mão, e feriu aos philisteos, e fez o Senhor um grande livramento a todo o Israel; tu mesmo o viste, e te alegraste: porque, pois, peccarias contra o sangue innocente, matando a David sem causa?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Saul deu ouvidos á voz de Jonathan, e jurou Saul: Vive o Senhor, que não morrerá.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Jonathan chamou a David, e contou-lhe todas estas palavras: e Jonathan levou David a Saul, e esteve perante elle como d'antes.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haver guerra: e saiu David, e pelejou contra os philisteos, e feriu-os de grande ferida, e fugiram diante d'elle.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espirito mau da parte do Senhor se tornou sobre Saul, estando elle assentado em sua casa, e tendo na mão a sua lança, e tangendo David com a mão o instrumento de musica.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procurava Saul encravar a David com a parede, porém elle se desviou de diante de Saul, o qual feriu com a lança na parede: então fugiu David, e escapou n'aquella mesma noite.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Saul mandou mensageiros á casa de David, que o guardassem, e o matassem pela manhã: do que Michal, sua mulher, avisou a David, dizendo: Se não salvares a tua vida esta noite, ámanhã te matarão.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Michal desceu a David por uma janella: e elle se foi, e fugiu, e escapou.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Michal tomou uma estatua e a deitou na cama, e poz-lhe á cabeceira uma pelle de cabra, e a cobriu com uma coberta.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mandando Saul mensageiros que trouxessem a David, ella disse: Está doente.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Saul mandou mensageiros que viessem a David, dizendo: Trazei-m'o na cama, para que o mate.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os mensageiros, eis aqui a estatua na cama, e a pelle de cabra á sua cabeceira.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 a Michal: Porque assim me enganaste, e deixaste ir e escapar o meu inimigo? E disse Michal a Saul: Porque elle me disse: Deixa-me ir, porque hei de eu matar-te?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David fugiu e escapou, e veiu a Samuel, a Rama, e lhe participou tudo quanto Saul lhe fizera: e foram, elle e Samuel, e ficaram em Naioth.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annunciaram a Saul, dizendo: Eis que David está em Naioth, em Rama.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enviou Saul mensageiros para trazerem a David, os quaes viram uma congregação de prophetas prophetizando, onde estava Samuel que presidia sobre elles: e o espirito de Deus veiu sobre os mensageiros de Saul, e tambem elles prophetizaram.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avisado d'isto Saul, enviou outros mensageiros, e tambem estes prophetizaram: então enviou Saul ainda uns terceiros mensageiros, os quaes tambem prophetizaram.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tambem elle mesmo a Rama, e chegou ao poço grande que estava em Secu; e, perguntando, disse: Onde estão Samuel e David? E disseram-lhe: Eis que estão em Naioth, em Rama.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foi-se lá para Naioth, em Rama: e o mesmo espirito de Deus veiu sobre elle, e ia prophetizando, até chegar a Naioth, em Rama.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Samuel 19:24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tambem despiu os seus vestidos, e elle tambem prophetizou diante de Samuel, e esteve nú por terra todo aquelle dia e toda aquella noite; pelo que se diz: Está tambem Saul entre os prophetas?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