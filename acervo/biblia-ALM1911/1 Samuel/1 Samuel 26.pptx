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os zipheos a Saul, a Gibeah, dizendo: Não está David escondido no outeiro d'Hachila, á entrada de Jesimon?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se levantou, e desceu ao deserto de Ziph, e com elle tres mil homens escolhidos de Israel, a buscar a David no deserto de Ziph.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acampou-se Saul no outeiro d'Hachila, que está á entrada de Jesimon, junto ao caminho: porém David ficou no deserto, e viu que Saul vinha após d'elle ao deserto.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David enviou espias, e soube que Saul vinha decerto.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se levantou, e veiu ao logar onde Saul se tinha acampado; viu David o logar onde se tinha deitado Saul, e Abner, filho de Ner, chefe do seu exercito: e Saul estava deitado dentro do logar dos carros, e o povo estava acampado ao redor d'elle.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David, e fallou a Achimelech, o hetheo, e a Abisai, filho de Zeruia, irmão de Jacob, dizendo: Quem descerá comigo a Saul ao arraial? E disse Abisai: Eu descerei comtigo.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pois David e Abisai de noite ao povo, e eis que Saul estava deitado dormindo dentro do logar dos carros, e a sua lança estava pregada na terra á sua cabeceira: e Abner e o povo deitavam-se ao redor d'elle.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Abisai a David: Deus te entregou hoje nas mãos a teu inimigo; deixa-m'o pois agora encravar com a lança d'uma vez com a terra, e não o ferirei segunda vez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Abisai: Nenhum damno lhe faças: porque quem estendeu a sua mão contra o ungido do Senhor, e ficou innocente?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David: Vive o Senhor, que o Senhor o ferirá, ou o seu dia chegará em que morra, ou descerá para a batalha e perecerá;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me guarde, de que eu estenda a mão contra o ungido do Senhor: agora porém toma lá a lança que está á sua cabeceira e a bilha da agua, e vamo-nos.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pois David a lança e a bilha da agua, da cabeceira de Saul, e foram-se: e ninguem houve que o visse, nem que o advertisse, nem que acordasse; porque todos estavam dormindo, porque havia caido sobre elles um profundo somno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David, passando á outra banda, poz-se no cume do monte ao longe, de maneira que entre elles havia grande distancia.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bradou ao povo, e a Abner, filho de Ner, dizendo: Não responderás, Abner? Então Abner respondeu e disse: Quem és tu, que bradas ao rei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Abner: Porventura não és varão? e quem ha em Israel como tu, porque, pois, não guardaste tu o rei teu senhor? porque um do povo veiu para destruir o rei teu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bom isto, que fizeste; vive o Senhor, que sois dignos de morte, vós que não guardastes a vosso senhor, o ungido do Senhor: vede pois agora onde está a lança do rei, e a bilha da agua, que tinha á sua cabeceira.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conheceu Saul a voz de David, e disse: Não é esta a tua voz, meu filho David? E disse David: Minha voz é, ó rei meu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Porque persegue o meu senhor assim o seu servo? porque, que fiz eu? e que maldade se acha nas minhas mãos?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pois agora, te rogo, rei meu senhor, as palavras de teu servo: Se o Senhor te incita contra mim, cheire elle a offerta de manjares; porém se os filhos dos homens, malditos sejam perante o Senhor: pois elles me teem expellido hoje para que eu não fique apegado á herança do Senhor, dizendo: Vae, serve a outros deuses.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não se derrame o meu sangue na terra diante do Senhor: pois saiu o rei d'Israel em busca d'uma pulga; como quem persegue uma perdiz nos montes.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Pequei; volta, meu filho David, porque não ordenarei a fazer-te mal; porque foi hoje preciosa a minha vida aos teus olhos: eis que fiz loucamente, e errei grandissimamente.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David então respondeu, e disse: Eis aqui a lança do rei; passe cá um dos mancebos, e leve-a.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porém pague a cada um a sua justiça e a sua lealdade; pois o Senhor te tinha dado hoje na minha mão, porém não quiz estender a minha mão contra o ungido do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assim como foi a tua vida hoje de tanta estima aos meus olhos, d'outra tanta estima seja a minha vida aos olhos do Senhor, e elle me livre de toda a tribulação.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disse a David: Bemdito sejas tu, meu filho David; pois grandes coisas farás e tambem prevalecerás. Então David se foi pelo seu caminho e Saul voltou para o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