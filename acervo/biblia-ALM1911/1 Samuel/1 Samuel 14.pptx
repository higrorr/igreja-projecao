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um dia disse Jonathan, filho de Saul, ao moço que lhe levava as armas: Vem, passemos á guarnição dos philisteos, que está lá d'aquella banda. Porém não o fez saber a seu pae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Saul á extremidade de Gibeah, debaixo da romeira que estava em Migron; e o povo que havia com elle eram uns seiscentos homens.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Ahija, filho d'Ahitub, irmão d'Icabod, o filho de Phineas, filho d'Eli, sacerdote do Senhor em Silo, trazia o ephod: porém o povo não sabia que Jonathan tinha 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os passos pelos quaes Jonathan procurava passar á guarnição dos philisteos, d'esta banda havia uma penha aguda, e da outra banda uma penha aguda: e era o nome de uma Bozez, e o nome da outra Senné.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penha para o norte estava defronte de Michmas, e a outra para o sul defronte de Gibeah.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Jonathan ao moço que lhe levava as armas: Vem, passemos á guarnição d'estes incircumcisos; porventura obrará o Senhor por nós, porque para com o Senhor nenhum impedimento ha de livrar com muitos ou com poucos.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seu pagem d'armas lhe disse: Faze tudo o que tens no coração; volta, eis-me aqui comtigo, conforme ao teu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Jonathan: Eis que passaremos áquelles homens, e nos descobriremos a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nos disserem assim: Parae até que cheguemos a vós; então ficaremos no nosso logar, e não subiremos a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dizendo assim: Subi a nós; então subiremos, pois o Senhor os tem entregado na nossa mão, e isto nos será por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Descobrindo-se ambos elles pois á guarnição dos philisteos, disseram os philisteos: Eis que já os hebreos sairam das cavernas em que se tinham escondido.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da guarnição responderam a Jonathan e ao seu pagem d'armas, e disseram: Subi a nós, e nós vol-o ensinaremos. E disse Jonathan ao seu pagem d'armas: Sobe atraz de mim, porque o Senhor os tem entregado na mão d'Israel.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trepou Jonathan com os pés e com as mãos, e o seu pagem d'armas atraz d'elle: e cairam diante de Jonathan, e o seu pagem d'armas os matava atraz d'elle.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esta primeira desfeita, em que Jonathan e o seu pagem d'armas feriram até uns vinte homens, quasi no meio de uma geira de terra que uma junta de bois podia lavrar.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tremor no arraial, no campo e em todo o povo; tambem a mesma guarnição e os destruidores tremeram, e até a terra se alvoroçou, porquanto era tremor de Deus.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Olharam pois as sentinellas de Saul em Gibeah de Benjamin, e eis que a multidão se derramava, e fugia batendo-se.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Saul ao povo que estava com elle: Ora numerae, e vêde quem é que saiu d'entre nós. E numeraram, e eis que nem Jonathan nem o seu pagem d'armas estavam 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disse a Ahija: Traze aqui a arca de Deus (porque n'aquelle dia estava a arca de Deus com os filhos d'Israel).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Saul ainda fallando com o sacerdote, o alvoroço que havia no arraial dos philisteos ia crescendo muito, e se multiplicava, pelo que disse Saul ao sacerdote: Retira a tua 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e todo o povo que havia com elle se convocaram, e vieram á peleja; e eis que a espada d'um era contra o outro, e houve mui grande tumulto.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com os philisteos havia hebreos, como d'antes, que subiram com elles ao arraial em redor; e tambem estes se ajuntaram com os israelitas que estavam com Saul e Jonathan.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todos os homens d'Israel que se esconderam pela montanha d'Ephraim que os philisteos fugiam, elles tambem os perseguiram de perto na peleja.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livrou o Senhor a Israel n'aquelle dia: e o arraial passou a Beth-aven.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os homens d'Israel já exhaustos n'aquelle dia, porquanto Saul conjurou o povo, dizendo: Maldito o homem que comer pão até á tarde, para que me vingue de meus inimigos. Pelo que todo o povo se absteve de provar pão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terra chegou a um bosque: e havia mel na superficie do campo.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o povo ao bosque, eis que havia um manancial de mel: porém ninguem chegou a mão á bocca porque o povo temia a conjuração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Jonathan não tinha ouvido quando seu pae conjurava o povo, e estendeu a ponta da vara que tinha na mão, e a molhou no favo de mel; e, tornando a mão á bocca, aclararam-se os seus olhos.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um do povo, e disse: Solemnemente conjurou teu pae o povo, dizendo: Maldito o homem que comer hoje pão. Pelo que o povo desfallecia.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Jonathan: Meu pae tem turbado a terra; ora vêde como se me aclararam os olhos por ter gostado um pouco d'este mel,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mais se o povo hoje livremente tivesse comido do despojo que achou de seus inimigos. Porém agora não foi tão grande o estrago dos philisteos.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Feriram porém aquelle dia aos philisteos, desde Michmas até Ajalon, e o povo desfalleceu em extremo.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se lançou ao despojo, e tomaram ovelhas, e vaccas, e bezerros, e os degolaram no chão; e o povo os comeu com sangue.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annunciaram a Saul, dizendo: Eis que o povo pecca contra o Senhor, comendo com sangue. E disse elle: Aleivosamente obrastes; revolvei-me hoje uma grande pedra.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Saul: Derramae-vos entre o povo, e dizei-lhes: Trazei-me cada um o seu boi, e cada um a sua ovelha, e degolae-os aqui, e comei, e não pequeis contra o Senhor, comendo com sangue. Então todo o povo trouxe de noite, cada um com a sua mão, o seu boi, e os degolaram ali.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edificou Saul um altar ao Senhor: este foi o primeiro altar que edificou ao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Saul: Desçamos de noite atraz dos philisteos, e despojemol-os, até que amanheça a luz, e não deixemos de resto um homem d'elles. E disseram: Tudo o que parecer bem aos teus olhos faze. Disse porém o sacerdote: Cheguemo-nos aqui a Deus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consultou Saul a Deus, dizendo: Descerei atraz dos philisteos? entregal-os-has na mão de Israel? Porém aquelle dia lhe não respondeu.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Chegae-vos para cá de todos os chefes do povo, e informae-vos, e vêde em que se commetteu hoje este peccado;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vive o Senhor que salva a Israel, que, ainda que fosse em meu filho Jonathan, certamente morrerá. E nenhum de todo o povo lhe respondeu.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 todo o Israel: Vós estareis d'uma banda, e eu e meu filho Jonathan estaremos da outra banda. Então disse o povo a Saul: Faze o que parecer bem aos teus olhos.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Saul ao Senhor Deus d'Israel: Mostra o innocente. Então Jonathan e Saul foram tomados por sorte, e o povo saiu livre.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Lançae a sorte entre mim e Jonathan, meu filho. E foi tomado Jonathan.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Saul a Jonathan: Declara-me o que tens feito. E Jonathan lh'o declarou, e disse: Tão sómente gostei um pouco de mel com a ponta da vara que tinha na mão; eis que devo morrer.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Assim me faça Deus, e outro tanto, que com certeza morrerás, Jonathan.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povo disse a Saul: Morrerá Jonathan, que obrou tão grande salvação em Israel? nunca tal succeda; vive o Senhor, que não lhe ha de cair no chão um só cabello da sua cabeça! pois com Deus fez isso hoje. Assim o povo livrou a Jonathan, para que não morresse.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deixou de seguir os philisteos: e os philisteos se foram ao seu logar.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Saul o reino sobre Israel; e pelejou contra todos os seus inimigos em redor: contra Moab, e contra os filhos de Ammon, e contra Edom, e contra os reis de Zoba, e contra os philisteos, e para onde quer que se tornava executava castigos.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houve-se valorosamente, e feriu aos amalekitas: e libertou a Israel da mão dos que o saqueavam.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Saul eram Jonathan, e Isvi, e Malchisua: e os nomes de suas duas filhas eram estes: o nome da mais velha Merab, e o nome da mais nova, Michal.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da mulher de Saul, Ahinoam, filha d'Ahimaas: e o nome do general do exercito, Abner, filho de Ner, tio de Saul.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Kis, pae de Saul, e Ner, pae d'Abner, eram filhos d'Abiel.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14:52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uma forte guerra contra os philisteos, todos os dias de Saul: pelo que Saul a todos os homens valentes e valorosos que via os aggregava a si.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