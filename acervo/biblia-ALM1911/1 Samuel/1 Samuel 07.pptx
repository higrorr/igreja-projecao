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vieram os homens de Kiriath-jearim, e levaram a arca do Senhor, e a trouxeram á casa de Abinadab, no outeiro: e consagraram a Eleazar, seu filho, para que guardasse a arca do Senhor.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desde aquelle dia, a arca ficou em Kiriath-jearim, e tantos dias se passaram que até chegaram vinte annos, e lamentava toda a casa de Israel após do Senhor.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fallou Samuel a toda a casa de Israel, dizendo: Se com todo o vosso coração vos converterdes ao Senhor, tirae d'entre vós os deuses estranhos e os astaroths, e preparae o vosso coração ao Senhor, e servi a elle só, e vos livrará da mão dos philisteos.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filhos de Israel tiraram d'entre si aos baalins e aos astaroths, e serviram só ao Senhor.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Samuel: Congregae a todo o Israel em Mispah: e orarei por vós ao Senhor.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congregaram-se em Mispah, e tiraram agua, e a derramaram perante o Senhor, e jejuaram aquelle dia, e disseram ali: Peccámos contra o Senhor. E julgava Samuel os filhos de Israel em Mispah.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Ouvindo pois os philisteos que os filhos d'Israel estavam congregados em Mispah, subiram os maioraes dos philisteos contra Israel: o que ouvindo os filhos de Israel, temeram por causa dos philisteos.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disseram os filhos d'Israel a Samuel: Não cesses de clamar ao Senhor nosso Deus por nós, para que nos livre da mão dos philisteos.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tomou Samuel um cordeiro de mama, e sacrificou-o inteiro em holocausto ao Senhor: e clamou Samuel ao Senhor por Israel, e o Senhor lhe deu ouvidos.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estando Samuel sacrificando o holocausto, os philisteos chegaram á peleja contra Israel: e trovejou o Senhor aquelle dia com grande trovoada sobre os philisteos, e os aterrou de tal modo que foram derrotados diante dos filhos d'Israel.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homens d'Israel sairam de Mispah, e perseguiram os philisteos, e os feriram até abaixo de Beth-car.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tomou Samuel uma pedra, e a poz entre Mispah e Sen, e chamou o seu nome Eben-ezer: e disse: Até aqui nos ajudou o Senhor.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os philisteos foram abatidos, e nunca mais vieram aos termos d'Israel, porquanto foi a mão do Senhor contra os philisteos todos os dias de Samuel.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cidades que os philisteos tinham tomado a Israel foram restituidas a Israel, desde Ekron até Gath, e até os seus termos Israel arrebatou da mão dos philisteos; e houve paz entre Israel e entre os amorrheos.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Samuel julgou a Israel todos os dias da sua vida.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ia de anno, em anno, e rodeava a Beth-el, e a Gilgal, e a Mispah, e julgava a Israel em todos aquelles logares.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voltava a Rama, porque estava ali a sua casa, e ali julgava a Israel: e edificou ali um altar ao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