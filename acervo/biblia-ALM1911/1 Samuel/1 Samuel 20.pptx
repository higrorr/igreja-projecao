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fugiu David de Naioth, em Rama: e veiu, e disse perante Jonathan: Que fiz eu? qual é o meu crime? e qual é o meu peccado diante de teu pae, que procura tirar-me a vida?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Tal não haja: não morrerás; eis que meu pae não faz coisa nenhuma grande, nem pequena, sem primeiro me dar parte; porque pois meu pae me encobriria este negocio? não ha 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David tornou a jurar, e disse: Mui bem sabe teu pae que achei graça em teus olhos; pelo que disse: Não saiba isto Jonathan, para que se não magõe, e, na verdade, vive o Senhor, e vive a tua alma, que apenas ha um passo entre mim e a morte.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Jonathan a David: O que disser a tua alma, eu te farei.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David a Jonathan: Eis que ámanhã é a lua nova, em que costumo assentar-me com o rei para comer: deixa-me tu ir, porém, e esconder-me-hei no campo, até á terceira tarde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teu pae notar a minha ausencia, dirás: David me pediu muito que o deixasse ir correndo a Beth-lehem, sua cidade; porquanto se faz lá o sacrificio annual para toda a linhagem.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 assim, Está bem; então teu servo tem paz: porém se muito se indignar, sabe que já está inteiramente determinado no mal.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Usa pois de misericordia com o teu servo, porque fizeste a teu servo entrar comtigo em alliança do Senhor: se porém ha em mim crime, mata-me tu mesmo: porque me levarias a teu pae?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Jonathan: Longe de ti tal coisa: porém se d'alguma maneira soubesse que já este mal está inteiramente determinado por meu pae, para que viesse sobre ti, não t'o descobriria eu?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David a Jonathan: Quem tal me fará saber, se por acaso teu pae te responder asperamente?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Jonathan a David: Vem e saiamos ao campo. E sairam ambos ao campo.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Jonathan a David: Ó Senhor Deus de Israel, se, sondando eu a meu pae ámanhã a estas horas, ou depois d'ámanhã, e eis que houver coisa favoravel para David: e eu então não enviar a ti, e não t'o fizer saber;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faça assim com Jonathan outro tanto; que se aprouver a meu pae fazer-te mal, tambem t'o farei saber, e te deixarei partir, e irás em paz: e o Senhor seja comtigo, assim como foi com meu pae.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eu então ainda viver, porventura não usarás comigo da beneficencia do Senhor, para que não morra?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tão pouco cortarás da minha casa a tua beneficencia eternamente: nem ainda quando o Senhor desarraigar da terra a cada um dos inimigos de David.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fez Jonathan alliança com a casa de David, dizendo: O Senhor o requeira da mão dos inimigos de David.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fez jurar a David de novo, porquanto o amava; porque o amava com todo o amor da sua alma.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Jonathan: Ámanhã é a lua nova, e não te acharão no teu logar, pois o teu assento se achará vazio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ausentando-te tu tres dias, desce apressadamente, e vae áquelle logar onde te escondeste no dia do negocio: e fica-te junto á pedra de Ezel.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atirarei tres frechas para aquella banda, como se atirara ao alvo.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mandarei o moço dizendo: Anda, busca as frechas: se eu expressamente disser ao moço: Olha que as frechas estão para cá de ti; toma-o comtigo, e vem; porque ha paz para ti, e não ha nada, vive o Senhor.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disser ao moço assim: Olha que as frechas estão para lá de ti; vae-te embora; porque o Senhor te deixa ir.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quanto ao negocio de que eu e tu fallámos, eis que o Senhor está entre mim e ti eternamente.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Escondeu-se pois David no campo: e, sendo a lua nova, assentou-se o rei para comer pão.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assentando-se o rei no seu assento, como as outras vezes, no logar junto á parede, Jonathan se levantou, e assentou-se Abner ao lado de Saul: e o logar de David appareceu vasio.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n'aquelle dia não disse Saul nada, porque dizia: Aconteceu-lhe alguma coisa, pela qual não está limpo; certamente não está limpo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tambem ao outro dia, o segundo da lua nova, que o logar de David appareceu vasio: disse pois Saul a Jonathan, seu filho: Porque não veiu o filho de Jessé nem hontem nem hoje a comer pão?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Jonathan a Saul: David me pediu encarecidamente que o deixasse ir a Beth-lehem,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Peço-te que me deixes ir, porquanto a nossa linhagem tem um sacrificio na cidade, e meu irmão mesmo me mandou ir: se pois agora tenho achado graça em teus olhos, peço-te que me deixes partir, para que veja a meus irmãos: por isso não veiu á mesa do rei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accendeu a ira de Saul contra Jonathan, e disse-lhe: Filho da perversa em rebeldia; não sei eu que tens elegido o filho de Jessé, para vergonha tua e para vergonha da nudez de tua mãe?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dias que o filho de Jessé viver sobre a terra nem tu serás firme, nem o teu reino: pelo que envia, e traze-m'o n'esta hora; porque é digno de morte.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respondeu Jonathan a Saul, seu pae, e lhe disse: Porque ha de elle morrer? que tem feito?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atirou-lhe com a lança, para o ferir: assim entendeu Jonathan que já seu pae tinha determinado matar a David.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Jonathan, todo encolerisado, se levantou da mesa: e no segundo dia da lua nova não comeu pão; porque se magoava por causa de David, porque seu pae o tinha maltratado.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pela manhã, que Jonathan saiu ao campo, ao tempo que tinha ajustado com David, e um moço pequeno com elle.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ao seu moço: Corre a buscar as frechas que eu atirar. Correu pois o moço, e elle atirou uma frecha, que fez passar além d'elle.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o moço ao logar da frecha que Jonathan tinha atirado, gritou Jonathan atraz do moço, e disse: Não está porventura a frecha mais para lá de ti?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Jonathan a gritar atraz do moço: Apressa-te, avia-te, não te demores. E o moço de Jonathan apanhou as frechas, e veiu a seu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moço não entendeu coisa alguma: só Jonathan e David sabiam d'este negocio.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Jonathan deu as suas armas ao moço que trazia, e disse-lhe: Anda, e leva-as á cidade.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indo-se o moço, levantou-se David da banda do sul, e lançou-se sobre o seu rosto em terra, e inclinou-se tres vezes: e beijaram-se um ao outro, e choraram juntos até que David chorou muito mais.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20:42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Jonathan a David: Vae-te em paz: o que nós temos jurado ambos em nome do Senhor, dizendo: O Senhor seja entre mim e ti, e entre a minha semente e a tua semente, seja perpetuamente. Então se levantou David, e se foi; e Jonathan entrou na cidade.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