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tendo Samuel envelhecido, constituiu a seus filhos por juizes sobre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nome do seu filho primogenito Joel, e o nome do seu segundo Abia: e foram juizes em Berseba.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seus filhos não andaram pelos caminhos d'elle, antes se inclinaram á avareza, e tomaram presentes, e perverteram o juizo.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anciãos de Israel se congregaram, e vieram a Samuel, a Rama,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Eis que já estás velho, e teus filhos não andam pelos teus caminhos; constitue-nos pois agora um rei sobre nós, para que elle nos julgue, como o teem todas as nações.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 palavra pareceu mal aos olhos de Samuel, quando disseram: Dá-nos um rei, para que nos julgue. E Samuel orou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Samuel: Ouve a voz do povo em tudo quanto te disserem, pois não te teem rejeitado a ti, antes a mim me teem rejeitado para eu não reinar sobre 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 todas as obras que fizeram desde o dia em que os tirei do Egypto até ao dia de hoje, e a mim me deixaram, e a outros deuses serviram, assim tambem te fizeram a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ouve a sua voz, porém protesta-lhes solemnemente, e declara-lhes qual será o costume do rei que houver de reinar sobre 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Samuel todas as palavras do Senhor ao povo, que lhe pedia um rei.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Este será o costume do rei que houver de reinar sobre vós: elle tomará os vossos filhos, e os empregará para os seus carros, e para seus cavalleiros, para que corram adiante dos seus carros.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porá por principes de milhares e por cincoentenarios; e para que lavrem a sua lavoura, e seguem a sua sega, e façam as suas armas de guerra e os petrechos de seus carros.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 as vossas filhas para perfumistas, cozinheiras, e padeiras.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 o melhor das vossas terras, e das vossas vinhas, e dos vossos olivaes, e os dará aos seus creados.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vossas, sementes, e as vossas vinhas dizimará, para dar aos seus eunuchos, e aos seus creados.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vossos creados, e as vossas creadas, e os vossos melhores mancebos, e os vossos jumentos tomará, e os empregará no seu trabalho.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Dizimará o vosso rebanho, e vós lhe servireis de creados.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n'aquelle dia clamareis por causa do vosso rei, que vós houverdes escolhido; mas o Senhor não vos ouvirá n'aquelle dia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povo não quiz ouvir a voz de Samuel; e disseram: Não, mas haverá sobre nós um 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tambem seremos como todas as outras nações; e o nosso rei nos julgará, e sairá adiante de nós, e fará as nossas guerras.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Samuel todas as palavras do povo, as fallou perante os ouvidos do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disse a Samuel: Dá ouvidos á sua voz, e constitue-lhes rei. Então Samuel disse aos filhos de Israel: Vá-se cada qual á sua cidade.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