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philisteos, pois, pelejaram contra Israel: e os homens de Israel fugiram de diante dos philisteos, e cairam atravessados na montanha de Gilboa.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philisteos apertaram com Saul e seus filhos: e os philisteos mataram a Jonathan, e a Abinadab, e a Malchisua, filhos de Saul.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peleja se aggravou contra Saul, e os frecheiros o alcançaram; e muito temeu por causa dos frecheiros.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Saul ao seu pagem d'armas: Arranca a tua espada, e atravessa-me com ella, para que porventura não venham estes incircumcisos, e me atravessem e escarneçam de mim. Porém o seu pagem d'armas não quiz, porque temia muito: então Saul tomou a espada, e se lançou sobre ella.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o seu pagem d'armas que Saul já era morto, tambem elle se lançou sobre a sua espada, e morreu com 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falleceu Saul, e seus tres filhos, e o seu pagem d'armas, e tambem todos os homens morreram juntamente n'aquelle 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os homens d'Israel, que estavam d'esta banda do valle e d'esta banda do Jordão, que os homens d'Israel fugiram, e que Saul e seus filhos estavam mortos, desampararam as cidades, e fugiram; e vieram os philisteos, e habitaram n'ellas.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vindo os philisteos ao outro dia a despojar os mortos, acharam a Saul e a seus tres filhos estirados na montanha de Gilboa.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cortaram-lhe a cabeça, e o despojaram das suas armas, e enviaram pela terra dos philisteos, em redor, a annuncial-o no templo dos seus idolos e entre o povo.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pozeram as suas armas no templo d'Astaroth, e o seu corpo o affixaram no muro de Beth-san.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então isto os moradores de Jabez-gilead, o que os philisteos fizeram a Saul,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homem valoroso se levantou, e caminharam toda a noite, e tiraram o corpo de Saul e os corpos de seus filhos do muro de Beth-san, e, vindo a Jabez, os queimaram.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tomaram os seus ossos, e os sepultaram debaixo d'um arvoredo, em Jabez, e jejuaram sete dias.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