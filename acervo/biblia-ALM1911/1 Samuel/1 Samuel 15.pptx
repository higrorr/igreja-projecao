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a:t>
            </a:r>
          </a:p>
          <a:p>
            <a:pPr algn="ctr"/>
            <a:r>
              <a:rPr sz="4400">
                <a:solidFill>
                  <a:srgbClr val="FFFFFF"/>
                </a:solidFill>
                <a:latin typeface="Arial"/>
              </a:rPr>
              <a:t>Então disse Samuel a Saul: Enviou-me o Senhor a ungir-te rei sobre o seu povo, sobre Israel: ouve pois agora a voz das palavras do Senhor.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a:t>
            </a:r>
          </a:p>
          <a:p>
            <a:pPr algn="ctr"/>
            <a:r>
              <a:rPr sz="4400">
                <a:solidFill>
                  <a:srgbClr val="FFFFFF"/>
                </a:solidFill>
                <a:latin typeface="Arial"/>
              </a:rPr>
              <a:t>Assim diz o Senhor dos exercitos: Eu me recordei do que fez Amalek a Israel; como se lhe oppoz no caminho, quando subia do Egypto.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a:t>
            </a:r>
          </a:p>
          <a:p>
            <a:pPr algn="ctr"/>
            <a:r>
              <a:rPr sz="4400">
                <a:solidFill>
                  <a:srgbClr val="FFFFFF"/>
                </a:solidFill>
                <a:latin typeface="Arial"/>
              </a:rPr>
              <a:t>Vae pois agora e fere a Amalek; e destroe totalmente a tudo o que tiver, e não lhe perdoes; porém matarás desde o homem até á mulher, desde os meninos até aos de mama, desde os bois até ás ovelhas, e desde os camelos até aos jumentos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15:4</a:t>
            </a:r>
          </a:p>
          <a:p>
            <a:pPr algn="ctr"/>
            <a:r>
              <a:rPr sz="4400">
                <a:solidFill>
                  <a:srgbClr val="FFFFFF"/>
                </a:solidFill>
                <a:latin typeface="Arial"/>
              </a:rPr>
              <a:t>O que Saul annunciou ao povo, e os contou em Teilaim, duzentos mil homens de pé, e dez mil homens de Judah.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15:5</a:t>
            </a:r>
          </a:p>
          <a:p>
            <a:pPr algn="ctr"/>
            <a:r>
              <a:rPr sz="4400">
                <a:solidFill>
                  <a:srgbClr val="FFFFFF"/>
                </a:solidFill>
                <a:latin typeface="Arial"/>
              </a:rPr>
              <a:t>Chegando pois Saul á cidade d'Amalek, poz emboscada no valle.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15:6</a:t>
            </a:r>
          </a:p>
          <a:p>
            <a:pPr algn="ctr"/>
            <a:r>
              <a:rPr sz="4400">
                <a:solidFill>
                  <a:srgbClr val="FFFFFF"/>
                </a:solidFill>
                <a:latin typeface="Arial"/>
              </a:rPr>
              <a:t>E disse Saul aos keneos: Ide-vos, retirae-vos e sahi do meio dos amalekitas, para que vos não destrua juntamente com elles, porque vós usastes de misericordia com todos os filhos de Israel, quando subiram do Egypto. Assim os keneos se retiraram do meio dos amalekitas.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15:7</a:t>
            </a:r>
          </a:p>
          <a:p>
            <a:pPr algn="ctr"/>
            <a:r>
              <a:rPr sz="4400">
                <a:solidFill>
                  <a:srgbClr val="FFFFFF"/>
                </a:solidFill>
                <a:latin typeface="Arial"/>
              </a:rPr>
              <a:t>Então feriu Saul aos amalekitas desde Havia até chegar a Sur, que está defronte do Egypto.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15:8</a:t>
            </a:r>
          </a:p>
          <a:p>
            <a:pPr algn="ctr"/>
            <a:r>
              <a:rPr sz="4400">
                <a:solidFill>
                  <a:srgbClr val="FFFFFF"/>
                </a:solidFill>
                <a:latin typeface="Arial"/>
              </a:rPr>
              <a:t>E tomou vivo a Agag, rei dos amalekitas; porém a todo o povo destruiu ao fio da espada.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15:9</a:t>
            </a:r>
          </a:p>
          <a:p>
            <a:pPr algn="ctr"/>
            <a:r>
              <a:rPr sz="4400">
                <a:solidFill>
                  <a:srgbClr val="FFFFFF"/>
                </a:solidFill>
                <a:latin typeface="Arial"/>
              </a:rPr>
              <a:t>E Saul e o povo perdoaram a Agag, e ao melhor das ovelhas e das vaccas, e ás da segunda sorte, e aos cordeiros e ao melhor que havia, e não os quizeram destruir totalmente: porém a toda a coisa vil e desprezivel detruiram totalmente.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15:10</a:t>
            </a:r>
          </a:p>
          <a:p>
            <a:pPr algn="ctr"/>
            <a:r>
              <a:rPr sz="4400">
                <a:solidFill>
                  <a:srgbClr val="FFFFFF"/>
                </a:solidFill>
                <a:latin typeface="Arial"/>
              </a:rPr>
              <a:t>Então veiu a palavra do Senhor a Samuel, dizendo: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15:11</a:t>
            </a:r>
          </a:p>
          <a:p>
            <a:pPr algn="ctr"/>
            <a:r>
              <a:rPr sz="4400">
                <a:solidFill>
                  <a:srgbClr val="FFFFFF"/>
                </a:solidFill>
                <a:latin typeface="Arial"/>
              </a:rPr>
              <a:t>Arrependo-me de haver posto a Saul como rei; porquanto se tornou de detraz de mim, e não executou as minhas palavras. Então Samuel se contristou, e toda a noite clamou ao Senhor.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15:12</a:t>
            </a:r>
          </a:p>
          <a:p>
            <a:pPr algn="ctr"/>
            <a:r>
              <a:rPr sz="4400">
                <a:solidFill>
                  <a:srgbClr val="FFFFFF"/>
                </a:solidFill>
                <a:latin typeface="Arial"/>
              </a:rPr>
              <a:t>E madrugou Samuel para encontrar a Saul pela manhã: e annunciou-se a Samuel, dizendo: Já chegou Saul ao Carmelo, e eis que levantou para si uma columna. Então fez volta, e passou e desceu e Gilgal.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15:13</a:t>
            </a:r>
          </a:p>
          <a:p>
            <a:pPr algn="ctr"/>
            <a:r>
              <a:rPr sz="4400">
                <a:solidFill>
                  <a:srgbClr val="FFFFFF"/>
                </a:solidFill>
                <a:latin typeface="Arial"/>
              </a:rPr>
              <a:t>Veiu pois Samuel a Saul; e Saul lhe disse: Bemdito tu do Senhor; executei a palavra do Senhor.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15:14</a:t>
            </a:r>
          </a:p>
          <a:p>
            <a:pPr algn="ctr"/>
            <a:r>
              <a:rPr sz="4400">
                <a:solidFill>
                  <a:srgbClr val="FFFFFF"/>
                </a:solidFill>
                <a:latin typeface="Arial"/>
              </a:rPr>
              <a:t>Então disse Samuel: Que balido pois de ovelhas é este nos meus ouvidos, e o mugido de vaccas que oiço?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15:15</a:t>
            </a:r>
          </a:p>
          <a:p>
            <a:pPr algn="ctr"/>
            <a:r>
              <a:rPr sz="4400">
                <a:solidFill>
                  <a:srgbClr val="FFFFFF"/>
                </a:solidFill>
                <a:latin typeface="Arial"/>
              </a:rPr>
              <a:t>E disse Saul: De Amalek as trouxeram; porque o povo perdoou ao melhor das ovelhas e das vaccas, para as offerecer ao Senhor teu Deus: o resto porém temos destruido totalmente.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15:16</a:t>
            </a:r>
          </a:p>
          <a:p>
            <a:pPr algn="ctr"/>
            <a:r>
              <a:rPr sz="4400">
                <a:solidFill>
                  <a:srgbClr val="FFFFFF"/>
                </a:solidFill>
                <a:latin typeface="Arial"/>
              </a:rPr>
              <a:t>Então disse Samuel a Saul: Espera, e te declararei o que o Senhor me disse esta noite. E elle disse-lhe: Falla.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15:17</a:t>
            </a:r>
          </a:p>
          <a:p>
            <a:pPr algn="ctr"/>
            <a:r>
              <a:rPr sz="4400">
                <a:solidFill>
                  <a:srgbClr val="FFFFFF"/>
                </a:solidFill>
                <a:latin typeface="Arial"/>
              </a:rPr>
              <a:t>E disse Samuel: Porventura, sendo tu pequeno aos teus olhos, não foste por Cabeça das tribus de Israel? e o Senhor te ungiu rei sobre Israel.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15:18</a:t>
            </a:r>
          </a:p>
          <a:p>
            <a:pPr algn="ctr"/>
            <a:r>
              <a:rPr sz="4400">
                <a:solidFill>
                  <a:srgbClr val="FFFFFF"/>
                </a:solidFill>
                <a:latin typeface="Arial"/>
              </a:rPr>
              <a:t>E enviou-te o Senhor a este caminho, e disse: Vae, e destroe totalmente a estes peccadores, os amalekitas, e peleja contra elles, até que os aniquiles.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15:19</a:t>
            </a:r>
          </a:p>
          <a:p>
            <a:pPr algn="ctr"/>
            <a:r>
              <a:rPr sz="4400">
                <a:solidFill>
                  <a:srgbClr val="FFFFFF"/>
                </a:solidFill>
                <a:latin typeface="Arial"/>
              </a:rPr>
              <a:t>Porque pois não déste ouvidos á voz do Senhor, antes voaste ao despojo, e fizeste o que parecia mal aos olhos do Senhor?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15:20</a:t>
            </a:r>
          </a:p>
          <a:p>
            <a:pPr algn="ctr"/>
            <a:r>
              <a:rPr sz="4400">
                <a:solidFill>
                  <a:srgbClr val="FFFFFF"/>
                </a:solidFill>
                <a:latin typeface="Arial"/>
              </a:rPr>
              <a:t>Então disse Saul a Samuel: Antes dei ouvidos á voz do Senhor, e caminhei no caminho pelo qual o Senhor me enviou; e trouxe a Agag, rei de Amalek, e os amalekitas destrui totalmente;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15:21</a:t>
            </a:r>
          </a:p>
          <a:p>
            <a:pPr algn="ctr"/>
            <a:r>
              <a:rPr sz="4400">
                <a:solidFill>
                  <a:srgbClr val="FFFFFF"/>
                </a:solidFill>
                <a:latin typeface="Arial"/>
              </a:rPr>
              <a:t>Mas o povo tomou do despojo ovelhas e vaccas, o melhor do interdicto, para offerecer ao Senhor teu Deus em Gilgal.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15:22</a:t>
            </a:r>
          </a:p>
          <a:p>
            <a:pPr algn="ctr"/>
            <a:r>
              <a:rPr sz="4400">
                <a:solidFill>
                  <a:srgbClr val="FFFFFF"/>
                </a:solidFill>
                <a:latin typeface="Arial"/>
              </a:rPr>
              <a:t>Porém Samuel disse: Tem porventura o Senhor tanto prazer em holocaustos e sacrificios, como em que se obedeça á palavra do Senhor? eis que o obedecer é melhor do que o sacrificar, e o attender melhor é do que a gordura de carneiros.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15:23</a:t>
            </a:r>
          </a:p>
          <a:p>
            <a:pPr algn="ctr"/>
            <a:r>
              <a:rPr sz="4400">
                <a:solidFill>
                  <a:srgbClr val="FFFFFF"/>
                </a:solidFill>
                <a:latin typeface="Arial"/>
              </a:rPr>
              <a:t>Porque a rebellião é como o peccado de feitiçaria, e o porfiar é como iniquidade e idolatria. Porquanto tu rejeitaste a palavra do Senhor, elle tambem te rejeitou a ti, para que não sejas rei.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15:24</a:t>
            </a:r>
          </a:p>
          <a:p>
            <a:pPr algn="ctr"/>
            <a:r>
              <a:rPr sz="4400">
                <a:solidFill>
                  <a:srgbClr val="FFFFFF"/>
                </a:solidFill>
                <a:latin typeface="Arial"/>
              </a:rPr>
              <a:t>Então disse Saul a Samuel: Pequei, porquanto tenho traspassado o dito do Senhor e as tuas palavras: por-* que temi ao povo, e dei ouvidos á sua voz.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15:25</a:t>
            </a:r>
          </a:p>
          <a:p>
            <a:pPr algn="ctr"/>
            <a:r>
              <a:rPr sz="4400">
                <a:solidFill>
                  <a:srgbClr val="FFFFFF"/>
                </a:solidFill>
                <a:latin typeface="Arial"/>
              </a:rPr>
              <a:t>Agora pois, te rogo, perdoa-me o meu peccado: e torna-te comigo, para que adore ao Senhor.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15:26</a:t>
            </a:r>
          </a:p>
          <a:p>
            <a:pPr algn="ctr"/>
            <a:r>
              <a:rPr sz="4400">
                <a:solidFill>
                  <a:srgbClr val="FFFFFF"/>
                </a:solidFill>
                <a:latin typeface="Arial"/>
              </a:rPr>
              <a:t>Porém Samuel disse a Saul: Não tornarei comtigo: porquanto rejeitaste a palavra do Senhor, já te rejeitou o Senhor, para que não sejas rei sobre Israel.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15:27</a:t>
            </a:r>
          </a:p>
          <a:p>
            <a:pPr algn="ctr"/>
            <a:r>
              <a:rPr sz="4400">
                <a:solidFill>
                  <a:srgbClr val="FFFFFF"/>
                </a:solidFill>
                <a:latin typeface="Arial"/>
              </a:rPr>
              <a:t>E virando-se Samuel para se ir, elle lhe pegou pela borda da capa, e a rasgou.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15:28</a:t>
            </a:r>
          </a:p>
          <a:p>
            <a:pPr algn="ctr"/>
            <a:r>
              <a:rPr sz="4400">
                <a:solidFill>
                  <a:srgbClr val="FFFFFF"/>
                </a:solidFill>
                <a:latin typeface="Arial"/>
              </a:rPr>
              <a:t>Então Samuel lhe disse: O Senhor tem rasgado de ti hoje o reino de Israel, e o tem dado ao teu proximo, melhor do que tu.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15:29</a:t>
            </a:r>
          </a:p>
          <a:p>
            <a:pPr algn="ctr"/>
            <a:r>
              <a:rPr sz="4400">
                <a:solidFill>
                  <a:srgbClr val="FFFFFF"/>
                </a:solidFill>
                <a:latin typeface="Arial"/>
              </a:rPr>
              <a:t>E tambem aquelle que é a Força de Israel não mente nem se arrepende; porquanto não é um homem para que se arrependa.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15:30</a:t>
            </a:r>
          </a:p>
          <a:p>
            <a:pPr algn="ctr"/>
            <a:r>
              <a:rPr sz="4400">
                <a:solidFill>
                  <a:srgbClr val="FFFFFF"/>
                </a:solidFill>
                <a:latin typeface="Arial"/>
              </a:rPr>
              <a:t>Disse elle então: Pequei; honra-me porém agora diante dos anciãos do meu povo, e diante de Israel: e torna-te comigo, para que adore ao Senhor teu Deus.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15:31</a:t>
            </a:r>
          </a:p>
          <a:p>
            <a:pPr algn="ctr"/>
            <a:r>
              <a:rPr sz="4400">
                <a:solidFill>
                  <a:srgbClr val="FFFFFF"/>
                </a:solidFill>
                <a:latin typeface="Arial"/>
              </a:rPr>
              <a:t>Então Samuel se tornou atraz de Saul: e Saul adorou ao Senhor.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15:32</a:t>
            </a:r>
          </a:p>
          <a:p>
            <a:pPr algn="ctr"/>
            <a:r>
              <a:rPr sz="4400">
                <a:solidFill>
                  <a:srgbClr val="FFFFFF"/>
                </a:solidFill>
                <a:latin typeface="Arial"/>
              </a:rPr>
              <a:t>Então disse Samuel: Trazei-me aqui a Agag, rei dos amalekitas. E Agag veiu a elle melindrosamente: e disse Agag: Na verdade já passou a amargura da morte.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15:33</a:t>
            </a:r>
          </a:p>
          <a:p>
            <a:pPr algn="ctr"/>
            <a:r>
              <a:rPr sz="4400">
                <a:solidFill>
                  <a:srgbClr val="FFFFFF"/>
                </a:solidFill>
                <a:latin typeface="Arial"/>
              </a:rPr>
              <a:t>Disse porém Samuel: Assim como a tua espada desfilhou as mulheres, assim ficará desfilhada a tua mãe entre as mulheres. Então Samuel despedaçou a Agag perante o Senhor em Gilgal.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15:34</a:t>
            </a:r>
          </a:p>
          <a:p>
            <a:pPr algn="ctr"/>
            <a:r>
              <a:rPr sz="4400">
                <a:solidFill>
                  <a:srgbClr val="FFFFFF"/>
                </a:solidFill>
                <a:latin typeface="Arial"/>
              </a:rPr>
              <a:t>Então Samuel se foi a Rama: e Saul subiu a sua casa, a Gibeah de Saul.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15:35</a:t>
            </a:r>
          </a:p>
          <a:p>
            <a:pPr algn="ctr"/>
            <a:r>
              <a:rPr sz="4400">
                <a:solidFill>
                  <a:srgbClr val="FFFFFF"/>
                </a:solidFill>
                <a:latin typeface="Arial"/>
              </a:rPr>
              <a:t>E nunca mais viu Samuel a Saul até ao dia da sua morte; porque Samuel teve dó de Saul. E o Senhor se arrependeu de que pozera a Saul rei sobre Israel.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