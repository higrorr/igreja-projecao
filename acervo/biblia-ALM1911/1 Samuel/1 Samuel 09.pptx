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um homem de Benjamin, cujo nome era Kis, filho de Abiel, filho de Zeror, filho de Bechorath, filho de Aphia, filho d'um homem de Benjamin: varão alentado em força.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tinha um filho, cujo nome era Saul, mancebo, e tão bello que entre os filhos de Israel não havia outro homem mais bello do que elle; desde os hombros para cima sobresahia a todo o povo.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perderam-se as jumentas de Kis, pae de Saul; pelo que disse Kis a Saul, seu filho: Toma agora comtigo um dos moços, e levanta-te e vae a buscar as jumentas.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Passou pois pela montanha de Ephraim, e d'ali passou á terra de Salisa, porém não as acharam: depois passaram á terra de Sahalim, porém tão pouco estavam ali: tambem passou á terra de Benjamin, porém tão pouco as acharam.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elles então á terra de Zuph, Saul disse para o seu moço, com quem elle ia: Vem, e voltemos; para que porventura meu pae não deixe de inquietar-se pelas jumentas e se afflija por causa de nós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lhe disse: Eis que ha n'esta cidade um homem de Deus, e homem honrado é: tudo quanto diz, succede assim infallivelmente: vamo-nos agora lá; porventura nos mostrará o caminho que devemos seguir.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Saul disse ao seu moço: Eis, porém, se lá formos, que levaremos então áquelle homem? porque o pão de nossos alforges se acabou, e presente nenhum temos que levar ao homem de Deus: que temos?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moço tornou a responder a Saul, e disse: Eis que ainda se acha na minha mão um quarto d'um siclo de prata, o qual darei ao homem de Deus, para que nos mostre o caminho.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(Antigamente em Israel, indo qualquer consultar a Deus, dizia assim: Vinde, e vamos ao vidente: porque ao propheta de hoje antigamente se chamava vidente.)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Saul ao moço: Bem dizes, vem, pois, vamos. E foram-se á cidade onde estava o homem de Deus.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subindo elles pela subida da cidade, acharam umas moças que sahiam a tirar agua; e disseram-lhes: Está cá o vidente?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ellas lhes responderam, e disseram: Sim, eil-o aqui tens diante de ti: apressa-te pois, porque hoje veiu á cidade; porquanto o povo tem hoje sacrificio no alto.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Entrando vós na cidade, logo o achareis, antes que suba ao alto para comer; porque o povo não comerá, até que elle venha; porque elle é o que abençoa o sacrificio, e depois comem os convidados: subi pois agora, que hoje o achareis.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Subiram pois á cidade: e, vindo elles no meio da cidade, eis que Samuel lhes saiu ao encontro, para subir ao alto.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o revelara aos ouvidos de Samuel, um dia antes que Saul viesse, dizendo: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Ámanhã a estas horas te enviarei um homem da terra de Benjamin, o qual ungirás por capitão sobre o meu povo de Israel, e elle livrará o meu povo da mão dos philisteos; porque tenho olhado para o meu povo; porque o clamor chegou a mim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Samuel viu a Saul, o Senhor lhe respondeu: Eis aqui o homem de quem já te tenho dito. Este dominará sobre o meu povo.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Saul se chegou a Samuel no meio da porta, e disse: Mostra-me, peço-te, onde está aqui a casa do vidente.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Samuel respondeu a Saul, e disse: Eu sou o vidente; sobe diante de mim ao alto, e comei hoje comigo; e pela manhã te despedirei, e tudo quanto está no teu coração, t'o declararei.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quanto ás jumentas que ha tres dias se te perderam, não occupes o teu coração com ellas, porque já se acharam. E para quem é todo o desejo de Israel? porventura não é para ti, e para toda a casa de teu pae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Saul, e disse: Porventura não sou eu filho de Benjamin, da mais pequena das tribus de Israel? e a minha familia a mais pequena de todas as familias da tribu de Benjamin? porque pois me fallas com similhantes palavras?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Samuel tomou a Saul e ao seu moço, e os levou á camara; e deu-lhes logar a cima de todos os convidados, que eram uns trinta homens.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Samuel ao cozinheiro: Dá cá a porção que te dei, de que te disse: Pôe-n'a á parte comtigo.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Levantou pois o cozinheiro a espadoa, com o que havia n'ella, e pôl-a diante de Saul: e disse Samuel: Eis que isto é o sobejo; pôe-n'o diante de ti, e come; porque se guardou para ti para esta occasião, dizendo eu: Tenho convidado o povo. Assim comeu Saul aquelle dia com Samuel.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desceram do alto para a cidade; e fallou com Saul sobre o eirado.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levantaram de madrugada; e succedeu que, quasi ao subir da alva, chamou Samuel a Saul ao eirado, dizendo: Levanta-te, e despedir-te-hei. Levantou-se Saul, e sairam para fóra ambos, elle e Samuel.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descendo elles para a extremidade da cidade, Samuel disse a Saul: Dize ao moço que passe adiante de nós; (e passou) porém tu espera agora, e te farei ouvir a palavra de Deus.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