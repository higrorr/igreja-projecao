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Samuel a todo o Israel: Eis que ouvi a vossa voz em tudo quanto me dissestes, e puz sobre vós um rei.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eis que o rei vae diante de vós, e já envelheci e encaneci, e eis que meus filhos estão comvosco, e eu tenho andado diante de vós desde a minha mocidade até ao dia de hoje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Eis-me aqui, testificae contra mim perante o Senhor, e perante o seu ungido, a quem o boi tomei, a quem o jumento tomei, e a quem defraudei, a quem tenho opprimido, e de cuja mão tenho tomado presente e com elle encobri os meus olhos, e vol-o restituirei.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disseram: Em nada nos defraudaste, nem nos opprimiste, nem tomaste coisa alguma da mão de ninguem.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lhes disse: O Senhor seja testemunha contra vós, e o seu ungido seja hoje testemunha, que nada tendes achado na minha mão. E disse o povo: Seja testemunha.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Samuel ao povo: O Senhor é o que fez a Moysés e a Aarão, e tirou a vossos paes da terra do Egypto.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ponde-vos aqui em pé, e contenderei comvosco perante o Senhor, sobre todas as justiças do Senhor, que fez a vós e a vossos paes.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Havendo entrado Jacob no Egypto, vossos paes clamaram ao Senhor, e o Senhor enviou a Moysés e a Aarão, que tiraram a vossos paes do Egypto, e os fizeram habitar n'este logar.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esqueceram-se do Senhor seu Deus: então os vendeu á mão de Sisera, cabeça do exercito de Hazor, e em mão dos philisteos, e em mão do rei dos moabitas, que pelejaram contra elles.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clamaram ao Senhor, e disseram: Peccámos, pois deixámos ao Senhor, e servimos aos baalins e astaroths: agora pois livra-nos da mão de nossos inimigos, e te serviremos.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enviou a Jerubbaal, e a Bedan, e a Jefte, e a Samuel; e livrou-vos da mão de vossos inimigos em redor, e habitastes seguros.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vendo vós que Nahas, rei dos filhos de Ammon, vinha contra vós, me dissestes: Não, mas reinará sobre nós um rei: sendo porém o Senhor vosso Deus, o vosso Rei.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vedes ahi o rei que elegestes e que pedistes; e eis que o Senhor tem posto sobre vós um rei.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temerdes ao Senhor, e o servirdes, e derdes ouvidos á sua voz, e não fordes rebeldes ao dito do Senhor, assim vós, como o rei que reina sobre vós, seguireis o Senhor vosso Deus.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se não derdes ouvidos á voz do Senhor, mas antes fordes rebeldes ao dito do Senhor, a mão do Senhor será contra vós, como o era contra vossos paes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Ponde-vos tambem agora aqui, e vêde esta grande coisa que o Senhor vae fazer diante dos vossos olhos.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é hoje a sega dos trigos? clamarei pois ao Senhor, e dará trovões e chuva; e sabereis e vereis que é grande a vossa maldade que tendes feito perante o Senhor, pedindo para vós um rei.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invocou Samuel ao Senhor, e o Senhor deu trovões e chuva n'aquelle dia; pelo que todo o povo temeu em grande maneira ao Senhor e a Samuel.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o povo disse a Samuel: Roga pelos teus servos ao Senhor teu Deus, para que não venhamos a morrer: porque a todos os nossos peccados temos accrescentado este mal, de pedirmos para nós um rei.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Samuel ao povo: Não temaes; vós tendes commettido todo este mal; porém não vos desvieis de detraz do Senhor, mas servi ao Senhor com todo o vosso coração.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vos desvieis; pois seguirieis as vaidades, que nada aproveitam, e tão pouco vos livrarão, porque vaidades são.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o Senhor não desamparará o seu povo, por causa do seu grande nome: porque aprouve ao Senhor fazer-vos o seu povo.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quanto a mim, longe de mim que eu peque contra o Senhor, deixando de orar por vós: antes vos ensinarei o caminho bom e direito.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sómente temei ao Senhor, e servi-o fielmente com todo o vosso coração: porque vede quão grandiosas coisas vos fez.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 perseverardes em fazer mal, perecereis, assim vós como o vosso rei.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