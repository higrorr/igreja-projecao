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Houve um homem de Ramathaim de Zophim, da montanha de Ephraim, cujo nome era Elcana, filho de Jeroham, filho de Elihu, filho de Tohu, filho de Suph, ephrateo.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 tinha duas mulheres: o nome d'uma era Anna, e o nome da outra Peninna: e Peninna tinha filhos, porém Anna não tinha filhos.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Subia pois este homem da sua cidade de anno em anno a adorar e a sacrificar ao Senhor dos Exercitos em Silo: e estavam ali os sacerdotes do Senhor, Hophni e Phineas, os dois filhos d'Eli.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 no dia em que Elcana sacrificava dava elle porções a Peninna, sua mulher, e a todos os seus filhos, e a todas as suas filhas.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 Anna dava uma parte excellente; porquanto a Anna amava, porém o Senhor lhe tinha cerrado a madre.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sua competidora excessivamente a irritava, para a embravecer: porquanto o Senhor lhe tinha cerrado a madre.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assim o fazia elle de anno em anno: desde que subia á casa do Senhor, assim a outra a irritava: pelo que chorava, e não comia.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Elcana, seu marido, lhe disse: Anna, porque choras? e porque não comes? e porque está mal o teu coração? não te sou eu melhor do que dez filhos?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Anna se levantou, depois que comeram e beberam em Silo: e Eli, sacerdote, estava assentado n'uma cadeira, junto a um pilar do templo do Senhor.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Ella pois, com amargura de alma, orou ao Senhor, e chorou abundantemente.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votou um voto, dizendo: Senhor dos Exercitos! se benignamente attenderes para a afflicção da tua serva, e de mim te lembrares, e da tua serva te não esqueceres, mas á tua serva deres um filho varão, ao Senhor o darei por todos os dias da sua vida, e sobre a sua cabeça não subirá navalha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perseverando ella em orar perante o Senhor, Eli fez attenção á sua bocca.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Anna no seu coração fallava, só se moviam os seus beiços, porém não se ouvia a sua voz: pelo que Eli a teve por embriagada.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 Eli: Até quando estarás tu embriagada? aparta de ti o teu vinho.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Anna respondeu, e disse: Não, senhor meu, eu sou uma mulher attribulada de espirito; nem vinho nem bebida forte tenho bebido: porém tenho derramado a minha alma perante o Senhor.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tenhas pois a tua serva por filha de Belial: porque da multidão dos meus cuidados e do meu desgosto tenho fallado até agora.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respondeu Eli, e disse: Vae em paz: e o Deus de Israel te conceda a tua petição que lhe pediste.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ella: Ache a tua serva graça em teus olhos. Assim a mulher se foi seu caminho, e comeu, e o seu semblante já não era triste.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levantaram-se de madrugada, e adoraram perante o Senhor, e tornaram-se, e vieram á sua casa, a Rama, e Elcana conheceu a Anna, sua mulher, e o Senhor se lembrou d'ella.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passado algum tempo, Anna concebeu, e pariu um filho, e chamou o seu nome Samuel; porque, dizia ella, o tenho pedido ao Senhor.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subiu aquelle homem Elcana com toda a sua casa, a sacrificar ao Senhor o sacrificio annual e a cumprir o seu voto.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Anna não subiu; mas disse a seu marido: Quando o menino fôr desmamado, então o levarei, para que appareça perante o Senhor, e lá fique para sempre.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Elcana, seu marido, lhe disse: Faze o que bem te parecer em teus olhos, fica até que o desmames; tão sómente confirme o Senhor a sua palavra: assim ficou a mulher, e deu leite a seu filho, até que o desmamou.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havendo-o desmamado, o levou comsigo, com tres bezerros, e um epha de farinha, e um odre de vinho, e o trouxe á casa do Senhor, a Silo, e era o menino ainda muito creança.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degolaram um bezerro: e assim trouxeram o menino a Eli.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ella: Ah, meu senhor, viva a tua alma, meu senhor; eu sou aquella mulher que aqui esteve comtigo, para orar ao Senhor.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este menino orava eu; e o Senhor me concedeu a minha petição, que eu lhe tinha pedido.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tambem ao Senhor eu o entreguei, por todos os dias que viver: pois ao Senhor foi pedido. E elle adorou ali ao Senhor.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