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de Samuel a todo o Israel: e Israel saiu ao encontro, á peleja, aos philisteos, e se acamparam junto a Eben-ezer: e os philisteos se acamparam junto a Afek.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se dispozeram em ordem de batalha, para sair ao encontro a Israel; e, estendendo-se a peleja, Israel foi ferido diante dos philisteos, porque feriram na batalha, no campo, uns quatro mil homens.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tornando o povo ao arraial, disseram os anciãos d'Israel: Porque nos feriu o Senhor hoje diante dos philisteos? tragamos de Silo a arca do concerto do Senhor, e venha no meio de nós, para que nos livre da mão de nossos inimigos.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pois o povo a Silo, e trouxeram de lá a arca do concerto do Senhor dos exercitos, que habita entre os cherubins: e os dois filhos d'Eli, Hophni e Phineas estavam ali com a arca do concerto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vindo a arca do concerto do Senhor ao arraial, todo o Israel jubilou com grande jubilo, até que a terra estremeceu.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philisteos, ouvindo a voz do jubilo, disseram: Que voz de tão grande jubilo é esta no arraial dos hebreos? então souberam que a arca do Senhor era vinda ao arraial.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philisteos se atemorisaram; porque diziam: Deus veiu ao arraial. E diziam mais: Ai de nós! que tal nunca jámais succedeu 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nós! quem nos livrará da mão d'estes grandiosos deuses? estes são os deuses que feriram aos egypcios com todas as pragas junto ao deserto.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Esforçae-vos, e sêde homens, ó philisteos, para que porventura não venhaes a servir aos hebreos, como elles serviram a vós; sêde pois homens, e pelejae.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pelejaram os philisteos, e Israel foi ferido, e fugiram cada um para a sua tenda; e foi tão grande o estrago, que cairam de Israel trinta mil homens de pé.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tomada a arca de Deus: e os dois filhos d'Eli, Hophni e Phineas, morreram.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correu da batalha um homem de Benjamin, e chegou no mesmo dia a Silo: e trazia os vestidos rotos, e terra sobre a cabeça.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elle, eis que Eli estava assentado sobre uma cadeira, vigiando ao pé do caminho; porquanto o seu coração estava tremendo pela arca de Deus: entrando pois aquelle homem a annunciar isto na cidade, toda a cidade gritou.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Eli, ouvindo a voz do grito, disse: Que voz de alvoroço é esta? Então chegou aquelle homem a grande pressa, e veiu, e o annunciou a Eli.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Eli da edade de noventa e oito annos: e estavam os seus olhos tão escurecidos, que já não podia 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aquelle homem a Eli: Eu sou o que venho da batalha; porque eu fugi hoje da batalha. E disse elle: Que coisa succedeu, filho meu?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que trazia as novas, e disse: Israel fugiu de diante dos philisteos, e houve tambem grande desfeita entre o povo: e, de mais d'isto, tambem teus dois filhos, Hophni e Phineas, morreram, e a arca de Deus é tomada.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fazendo elle menção da arca de Deus, Eli caiu da cadeira para traz, da banda da porta, e quebrou-se-lhe o pescoço e morreu: porquanto o homem era velho e pesado; e tinha elle julgado a Israel quarenta annos.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sua nora, a mulher de Phineas, gravida, e proxima ao parto, e ouvindo estas novas, de que a arca de Deus era tomada, e de que seu sogro e seu marido morreram, encurvou-se e pariu; porquanto as dores lhe sobrevieram.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tempo em que ia morrendo, disseram as mulheres que estavam com ella: Não temas, pois pariste um filho. Ella porém não respondeu, nem fez caso d'isso.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ao menino Icabod, dizendo: Foi-se a gloria de Israel. Porquanto a arca de Deus foi levada presa, e por causa de seu sogro e de seu marido.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De Israel a gloria é levada presa: pois é tomada a arca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