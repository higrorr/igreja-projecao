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acabando elle de fallar com Saul, a alma de Jonathan se ligou com a alma de David: e Jonathan o amou, como á sua propria alma.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Saul n'aquelle dia o tomou, e não lhe permittiu que tornasse para casa de seu pae.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Jonathan e David fizeram alliança: porque Jonathan o amava como á sua propria alma.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Jonathan se despojou da capa que trazia sobre si, e a deu a David, como tambem os seus vestidos, até a sua espada, e o seu arco, e o seu cinto.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sahia David aonde quer que Saul o enviava, e conduzia-se com prudencia, e Saul o poz sobre a gente de guerra: e era acceito aos olhos de todo o povo, e até aos olhos dos servos de Saul.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porém que, vindo elles, quando David voltava de ferir os philisteos, as mulheres de todas as cidades de Israel sairam ao encontro do rei Saul, cantando, e em danças, com adufes, com alegria, e com instrumentos de musica.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mulheres tangendo, se respondiam umas ás outras, e diziam: Saul feriu os seus milhares, porém David os seus dez milhares.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Saul se indignou muito, e aquella palavra pareceu mal aos seus olhos, e disse: Dez milhares deram a David, e a mim sómente milhares; na verdade, que lhe falta, senão só o reino?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desde aquelle dia em diante, Saul tinha David em suspeita.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ao outro dia, que o mau espirito da parte de Deus se apoderou de Saul, e prophetizava no meio da casa: e David tangia com a sua mão, como de dia em dia: Saul porém tinha na mão uma lança.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Saul atirou com a lança, dizendo: Encravarei a David na parede. Porém David se desviou d'elle por duas vezes.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temia Saul a David, porque o Senhor era com elle e se tinha retirado de Saul.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Saul o desviou de si, e o poz por chefe de mil: e sahia e entrava diante do povo.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se conduzia com prudencia em todos os seus caminhos, e o Senhor era com elle.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então Saul que tão prudentemente se conduzia, tinha receio d'elle.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todo o Israel e Judah amava a David, porquanto sahia e entrava diante d'elles.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Saul disse a David: Eis que Merab, minha filha mais velha, te darei por mulher; sê-me somente filho valoroso, e guerreia as guerras do Senhor (porque Saul dizia comsigo: Não seja contra elle a minha mão, mas sim a dos philisteos).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David disse a Saul: Quem sou eu, e qual é a minha vida e a familia de meu pae em Israel, para vir a ser genro do rei?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Succedeu, porém, que ao tempo que Merab, filha de Saul, devia ser dada a David, ella foi dada por mulher a Adriel, meholathita.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Michal, a outra filha de Saul amava a David: o que, sendo annunciado a Saul, pareceu isto bom aos seus olhos.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Saul disse: Eu lh'a darei, para que lhe sirva de laço, e para que a mão dos philisteos venha a ser contra elle. Pelo que Saul disse a David: Com a outra serás hoje meu genro.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Saul deu ordem aos seus servos: Fallae em segredo a David, dizendo: Eis que o rei te está mui affeiçoado, e todos os seus servos te amam; agora, pois, consente em ser genro do rei.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servos de Saul fallaram todas estas palavras aos ouvidos de David. Então disse David: Parece-vos pouco aos vossos olhos ser genro do rei, sendo eu homem pobre e desprezivel?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servos de Saul lhe annunciaram isto, dizendo: Foram taes as palavras que fallou David.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Saul: Assim direis a David: O rei não tem necessidade de dote, senão de cem prepucios de philisteos, para se tomar vingança dos inimigos do rei. Porquanto Saul tentava fazer cair a David pela mão dos philisteos.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annunciaram os seus servos estas palavras a David, e este negocio pareceu bem aos olhos de David, de que fosse genro do rei: porém ainda os dias se não haviam cumprido.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David se levantou, e partiu elle com os seus homens, e feriram d'entre os philisteos duzentos homens, e David trouxe os seus prepucios, e os entregaram todos ao rei, para que fosse genro do rei: então Saul lhe deu por mulher a sua filha.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viu Saul, e notou que o Senhor era com David: e Michal, filha de Saul, o amava.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Saul temeu muito mais a David: e Saul foi todos os seus dias inimigo de David.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saindo os principes dos philisteos, succedeu que, saindo elles, David se conduziu mais prudentemente do que todos os servos de Saul: portanto o seu nome era mui estimado.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