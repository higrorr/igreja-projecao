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orou Anna, e disse: O meu coração exulta ao Senhor, o meu poder está exaltado no Senhor: a minha bocca se dilatou sobre os meus inimigos, porquanto me alegro na tua salvação.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sancto como é o Senhor; porque não ha outro fóra de ti: e rocha nenhuma ha como o nosso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multipliqueis palavras de altissimas altivezas, nem saiam coisas arduas da vossa bocca: porque o Senhor é o Deus de conhecimento, e por elle são as obras pesadas na balança.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arco dos fortes foi quebrado, e os que tropeçavam foram cingidos de força.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fartos se alugaram por pão, e cessaram os famintos: até a esteril pariu sete filhos, e a que tinha muitos filhos enfraqueceu.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o que tira a vida e a dá: faz descer á sepultura e faz tornar a subir d'ella.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empobrece e enriquece: abaixa e tambem exalta.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o pobre do pó, e desde o esterco exalta o necessitado, para o fazer assentar entre os principes, para os fazer herdar o throno de gloria: porque do Senhor são os alicerces da terra, e assentou sobre elles o mundo.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pés dos seus sanctos guardará, porém os impios ficarão mudos nas trevas: porque o homem não prevalecerá pela força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contendem com o Senhor serão quebrantados, desde os céus trovejará sobre elles: o Senhor julgará as extremidades da terra: e dará força ao seu rei, e exaltará o poder do seu ungido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Elcana foi-se a Rama, á sua casa: porém o menino ficou servindo ao Senhor, perante o sacerdote Eli.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Eram porém os filhos d'Eli filhos de Belial, não conheciam ao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costume d'aquelles sacerdotes com o povo era que, offerecendo alguem algum sacrificio, vinha o moço do sacerdote, estando-se cozendo a carne, com um garfo de tres dentes em sua mão;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dava com elle na caldeira, ou na panella, ou no caldeirão, ou na marmita; e tudo quanto o garfo tirava, o sacerdote tomava para si: assim faziam a todo o Israel que ia ali a Silo.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antes de queimarem a gordura vinha o moço do sacerdote, e dizia ao homem que sacrificava: Dá essa carne para assar ao sacerdote: porque não tomará de ti carne cozida, senão crua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dizendo-lhe o homem: Queimem primeiro a gordura de hoje, e depois toma para ti quanto desejar a tua alma, então elle lhe dizia: Não, agora a has de dar, e, se não, por força a tomarei.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pois muito grande o peccado d'estes mancebos perante o Senhor, porquanto os homens desprezavam a offerta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Samuel ministrava perante o Senhor, sendo ainda mancebo, vestido com um ephod de linho.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mãe lhe fazia uma tunica pequena, e de anno em anno lh'a trazia, quando com seu marido subia a sacrificar o sacrificio annual.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 abençoava a Elcana e a sua mulher, e dizia: O Senhor te dê semente d'esta mulher, pela petição que fez ao Senhor. E voltaram para o seu logar.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Visitou pois o Senhor a Anna, e concebeu, e pariu tres filhos e duas filhas: e o mancebo Samuel crescia diante do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porém Eli já muito velho, e ouvia tudo quanto seus filhos faziam a todo o Israel, e de como se deitavam com as mulheres que em bandos se ajuntavam á porta da tenda da congregação.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Porque fazeis taes coisas? porque ouço de todo este povo os vossos maleficios.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filhos meus, porque não é boa fama esta que ouço: fazeis transgredir o povo do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Peccando homem contra homem, os juizes o julgarão; peccando porém o homem contra o Senhor, quem rogará por elle? Mas não ouviram a voz de seu pae, porque o Senhor os queria matar.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mancebo Samuel ia crescendo, e fazia-se agradavel, assim para com o Senhor como tambem para com os homens.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um homem de Deus a Eli, e disse-lhe: Assim diz o Senhor. Não me manifestei, na verdade, á casa de teu pae, estando elles ainda no Egypto, na casa de Pharaó?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m'o escolhi d'entre todas as tribus d'Israel por sacerdote, para offerecer sobre o meu altar, para accender o incenso, e para trazer o ephod perante mim, e dei á casa de teu pae todas as offertas queimadas dos filhos d'Israel.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dáes coices contra o sacrificio e contra a minha offerta de manjares, que ordenei na minha morada, e honras a teus filhos mais do que a mim, para vos engordardes do principal de todas as offertas do meu povo d'Israel?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diz o Senhor Deus d'Israel: Na verdade tinha dito eu que a tua casa e a casa de teu pae andariam diante de mim perpetuamente; porém agora diz o Senhor: Longe de mim tal coisa, porque aos que me honram honrarei, porém os que me desprezam serão envilecidos.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 em que cortarei o teu braço e o braço da casa de teu pae, para que não haja mais velho algum em tua casa.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 o aperto da morada de Deus, em logar de todo o bem que houvera de fazer a Israel: nem haverá por todos os dias velho algum em tua casa.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porém que eu te não desarraigar do meu altar seria para vos consumir os olhos e para te entristecer a alma: e toda a multidão da tua casa morrerá quando chegar á edade varonil.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te será por signal, a saber: o que sobrevirá a teus dois filhos, a Hophni e a Phineas, que ambos morrerão no mesmo dia.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suscitarei para mim um sacerdote fiel, que obrará segundo o meu coração e a minha alma, e eu lhe edificarei uma casa firme, e andará sempre diante do meu ungido.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todo aquelle que ficar de resto da tua casa virá a inclinar-se diante d'elle por uma moeda de prata e por um bocado de pão, e dirá: Rogo-te que me admittas a algum ministerio sacerdotal, para que possa comer um pedaço de pão.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