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subiu Nahas, ammonita, e sitiou a Jabez-gilead: e disseram todos os homens de Jabez a Nahas: Faze alliança comnosco, e te serviremos.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Nahas, ammonita, lhes disse: Com esta condição farei alliança comvosco: que a todos vos arranque o olho direito, e assim ponha esta affronta sobre todo o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anciãos de Jabez lhe disseram: Deixa-nos por sete dias, para que enviemos mensageiros por todos os termos de Israel, e, não havendo ninguem que nos livre, então sairemos a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 os mensageiros a Gibeah de Saul, fallaram estas palavras aos ouvidos do povo. Então todo o povo levantou a sua voz, e chorou.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Saul vinha do campo, atraz dos bois; e disse Saul: Que tem o povo, que chora? E contaram-lhe as palavras dos homens de Jabez.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espirito de Deus se apoderou de Saul, ouvindo estas palavras: e accendeu-se em grande maneira a sua ira.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um par de bois, e cortou-os em pedaços, e os enviou a todos os termos de Israel pelas mãos dos mensageiros, dizendo: Qualquer que não sair atraz de Saul e atraz de Samuel, assim se fará aos seus bois. Então caiu o temor do Senhor sobre o povo, e sairam como um só homem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contou-os em Bezek: e houve dos filhos d'Israel trezentos mil, e dos homens de Judah trinta mil.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aos mensageiros que vieram: Assim direis aos homens de Jabez-gilead: Amanhã, em aquecendo o sol, vos virá livramento. Vindo pois os mensageiros, e annunciando-o aos homens de Jabez, se alegraram.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de Jabez disseram: Ámanhã sairemos a vós; então nos fareis conforme a tudo o que parecer bem aos vossos olhos.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ao outro dia Saul poz o povo em tres companhias, e vieram ao meio do arraial pela vela da manhã, e feriram a Ammon, até que o dia aqueceu: e succedeu que os restantes se espalharam, que não ficaram dois d'elles juntos.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povo a Samuel: Quem é aquelle que dizia que Saul não reinaria sobre nós? Dae cá aquelles homens, e os mataremos.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Saul disse: Hoje não morrerá nenhum, pois hoje tem obrado o Senhor um livramento em Israel.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Samuel ao povo: Vinde, vamos nós a Gilgal, e renovemos ali o reino.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partiu para Gilgal, e levantaram ali a Saul por rei perante o Senhor em Gilgal, e offereceram ali offertas pacificas perante o Senhor: e Saul se alegrou muito ali com todos os homens d'Israel.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