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 os philisteos todos os seus exercitos em Aphek: e acamparam-se os israelitas junto á fonte que está em Jizreel.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principes dos philisteos se foram para lá com centenas e com milhares: porém David e os seus homens iam com Achis na rectaguarda.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então os principes dos philisteos: Que fazem aqui estes hebreos? E disse Achis aos principes dos philisteos: Não é este David, o creado de Saul, rei de Israel, que esteve comigo ha alguns dias ou annos? e coisa nenhuma achei n'elle desde o dia em que se revoltou, até ao dia d'hoje.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principes dos philisteus muito se indignaram contra elle; e disseram-lhe os principes dos philisteus: Faze voltar a este homem, e torne ao seu logar em que tu o pozeste, e não desça comnosco á batalha, para que não se nos torne na batalha em adversario: porque com que aplacaria este a seu senhor? porventura não seria com as cabeças d'estes homens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este aquelle David, de quem uns aos outros respondiam nas danças, dizendo: Saul feriu os seus milhares, porém David as suas dezenas de milhares?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Achis chamou a David e disse-lhe: Vive o Senhor, que tu és recto, e que a tua entrada e a tua saida comigo no arraial é boa aos meus olhos; porque nenhum mal em ti achei, desde o dia em que a mim vieste, até ao dia d'hoje; porém aos olhos dos principes não agradas.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 pois agora, e volta em paz: para que não faças mal aos olhos dos principes dos philisteos.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disse a Achis: Porque? que fiz? ou que achaste no teu servo, desde o dia em que estive diante de ti, até ao dia d'hoje, para que não vá e peleje contra os inimigos do rei meu senhor?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porém Achis, e disse a David: Bem o sei; e que na verdade aos meus olhos és bom como um anjo de Deus: porém disseram os principes dos philisteos: Não suba este comnosco á batalha.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ámanhã de madrugada levanta-te com os creados de teu senhor, que teem vindo comtigo: e, levantando-vos pela manhã de madrugada, e havendo luz, parti.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de madrugada se levantou, elle e os seus homens, para partirem pela manhã, e voltarem á terra dos philisteos: e os philisteos subiram a Jizreel.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