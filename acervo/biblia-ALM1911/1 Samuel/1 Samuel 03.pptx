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mancebo Samuel servia ao Senhor perante Eli: e a palavra do Senhor era de muita valia n'aquelles dias; não havia visão manifesta.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n'aquelle dia que, estando Eli deitado no seu locar (e os seus olhos se começavam já a escurecer, que não podia ver),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estando tambem Samuel já deitado, antes que a lampada de Deus se apagasse no templo do Senhor, em que estava a arca de Deus,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chamou a Samuel, e disse elle: Eis-me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correu a Eli, e disse: Eis-me aqui, porque tu me chamaste. Mas elle disse: Não te chamei eu, torna a deitar-te. E foi e se deitou.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tornou a chamar outra vez a Samuel, e Samuel se levantou, e foi-se a Eli, e disse: Eis-me aqui, porque tu me chamaste. Mas elle disse: Não te chamei eu, filho meu, torna a deitar-te.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Samuel ainda não conhecia ao Senhor, e ainda não lhe tinha sido manifestada a palavra do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pois tornou a chamar a Samuel terceira vez, e elle se levantou, e foi a Eli, e disse: Eis-me aqui, porque tu me chamaste. Então entendeu Eli que o Senhor chamava o mancebo.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Eli disse a Samuel: Vae te deitar, e ha de ser que, se te chamar, dirás: Falla, Senhor, porque o teu servo ouve. Então Samuel foi e se deitou no seu logar.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o Senhor, e poz-se ali, e chamou como das outras vezes: Samuel, Samuel. E disse Samuel: Falla, porque o teu servo ouve.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Samuel: Eis aqui vou eu a fazer uma coisa em Israel, a qual todo o que ouvir lhe tinirão ambas as orelhas.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dia suscitarei contra Eli tudo quanto tenho fallado contra a sua casa: começal-o-hei e acabal-o-hei.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eu lhe fiz saber que julgarei a sua casa para sempre, pela iniquidade que bem conhecia, porque, fazendo-se os seus filhos execraveis, não os reprehendeu.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jurei á casa d'Eli que nunca jámais será expiada a iniquidade da casa d'Eli com sacrificio nem com offerta de manjares.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Samuel ficou deitado até pela manhã, e então abriu as portas da casa do Senhor: porém temia Samuel de relatar esta visão a Eli.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Eli a Samuel, e disse: Samuel, meu filho. E disse elle: Eis-me aqui.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Que é a palavra que te fallou? peço-te que m'a não encubras: assim Deus te faça, e outro tanto, se me encobrires alguma palavra de todas as palavras que te fallou.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Samuel lhe contou todas aquellas palavras, e nada lhe encobriu. E disse elle: O Senhor é, faça o que bem parecer aos seus olhos.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crescia Samuel, e o Senhor era com elle, e nenhuma de todas as suas palavras deixou cair em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Israel, desde Dan até Berseba, conheceu que Samuel estava confirmado por propheta do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o Senhor a apparecer em Silo: porquanto o Senhor se manifestava a Samuel em Silo pela palavra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