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21:1</a:t>
            </a:r>
          </a:p>
          <a:p>
            <a:pPr algn="ctr"/>
            <a:r>
              <a:rPr sz="4400">
                <a:solidFill>
                  <a:srgbClr val="FFFFFF"/>
                </a:solidFill>
                <a:latin typeface="Arial"/>
              </a:rPr>
              <a:t>Então veiu David a Nob, ao sacerdote Achimelech; e Achimelech, tremendo, saiu ao encontro de David, e disse-lhe: Porque vens só, e ninguem comtigo?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21:2</a:t>
            </a:r>
          </a:p>
          <a:p>
            <a:pPr algn="ctr"/>
            <a:r>
              <a:rPr sz="4400">
                <a:solidFill>
                  <a:srgbClr val="FFFFFF"/>
                </a:solidFill>
                <a:latin typeface="Arial"/>
              </a:rPr>
              <a:t>E disse David ao sacerdote Achimelech: O rei me encommendou um negocio, e me disse: Ninguem saiba d'este negocio, pelo qual eu te enviei, e o qual te ordenei: quanto aos mancebos, apontei-lhes tal e tal logar.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21:3</a:t>
            </a:r>
          </a:p>
          <a:p>
            <a:pPr algn="ctr"/>
            <a:r>
              <a:rPr sz="4400">
                <a:solidFill>
                  <a:srgbClr val="FFFFFF"/>
                </a:solidFill>
                <a:latin typeface="Arial"/>
              </a:rPr>
              <a:t>Agora, pois, que tens á mão? dá-me cinco pães na minha mão, ou o que se achar.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21:4</a:t>
            </a:r>
          </a:p>
          <a:p>
            <a:pPr algn="ctr"/>
            <a:r>
              <a:rPr sz="4400">
                <a:solidFill>
                  <a:srgbClr val="FFFFFF"/>
                </a:solidFill>
                <a:latin typeface="Arial"/>
              </a:rPr>
              <a:t>E, respondendo o sacerdote a David, disse: Não tenho pão commum á mão; ha porém pão sagrado, se ao menos os mancebos se abstiveram das mulheres.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21:5</a:t>
            </a:r>
          </a:p>
          <a:p>
            <a:pPr algn="ctr"/>
            <a:r>
              <a:rPr sz="4400">
                <a:solidFill>
                  <a:srgbClr val="FFFFFF"/>
                </a:solidFill>
                <a:latin typeface="Arial"/>
              </a:rPr>
              <a:t>E respondeu David ao sacerdote, e lhe disse: Sim, em boa fé, as mulheres se nos vedaram desde hontem: e ante hontem, quando eu sahi, os vasos dos mancebos tambem eram sanctos: e em alguma maneira é pão commum, quanto mais que hoje se sanctificará outro nos vasos.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21:6</a:t>
            </a:r>
          </a:p>
          <a:p>
            <a:pPr algn="ctr"/>
            <a:r>
              <a:rPr sz="4400">
                <a:solidFill>
                  <a:srgbClr val="FFFFFF"/>
                </a:solidFill>
                <a:latin typeface="Arial"/>
              </a:rPr>
              <a:t>Então o sacerdote lhe deu o pão sagrado, porquanto não havia ali outro pão senão os pães da proposição, que se tiraram de diante do Senhor para se pôr ali pão quente no dia em que aquelle se tirasse.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21:7</a:t>
            </a:r>
          </a:p>
          <a:p>
            <a:pPr algn="ctr"/>
            <a:r>
              <a:rPr sz="4400">
                <a:solidFill>
                  <a:srgbClr val="FFFFFF"/>
                </a:solidFill>
                <a:latin typeface="Arial"/>
              </a:rPr>
              <a:t>Estava, porém, ali n'aquelle dia um dos creados de Saul, detido perante o Senhor, e era seu nome Doeg, idumeo, o mais poderoso dos pastores de Saul.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21:8</a:t>
            </a:r>
          </a:p>
          <a:p>
            <a:pPr algn="ctr"/>
            <a:r>
              <a:rPr sz="4400">
                <a:solidFill>
                  <a:srgbClr val="FFFFFF"/>
                </a:solidFill>
                <a:latin typeface="Arial"/>
              </a:rPr>
              <a:t>E disse David a Achimelech: Não tens aqui á mão lança ou espada alguma? porque não trouxe á mão nem a minha espada nem as minhas armas, porque o negocio do rei era apressado.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21:9</a:t>
            </a:r>
          </a:p>
          <a:p>
            <a:pPr algn="ctr"/>
            <a:r>
              <a:rPr sz="4400">
                <a:solidFill>
                  <a:srgbClr val="FFFFFF"/>
                </a:solidFill>
                <a:latin typeface="Arial"/>
              </a:rPr>
              <a:t>E disse o sacerdote: A espada de Goliath, o philisteo, a quem tu feriste no valle do carvalho, eis que aquella aqui está envolta n'um panno detraz do ephod: se tu a queres tomar, toma-a, porque nenhuma outra ha aqui, senão aquella. E disse David: Não ha outra similhante; dá-m'a.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21:10</a:t>
            </a:r>
          </a:p>
          <a:p>
            <a:pPr algn="ctr"/>
            <a:r>
              <a:rPr sz="4400">
                <a:solidFill>
                  <a:srgbClr val="FFFFFF"/>
                </a:solidFill>
                <a:latin typeface="Arial"/>
              </a:rPr>
              <a:t>E David levantou-se, e fugiu aquelle dia de diante de Saul, e veiu a Achis, rei de Gath.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21:11</a:t>
            </a:r>
          </a:p>
          <a:p>
            <a:pPr algn="ctr"/>
            <a:r>
              <a:rPr sz="4400">
                <a:solidFill>
                  <a:srgbClr val="FFFFFF"/>
                </a:solidFill>
                <a:latin typeface="Arial"/>
              </a:rPr>
              <a:t>Porém os creados de Achis lhe disseram: Não é este David, o rei da terra? não se cantava d'este nas danças, dizendo: Saul feriu os seus milhares, porém David os seus dez milhares?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21:12</a:t>
            </a:r>
          </a:p>
          <a:p>
            <a:pPr algn="ctr"/>
            <a:r>
              <a:rPr sz="4400">
                <a:solidFill>
                  <a:srgbClr val="FFFFFF"/>
                </a:solidFill>
                <a:latin typeface="Arial"/>
              </a:rPr>
              <a:t>E David considerou estas palavras no seu animo, e temeu muito diante d'Achis, rei de Gath.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21:13</a:t>
            </a:r>
          </a:p>
          <a:p>
            <a:pPr algn="ctr"/>
            <a:r>
              <a:rPr sz="4400">
                <a:solidFill>
                  <a:srgbClr val="FFFFFF"/>
                </a:solidFill>
                <a:latin typeface="Arial"/>
              </a:rPr>
              <a:t>Pelo que se contrafez diante dos olhos d'elles, e fez-se como doido entre as suas mãos, e esgravatava nas portas do portal, e deixava correr a saliva pela barba.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21:14</a:t>
            </a:r>
          </a:p>
          <a:p>
            <a:pPr algn="ctr"/>
            <a:r>
              <a:rPr sz="4400">
                <a:solidFill>
                  <a:srgbClr val="FFFFFF"/>
                </a:solidFill>
                <a:latin typeface="Arial"/>
              </a:rPr>
              <a:t>Então disse Achis aos seus creados: Eis que bem vêdes que este homem está louco; porque m'o trouxestes a mim?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Samuel 21:15</a:t>
            </a:r>
          </a:p>
          <a:p>
            <a:pPr algn="ctr"/>
            <a:r>
              <a:rPr sz="4400">
                <a:solidFill>
                  <a:srgbClr val="FFFFFF"/>
                </a:solidFill>
                <a:latin typeface="Arial"/>
              </a:rPr>
              <a:t>Faltam-me a mim doidos, para que trouxesseis a este que fizesse doidices diante de mim? ha de este entrar na minha casa?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