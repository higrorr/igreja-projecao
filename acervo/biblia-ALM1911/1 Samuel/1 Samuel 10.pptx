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Samuel um vaso de azeite, e lh'o derramou sobre a cabeça, e o beijou, e disse: Porventura te não tem ungido o Senhor por capitão sobre a sua herdade?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Partindo-te hoje de mim, acharás dois homens junto ao sepulchro de Rachel, no termo de Benjamin, em Zelsah, os quaes te dirão: Acharam-se as jumentas que foste buscar, e eis que já o teu pae deixou o negocio das jumentas, e anda afflicto por causa de vós, dizendo: Que farei eu por meu filho?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d'ali passares mais adiante, e chegares ao carvalho de Tabor, ali te encontrarão tres homens, que vão subindo a Deus a Beth-el: um levando tres cabritos, o outro tres bolos de pão, e o outro um odre de vinho.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perguntarão como estás, e te darão dois pães, que tomarás da sua mão.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virás ao outeiro de Deus, onde está a guarnição dos philisteos; e ha de ser que, entrando ali na cidade, encontrarás um rancho de prophetas que descem do alto, e trazem diante de si psalterios, e tambores, e flautas, e harpas; e prophetizarão.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espirito do Senhor se apoderará de ti, e prophetizarás com elles, e te mudarás em outro homem.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de ser que, quando estes signaes te vierem, faze o que achar a tua mão, porque Deus é comtigo.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porém descerás diante de mim a Gilgal, e eis que eu descerei a ti, para sacrificar holocaustos, e para offerecer offertas pacificas: ali sete dias esperarás, até que eu venha a ti, e te declare o que has de fazer.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virando elle as costas para partir de Samuel, Deus lhe mudou o coração em outro: e todos aquelles signaes aconteceram aquelle mesmo dia.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elles ao outeiro, eis que um rancho de prophetas lhes saiu ao encontro: e o espirito do Senhor se apoderou d'elle, e prophetizou no meio d'elles.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como todos os que d'antes o conheciam viram que eis que com os prophetas prophetizava, então disse o povo, cada qual ao seu companheiro: Que é o que succedeu ao filho de Kis? Está tambem Saul entre os prophetas?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um homem d'ali respondeu, e disse: Pois quem é o pae d'elles? Pelo que se tornou em proverbio: Está tambem Saul entre os prophetas?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acabando de prophetizar, veiu ao alto.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o tio de Saul, a elle e ao seu moço: Aonde fostes? E disse elle: A buscar as jumentas, e, vendo que não appareciam, viemos a Samuel.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tio de Saul: Declara-me, peço-te, que é o que vos disse Samuel?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Saul a seu tio: Declarou-nos, na verdade, que as jumentas se acharam. Porém o negocio do reino, de que Samuel fallara, lhe não declarou.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Convocou pois Samuel o povo ao Senhor em Mispah.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aos filhos de Israel: Assim disse o Senhor Deus de Israel: Eu fiz subir a Israel do Egypto, e livrei-vos da mão dos egypcios e da mão de todos os reinos que vos opprimiam.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 tendes rejeitado hoje a vosso Deus, que vos livrou de todos os vossos males e trabalhos, e lhe tendes dito: Põe um rei sobre nós: agora, pois, ponde-vos perante o Senhor, pelas vossas tribus e pelos vossos milhares.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Fazendo pois chegar Samuel todas as tribus, tomou-se a tribu de Benjamin.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fazendo chegar a tribu de Ben-jamin pelas suas familias, tomou-se a familia de Matri: e d'ella se tomou Saul, filho de Kis; e o buscaram, porém não se achou.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tornaram a perguntar ao Senhor se aquelle homem ainda viria ali. E disse o Senhor: Eis que se escondeu entre a bagagem.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correram, e o tomaram d'ali, e poz-se no meio do povo: e era mais alto do que todo o povo desde o hombro para cima.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Samuel a todo o povo: Vêdes já a quem o Senhor tem elegido? pois em todo o povo não ha nenhum similhante a elle. Então jubilou todo o povo, e disseram: Viva o rei!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declarou Samuel ao povo o direito do reino, e escreveu-o n'um livro, e pôl-o perante o Senhor: então enviou Samuel a todo o povo, cada um para sua casa.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foi-se tambem Saul a sua casa, a Gibeah: e foram com elle do exercito aquelles cujos corações Deus tocara.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filhos de Belial disseram: É este o que nos ha de livrar? E o desprezaram, e não lhe trouxeram presentes: porém elle se fez como surdo.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