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philisteos ajuntaram os seus arraiaes para a guerra e congregaram-se em Socoh, que está em Judah, e acamparam-se entre Socoh e Azeka, no termo de Dammim.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Saul e os homens de Israel se ajuntaram e acamparam no valle do carvalho, e ordenaram a batalha contra os philisteos.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philisteos estavam n'um monte da banda d'além, e os israelitas estavam no outro monte da banda d'áquem; e o valle estava entre elles.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do arraial dos philisteos um homem guerreiro, cujo nome era Goliath, de Gath, que tinha de altura seis covados e um palmo.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Trazia na cabeça um capacete de bronze, e vestia uma couraça de escamas; e era o peso da couraça de cinco mil siclos de bronze.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trazia grevas de bronze por cima de seus pés, e um escudo de bronze entre os seus hombros.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haste da sua lança era como o orgão do tecelão, e o ferro da sua lança de seiscentos siclos de ferro, e diante d'elle ia o escudeiro.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parou, e clamou ás companhias d'Israel, e disse-lhes: Para que saireis a ordenar a batalha? não sou eu philisteo e vós servos de Saul? escolhei d'entre vós um homem que desça a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elle puder pelejar comigo, e me ferir, a vós seremos por servos; porém, se eu o vencer, e o ferir, então a nós sereis por servos, e nos servireis.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philisteo: Hoje desafio as companhias de Israel, dizendo: Dae-me um homem, para que ambos pelejemos.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então Saul e todo o Israel estas palavras do philisteo, espantaram-se, e temeram muito.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era filho de um homem, ephrateo, de Beth-lehem de Judah, cujo nome era Jessé, que tinha oito filhos: e nos dias de Saul era este homem já velho e adiantado na edade entre os homens.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Foram-se os tres filhos mais velhos de Jessé, e seguiram a Saul á guerra: e eram os nomes de seus tres filhos, que se foram á guerra, Eliab, o primogenito, e o segundo Abinadab, e o terceiro Samma.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era o menor; e os tres maiores seguiram a Saul.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David porém foi-se e voltou de Saul, para apascentar as ovelhas de seu pae em Beth-lehem.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Chegava-se pois o philisteo pela manhã e á tarde; e apresentou-se por quarenta dias.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Jessé a David, seu filho: Toma, peço-te, para teus irmãos um epha d'este grão tostado e estes dez pães, e corre a leval-os ao arraial, a teus irmãos.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estes dez queijos de leite leva ao chefe de mil; e visitarás a teus irmãos, a ver se lhes vae bem; e tomarás o seu penhor.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estavam Saul, e elles, e todos os homens d'Israel no valle do carvalho, pelejando com os philisteos.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David então de madrugada se levantou pela manhã, e deixou as ovelhas a um guarda, e carregou-se, e partiu, como Jessé lhe ordenara: e chegou ao logar dos carros, quando já o arraial sahia em ordem de batalha, e a gritos chamavam á peleja.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israelitas e philisteos se pozeram em ordem, fileira contra fileira.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deixou a carga que trouxera na mão do guarda da bagagem, e correu á batalha; e, chegando, perguntou a seus irmãos se estavam bem.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elle ainda fallando com elles, eis que vinha subindo do exercito dos philisteos o homem guerreiro, cujo nome era Goliath, o philisteo de Gath e fallou conforme áquellas palavras, e David as ouviu.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todos os homens em Israel, vendo aquelle homem, fugiam de diante d'elle e temiam grandemente.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diziam os homens de Israel: Vistes aquelle homem que subiu? pois subiu para affrontar a Israel: ha de ser pois que o homem que o ferir o rei o enriquecerá de grandes riquezas, e lhe dará a sua filha, e fará franca a casa de seu pae em Israel.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David aos homens que estavam com elle, dizendo: Que farão áquelle homem que ferir a este philisteo, e tirar a affronta de sobre Israel? quem é pois este incircumciso philisteo, para affrontar os exercitos do Deus vivo?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lhe tornou a fallar conforme áquella palavra dizendo: Assim farão ao homem que o ferir.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Eliab, seu irmão mais velho, fallar áquelles homens, accendeu-se a ira d'Eliab contra David, e disse: Porque desceste aqui? e a quem deixaste aquellas poucas ovelhas no deserto? bem conheço a tua presumpção, e a maldade do teu coração, que desceste para ver a peleja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David: Que fiz eu agora? porventura não ha razão para isso?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desviou-se d'elle para outro, e fallou conforme áquella palavra: e o povo lhe tornou a responder conforme ás primeiras palavras.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ouvidas as palavras que David havia fallado, as annunciaram a Saul, e mandou em busca d'elle.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disse a Saul: Não desfalleça o coração de ninguem por causa d'elle: teu servo irá, e pelejará contra este philisteo.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Saul disse a David: Contra este philisteo não poderás ir para pelejar com elle: pois tu ainda és moço, e elle homem de guerra desde a sua mocidade.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David a Saul: Teu servo apascentava as ovelhas de seu pae; e vinha um leão e um urso, e tomava uma ovelha do rebanho;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sahi após elle, e o feri, e livrei-a da sua bocca: e, levantando-se elle contra mim, lancei-lhe mão da barba, e o feri, e o matei.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feriu o teu servo o leão, como o urso: assim será este incircumciso philisteo como um d'elles; porquanto affrontou os exercitos do Deus vivo.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David: O Senhor me livrou da mão do leão, e da do urso; elle me livrará da mão d'este philisteo. Então disse Saul a David: Vae-te embora, e o Senhor seja comtigo.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 vestiu a David dos seus vestidos, e poz-lhe sobre a cabeça um capacete de bronze: e o vestiu de uma couraça.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cingiu a espada sobre os seus vestidos, e começou a andar; porém nunca o havia experimentado: então disse David a Saul: Não posso andar com isto, pois nunca o experimentei. E David tirou aquillo de sobre si.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o seu cajado na mão, e escolheu para si cinco seixos do ribeiro, e pôl-os no alforge de pastor, que trazia, a saber, no surrão, e lançou mão da sua funda: e foi-se chegando ao philisteo.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philisteo tambem veiu e se vinha chegando a David: e o que lhe levava o escudo ia diante d'elle.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olhando o philisteo, e vendo a David, o desprezou, porquanto era mancebo, ruivo, e de gentil aspecto.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o philisteo a David: Sou eu algum cão, para tu vires a mim com paus? E o philisteo amaldiçoou a David pelos seus deuses.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philisteo a David: Vem a mim, e darei a tua carne ás aves do céu e ás bestas do campo.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David porém disse ao philisteo: Tu vens a mim com espada, e com lança, e com escudo; porém eu venho a ti em nome do Senhor dos exercitos, o Deus dos exercitos de Israel, a quem tens affrontado.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mesmo o Senhor te entregará na minha mão, e ferir-te-hei, e te tirarei a cabeça, e os corpos do arraial dos philisteos darei hoje mesmo ás aves do céu e ás bestas da terra: e toda a terra saberá que ha Deus em Israel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saberá toda esta congregação que o Senhor salva, não com espada, nem com lança; porque do Senhor é a guerra, e elle vos entregará na nossa mão.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levantando-se o philisteo, e indo encontrar-se com David, apressou-se David, e correu ao combate, a encontrar-se com o philisteo.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metteu a mão no alforge, e tomou d'ali uma pedra e com a funda lh'a atirou, e feriu o philisteo na testa, e a pedra se lhe encravou na testa, e caiu sobre o seu rosto em terra.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David prevaleceu contra o philisteo, com uma funda e com uma pedra, e feriu o philisteo, e o matou sem que David tivesse uma espada na mão.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correu David, e poz-se em pé sobre o philisteo, e tomou a sua espada, e tirou-a da bainha, e o matou, e lhe cortou com ella a cabeça: vendo então os philisteos, que o seu campeão era morto, fugiram.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homens de Israel e Judah se levantaram, e jubilaram, e seguiram os philisteos, até chegar ao valle, e até ás portas d'Ekron: e cairam os feridos dos philisteos pelo caminho de Saaraim até Gath e até Ekron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voltaram os filhos de Israel de perseguirem os philisteos, e despojaram os seus arraiaes.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tomou a cabeça do philisteo, e a trouxe a Jerusalem: porém poz as armas d'elle na sua tenda.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porém Saul sair David a encontrar-se com o philisteo, disse a Abner, o chefe do exercito: De quem é filho este mancebo, Abner? E disse Abner: Vive a tua alma, ó rei, que o não sei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então o rei: Pergunta, pois, de quem é filho este mancebo.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Voltando pois David de ferir o philisteo, Abner o tomou comsigo, e o trouxe á presença de Saul, trazendo elle na mão a cabeça do philisteo.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17:58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Saul: De quem és filho, mancebo? E disse David: Filho de teu servo Jessé, beth-lehemita.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