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philisteos pois tomaram a arca de Deus, e a trouxeram de Eben-ezer, a Asdod.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tomaram os philisteos a arca de Deus, e a metteram na casa de Dagon. e a pozeram junto a Dagon.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Levantando-se porém de madrugada os d'Asdod, no dia seguinte, eis que Dagon estava caido com o rosto em terra diante da arca do Senhor: e tomaram a Dagon, e tornaram a pôl-o no seu logar.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levantando-se de madrugada no dia seguinte pela manhã, eis que Dagon jazia caido com o rosto em terra diante da arca do Senhor; e a cabeça de Dagon e ambas as palmas das suas mãos cortadas sobre o lumiar; sómente o tronco ficou a Dagon.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nem os sacerdotes de Dagon, nem nenhum de todos os que entram na casa de Dagon pisam o lumiar de Dagon em Asdod, até ao dia d'hoje.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 mão do Senhor se aggravou sobre os d'Asdod, e os assollou: e os feriu com hemorrhoidas, a Asdod e aos seus termos.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então os homens d'Asdod que assim foi, disseram: Não fique comnosco a arca do Deus de Israel; pois a sua mão é dura sobre nós, e sobre Dagon, nosso deus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enviaram e congregaram a si todos os principes dos philisteos, e disseram: Que faremos nós da arca do Deus d'Israel? E responderam: A arca do Deus d'Israel dará volta a Gath. Assim a rodearam com a arca do Deus de Israel.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desde que a rodearam com ella, a mão do Senhor veiu contra aquella cidade, com mui grande vexação: pois feriu aos homens d'aquella cidade, desde o pequeno até ao grande: e tinham hemorrhoidas nas partes secretas.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enviaram a arca de Deus a Ekron. Succedeu porém que, vindo a arca de Deus a Ekron, os de Ekron exclamaram, dizendo: Transportaram para mim a arca do Deus de Israel, para me matarem, a mim e ao meu povo.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enviaram, e congregaram a todos os principes dos philisteos, e disseram: Enviae a arca do Deus de Israel, e torne para o seu logar, para que não mate nem a mim nem ao meu povo. Porque havia mortal vexação em toda a cidade, e a mão de Deus muito se aggravara ali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homens que não morriam eram tão feridos com hemorrhoidas que o clamor da cidade subia até o céu.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