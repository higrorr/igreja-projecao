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falleceu Samuel, e todo o Israel se ajuntou, e o prantearam, e o sepultaram na sua casa, em Rama. E David, se levantou e desceu ao deserto de Paran.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um homem em Maon, que tinha as suas possessões no Carmelo: e era este homem mui poderoso, e tinha tres mil ovelhas e mil cabras: e estava tosquiando as suas ovelhas no Carmelo.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nome d'este homem Nabal, e o nome de sua mulher Abigail; e era a mulher de bom entendimento e formosa, porém o homem era duro, e maligno nas obras, e era da casa de Caleb.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David no deserto que Nabal tosquiava as suas ovelhas,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David dez mancebos, e disse aos mancebos: Subi ao Carmelo, e, vindo a Nabal, perguntae-lhe, em meu nome, como está.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direis áquelle prospero: Paz tenhas, e que a tua casa tenha paz, e tudo o que tens tenha paz!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tenho ouvido que tens tosquiadores: ora os pastores que tens estiveram comnosco; aggravo nenhum lhes fizemos, nem coisa alguma lhes faltou todos os dias que estiveram no Carmelo.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Pergunta-o aos teus mancebos, e elles t'o dirão; estes mancebos pois achem graça em teus olhos, porque viemos em bom dia: dá pois a teus servos e a David, teu filho, o que achares á mão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os mancebos de David, e fallando a Nabal todas aquellas palavras em nome de David, se calaram.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Nabal respondeu aos creados de David, e disse: Quem é David, e quem o filho de Jessé? muitos servos ha hoje, que cada um foge a seu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Tomaria eu pois o meu pão, e a minha agua, e a carne das minhas rezes que degolei para os meus tosquiadores, e o daria a homens que eu não sei d'onde veem?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mancebos de David se tornaram para o seu caminho: e voltaram, e vieram, e lhe annunciaram tudo conforme a todas estas palavras.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David aos seus homens: Cada um cinja a sua espada. E cada um cingiu a sua espada, e cingiu tambem David a sua: e subiram após David uns quatrocentos homens, e duzentos ficaram com a bagagem.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 d'entre os mancebos o annunciou a Abigail, mulher de Nabal, dizendo: Eis que David enviou mensageiros desde o deserto a saudar o nosso amo; porém elle se lançou a 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aquelles homens teem-nos sido muito bons, e nunca fomos aggravados d'elles, e nada nos faltou em todos os dias que conversámos com elles quando estavamos no campo.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muro em redor nos serviram, assim de dia como de noite, todos os dias que andámos com elles apascentando as ovelhas.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pois, agora, e vê o que has de fazer, porque já de todo determinado está o mal contra o nosso amo e contra toda a sua casa, e elle é um tal filho de Belial, que não ha quem lhe possa fallar.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Abigail se apressou, e tomou duzentos pães, e dois odres de vinho, e cinco ovelhas guisadas, e cinco medidas de trigo tostado, e cem cachos de passas, e duzentas pastas de figos passados, e os poz sobre jumentos.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seus mancebos: Ide adiante de mim, eis que vos seguirei de perto. O que, porém, não declarou a seu marido Nabal.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andando ella montada n'um jumento, desceu pelo encoberto do monte, e eis que David e os seus homens lhe vinham ao encontro, e encontrou-se com 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David: Na verdade que em vão tenho guardado tudo quanto este tem no deserto, e nada lhe faltou de tudo quanto tem, e elle me pagou mal por bem.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faça Deus aos inimigos de David, e outro tanto, se eu deixar até á manhã de tudo o que tem, mesmo até um menino.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Abigail a David, apressou-se, e desceu do jumento, e prostrou-se sobre o seu rosto diante de David, e se inclinou á terra.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lançou-se a seus pés, e disse: Ah, Senhor meu, minha seja a transgressão; deixa pois fallar a tua serva aos teus ouvidos, e ouve as palavras da tua serva.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senhor, agora não faça este homem de Belial, a saber, Nabal, impressão no seu coração, porque tal é elle qual é o seu nome. Nabal é o seu nome, e a loucura está com elle, e eu, tua serva, não vi os mancebos de meu senhor, que enviaste.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meu senhor, vive o Senhor, e vive a tua alma, que o Senhor te impediu de vires com sangue, e de que a tua mão te salvasse: e, agora, taes quaes Nabal sejam os teus inimigos e os que procuram mal contra o meu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esta é a benção que trouxe a tua serva a meu senhor: dê-se aos mancebos que andam após das pisadas de meu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Perdôa pois á tua serva esta transgressão, porque certamente fará o Senhor casa firme a meu senhor, porque meu senhor guerreia as guerras do Senhor, e não se tem achado mal em ti por todos os teus dias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algum homem para te perseguir, e para procurar a tua morte; comtudo a vida de meu senhor será atada no feixe dos que vivem com o Senhor teu Deus; porém a vida de teus inimigos se arrojará ao longe, como do meio do concavo de uma funda.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usando o Senhor com o meu senhor conforme a todo o bem que já tem dito de ti, e te tiver estabelecido chefe sobre Israel,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meu senhor, não te será por tropeço, nem por pezar no coração, o sangue que sem causa derramaste, nem tão pouco o haver-se salvado meu senhor a si mesmo: e quando o Senhor fizer bem a meu senhor, lembra-te então da tua serva.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disse a Abigail: Bemdito o Senhor Deus de Israel, que hoje te enviou ao meu encontro.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bemdito o teu conselho, e bemdita tu, que hoje me estorvaste de vir com sangue, e de que a minha mão me salvasse.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na verdade, vive o Senhor Deus d'Israel, que me impediu de que te fizesse mal, que se tu não te apressaras, e me não vieras ao encontro, não ficaria a Nabal pela luz da manhã nem mesmo um menino.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tomou da sua mão o que tinha trazido, e lhe disse: Sobe em paz á tua casa; vês aqui que tenho dado ouvidos á tua voz, e tenho acceitado a tua face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Abigail a Nabal, eis que tinha em sua casa um banquete, como banquete de rei; e o coração de Nabal estava alegre n'elle, e elle já mui embriagado, pelo que não lhe deu a entender palavra alguma, pequena nem grande, até á luz da manhã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 pela manhã, havendo já saido de Nabal o vinho, sua mulher lhe deu a entender aquellas palavras: e se amorteceu n'elle, o seu coração, e ficou elle como pedra.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passados quasi dez dias, feriu o Senhor a Nabal, e este morreu.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David que Nabal morrera, disse: Bemdito seja o Senhor, que pleiteou o pleito da minha affronta da mão de Nabal, e deteve a seu servo do mal, fazendo o Senhor tornar o mal de Nabal sobre a sua cabeça. E mandou David fallar a Abigail, para tomal-a por sua mulher.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os creados de David a Abigail, no Carmelo, lhe fallaram, dizendo: David nos tem mandado a ti, para te tomar por sua mulher.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 se levantou, e se inclinou com o rosto em terra, e disse: Eis aqui a tua serva servirá de creada para lavar os pés dos creados de meu senhor.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Abigail se apressou, e se levantou, e montou n'um jumento com as suas cinco moças que seguiam as suas pisadas: e ella seguiu os mensageiros de David, e foi sua mulher.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tomou David a Achinoam de Jizreel: e tambem ambas foram suas mulheres.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Saul tinha dado sua filha Michal, mulher de David, a Phalti, filho de Lais, o qual era de Gallim.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