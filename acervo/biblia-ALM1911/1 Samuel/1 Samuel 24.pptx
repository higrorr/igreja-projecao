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voltando Saul de perseguir os philisteos, lhe annunciaram, dizendo: Eis que David está no deserto de Engedi.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Saul tres mil homens, escolhidos d'entre todo o Israel, e foi á busca de David e dos seus homens, até sobre os cumes das penhas das cabras montezes.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 uns curraes de ovelhas no caminho, onde estava uma caverna; e entrou n'ella Saul, a cobrir seus pés: e David e os seus homens estavam aos lados da caverna.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homens de David lhe disseram: Eis aqui o dia, do qual o Senhor te diz: Eis que te dou o teu inimigo nas tuas mãos, e far-lhe-has como te parecer bem aos teus olhos. E levantou-se David, e mansamente cortou a orla do manto de Saul.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Succedeu, porém, que depois o coração picou a David, por ter cortado a orla do manto de Saul.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seus homens: O Senhor me guarde de que eu faça tal coisa ao meu senhor, ao ungido do Senhor, estendendo eu a minha mão contra elle; pois é o ungido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estas palavras David conteve os seus homens, e não lhes permittiu que se levantassem contra Saul: e Saul se levantou da caverna, e proseguiu o seu caminho.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tambem David se levantou, e saiu da caverna, e gritou por detraz de Saul, dizendo: Rei, meu senhor! E, olhando Saul para traz, David se inclinou com o rosto em terra, e se prostrou.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Saul: Porque dás tu ouvidos ás palavras dos homens que dizem: Eis que David procura o teu mal?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este dia os teus olhos viram, que o Senhor hoje te poz em minhas mãos n'esta caverna, e alguns disseram que te matasse; porém a minha mão te poupou: porque disse: Não estenderei a minha mão contra o meu senhor, pois é o ungido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pois, meu pae, vês aqui a orla do teu manto na minha mão; porque, cortando-te eu a orla do manto, te não matei. Adverte, pois, e vê que não ha na minha mão nem mal nem prevaricação nenhuma, e não pequei contra ti; porém tu andas á caça da minha vida, para m'a tirar.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Julgue o Senhor entre mim e ti, e vingue-me o Senhor de ti; porém a minha mão não será contra 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diz o proverbio dos antigos: Dos impios procede a impiedade; porém a minha mão não será contra 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Após quem saiu o rei de Israel? a quem persegues? a um cão morto? a uma pulga?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porém será juiz, e julgará entre mim e ti, e verá, e advogará a minha causa, e me defenderá da tua mão.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David de fallar a Saul todas estas palavras, disse Saul: É esta a tua voz, meu filho David? Então Saul alçou a sua voz e chorou.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David: Mais justo és do que eu; pois tu me recompensaste com bem, e eu te recompensei com mal.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mostraste hoje que usaste comigo bem; pois o Senhor me tinha posto em tuas mãos, e tu me não mataste.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quem ha que, encontrando o seu inimigo, o deixaria ir por bom caminho? o Senhor pois te pague com bem, pelo que hoje me fizeste.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eis que bem sei que certamente has de reinar, e que o reino de Israel ha de ser firme na tua mão.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agora jura-me pelo Senhor que não desarreigarás a minha semente depois de mim, nem desfarás o meu nome da casa de meu pae.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jurou David a Saul. E foi Saul para a sua casa; porém David e os seus homens subiram ao logar forte.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