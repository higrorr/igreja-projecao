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estado a arca do Senhor na terra dos philisteos sete mezes,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philisteos chamaram os sacerdotes e os adivinhadores, dizendo: Que faremos nós da arca do Senhor? fazei-nos saber com que a tornaremos a enviar ao seu logar.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disseram; Se enviardes a arca do Deus de Israel, não a envieis vazia, porém sem falta lhe enviareis uma offerta para a expiação da culpa: então sereis curados, e se vos fará saber porque a sua mão se não tira de vós.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disseram: Qual é a expiação da culpa que lhe havemos de render? E disseram: Segundo o numero dos principes dos philisteos, cinco hemorrhoidas de oiro e cinco ratos de oiro: porquanto a praga é uma mesma sobre todos vós e sobre todos os vossos principes.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 pois umas imagens das vossas hemorrhoidas e as imagens dos vossos ratos, que andam destruindo a terra, e dae gloria ao Deus de Israel: porventura alliviará a sua mão de cima de vós, e de cima do vosso deus, e de cima da vossa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pois endurecereis o vosso coração, como os egypcios e Pharaó endureceram o seu coração? porventura depois de os haver tratado tão mal, os não deixaram ir, e elles não se foram?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tomae e fazei-vos um carro novo, e tomae duas vaccas que criem, sobre as quaes não tenha subido o jugo, e atae as vaccas ao carro, e levae os seus bezerros d'após d'ellas a casa.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tomae a arca do Senhor, e ponde-a sobre o carro, e mettei n'um cofre, ao seu lado, as figuras de oiro que lhe haveis de render em expiação da culpa, e assim a enviareis, para que se vá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então: se subir pelo caminho do seu termo a Beth-semes, foi elle que nos fez este grande mal; e, se não, saberemos que não nos tocou a sua mão, e que isto nos succedeu por acaso.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fizeram aquelles homens, e tomaram duas vaccas que criavam, e as ataram ao carro: e os seus bezerros encerraram em casa.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a arca do Senhor sobre o carro, como tambem o cofre com os ratos de oiro e com as imagens das suas hemorrhoidas.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 vaccas se encaminharam direitamente pelo caminho de Beth-semes, e seguiam um mesmo caminho, andando e berrando, sem se desviarem nem para a direita nem para a esquerda: e os principes dos philisteos foram atraz d'ellas, até ao termo de Beth-semes.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andavam os de Beth-semes segando a sega do trigo no valle, e, levantando os seus olhos, viram a arca, e, vendo-a, se alegraram.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carro veiu ao campo de Josué, o beth-semita, e parou ali; e ali estava uma grande pedra: e fenderam a madeira do carro, e offereceram as vaccas ao Senhor em holocausto.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 descenderam a arca do Senhor, como tambem o cofre que estava junto a ella, em que estavam as obras de oiro, e pozeram-n'os sobre aquella grande pedra: e os homens de Beth-semes offereceram holocaustos, e sacrificaram sacrificios ao Senhor no mesmo 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aquillo os cinco principes dos philisteos, voltaram para Ekron no mesmo dia.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pois são as hemorrhoidas de oiro que enviaram os philisteos ao Senhor em expiação da culpa: por Asdod uma, por Gaza outra, por Askelon outra, por Gath outra, por Ekron outra.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os ratos de oiro, segundo o numero de todas as cidades dos philisteos, pertencentes aos cinco principes, desde as cidades fortes até ás aldeias, e até Abel, a grande pedra sobre a qual pozeram a arca do Senhor, que ainda está até ao dia de hoje no campo de Josué, o beth-semita.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feriu o Senhor os homens de Beth-semes, porquanto olharam para dentro da arca do Senhor, até ferir do povo cincoenta mil e setenta homens: então o povo se entristeceu, porquanto o Senhor fizera tão grande estrago entre o povo.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homens de Beth-semes: Quem poderia estar em pé perante o Senhor, este Deus sancto? e a quem subirá desde nós?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Enviaram pois mensageiros aos habitantes de Kiriath-jearim, dizendo: Os philisteos remetteram a arca do Senhor; descei, pois, e fazei-a subir para vós.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