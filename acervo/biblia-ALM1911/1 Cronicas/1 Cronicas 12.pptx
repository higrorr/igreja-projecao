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porém são os que vieram a David, a Siclag, estando elle ainda encerrado, por causa de Saul, filho de Kis: e eram dos valentes que ajudaram a esta guerra,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Armados de arco, e usavam da mão direita e esquerda em atirar pedras e em despedir frechas com o arco: eram estes dos irmãos de Saul, benjamitas.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Ahiezer, o chefe, e Joás, filho de Semaa, o gibeathita, e Jeziel e Pelet, filhos de Azmaveth, e Beracha, e Jehu, o anathotita,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Ismaias, o gibeonita, valente entre os trinta, e capitão dos trinta, e Jeremias, e Jahaziel, e Johanan, e Jozabad, o gederathita,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Eluzai, e Jerimoth, e Bealias, e Samarias, e Saphatias, o haruphita,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Elkana, e Issias, e Azareel, e Joezer, e Jasobeam, os korahitas,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Joela, e Zabadias, filhos de Jeroham de Gedor.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gaditas se retiraram a David, ao logar forte no deserto, varões valentes, homens de guerra para pelejar, armados com rodela e lança: e seus rostos eram como rostos de leões, e ligeiros como corças sobre os montes: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Ezer, o cabeça, Obadias, o segundo, Eliab, o terceiro,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Mismanna, o quarto, Jeremias, o quinto,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Atthai, o sexto, Eliel, o setimo,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Johanan, o oitavo, Elzabad, o nono,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Jeremias, o decimo, Machbannai, o undecimo.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Estes, dos filhos de Gad, foram os capitães do exercito: um dos menores tinha o cargo de cem, e o maior de mil.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que passaram o Jordão no mez primeiro, quando elle trasbordava por todas as suas ribanceiras, e fizeram fugir a todos os dos valles para o oriente e para o occidente.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vieram alguns dos filhos de Benjamin e de Judah a David, ao logar forte.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David lhes saiu ao encontro, e lhes fallou, dizendo: Se vós vindes a mim pacificamente e para me ajudar, o meu coração se unirá comvosco; porém se é para me entregar aos meus inimigos, sem que haja deslealdade nas minhas mãos, o Deus de nossos paes o veja e o reprehenda.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o espirito em Amasai, chefe de trinta, e disse: Nós somos teus, ó David! e comtigo estamos, ó filho de Jessé! paz, paz comtigo! e paz com quem te ajuda! pois que teu Deus te ajuda. E David os recebeu, e os fez capitães das tropas.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de Manassés alguns passaram a David, quando veiu com os philisteos para a batalha contra Saul, ainda que não os ajudaram; porque os principes dos philisteos, com conselho, o despediram, dizendo: Á custa de nossas cabeças passará a Saul, seu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Voltando elle pois a Siclag, passaram para elle, de Manassés, Adnah, e Jozabad, e Jediael, e Michael, e Jozabad, e Elihu, e Zillethai, chefes de milhares dos de Manassés.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ajudaram a David contra aquella tropa, porque todos elles eram heroes valentes, e foram capitães no exercito.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n'aquelle tempo, de dia em dia, vinham a David para o ajudar, até que se fez um grande exercito, como exercito de Deus,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este é o numero dos chefes armados para a peleja, que vieram a David em Hebron, para transferir a elle o reino de Saul, conforme a palavra do Senhor.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Judah, que traziam rodela e lança, seis mil e oitocentos, armados para a peleja.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Simeão, varões valentes para pelejar, sete mil e cem.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filhos de Levi, quatro mil e seiscentos.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Joiada porém era o chefe dos de Aarão, e com elle tres mil e setecentos.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Zadok, sendo ainda mancebo, varão valente; e da familia de seu pae, vinte e dois principes.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Benjamin, irmãos de Saul, tres mil; porque até então havia ainda muitos d'elles que eram pela casa de Saul.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de Ephraim vinte mil e oitocentos varões valentes, homens de nome em casa de seus paes.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meia tribu de Manassés dezoito mil, que foram apontados pelos seus nomes para vir a fazer rei a David.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filhos d'Issacar, destros na sciencia dos tempos, para saberem o que Israel devia fazer, duzentos de seus chefes, e todos os seus irmãos seguiam a sua palavra.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Zebulon, dos que sahiam ao exercito, ordenados para a peleja com todas as armas de guerra, cincoenta mil; como tambem destros para ordenarem uma batalha com coração constante.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Naphtali, mil capitães, e com elles trinta e sete mil com rodela e lança.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danitas, ordenados para a peleja, vinte e oito mil e seiscentos.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Aser, dos que sahiam para o exercito, para ordenarem a batalha, quarenta mil.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 banda d'além do Jordão, dos rubenitas e gaditas, e da meia tribu de Manassés, com toda a sorte de instrumentos de guerra para pelejar, cento e vinte mil.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estes homens de guerra, postos em ordem de batalha, com coração inteiro, vieram a Hebron para levantar a David rei sobre todo o Israel: e tambem todo o mais d'Israel tinha o mesmo coração para levantar a David rei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estiveram ali com David tres dias, comendo e bebendo; porque seus irmãos lhes tinham preparado as provisões.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seus visinhos de mais perto, até Issacar, e Zebulon, e Naphtali, trouxeram pão sobre jumentos, e sobre camelos, e sobre mulos, e sobre bois, provisões de farinha, pastas de figos e cachos de passas, e vinho, e azeite, e bois, e gado miudo em multidão; porque havia alegria em Israel.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