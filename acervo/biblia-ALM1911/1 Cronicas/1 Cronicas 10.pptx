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pelejaram com Israel: e os homens de Israel fugiram de diante dos philisteos, e cairam feridos nas montanhas de Gilboa.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philisteos apertaram com Saul e com seus filhos, e feriram os philisteos a Jonathan, e a Abinadab, e a Malchisua, filhos de Saul.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peleja se aggravou contra Saul, e os frecheiros o acharam: e temeu muito aos frecheiros.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Saul ao seu escudeiro: Arranca a tua espada, e atravessa-me com ella; para que porventura não venham estes incircumcisos e escarneçam de mim. Porém o seu escudeiro não quiz, porque temia muito; então tomou Saul a espada, e se lançou sobre ella.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o seu escudeiro que Saul estava morto, tambem elle se lançou sobre a espada, e morreu.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morreram Saul e seus tres filhos; e toda a sua casa morreu juntamente.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vendo todos os homens de Israel, que estavam no valle, que haviam fugido, e que Saul e seus filhos eram mortos, deixaram as suas cidades, e fugiram: então vieram os philisteos, e habitaram n'ellas.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dia seguinte, vindo os philisteos a despojar os mortos, acharam a Saul e a seus filhos estirados nas montanhas de Gilboa.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despojaram, e tomaram a sua cabeça e as suas armas, e as enviaram pela terra dos philisteos em redor, para o annunciarem a seus idolos e ao povo.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pozeram as suas armas na casa do seu deus, e a sua cabeça affixaram na casa de Dagon.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toda a Jabes de Gilead tudo quanto os philisteos fizeram a Saul,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todos os homens bellicosos se levantaram, e tomaram o corpo de Saul, e os corpos de seus filhos, e os trouxeram a Jabes; e sepultaram os seus ossos debaixo d'um carvalho em Jabes, e jejuaram sete dias.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morreu Saul por causa da sua transgressão com que transgrediu contra o Senhor, por causa da palavra do Senhor, a qual não havia guardado; e tambem porque buscou a adivinhadora para a consultar.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Crônicas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buscou ao Senhor, pelo que o matou, e transferiu o reino a David, filho de Jessé.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