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repartimentos dos porteiros, dos korahitas foi Meselemias, filho de Kore, dos filhos de Asaph.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Meselemias: Zacharias o primogenito, Jediael o segundo, Zebadias o terceiro, Jathniel o quarto,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Elam o quinto, Johanan o sexto, Elioenai o setimo.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d'Obed-edom foram: Semaias o primogenito, Jozabad o segundo, Joah o terceiro, e Sachar o quarto, e Nathanael o quinto,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Ammiel o sexto, Issacar o setimo, Peullethai o oitavo: porque Deus o tinha abençoado.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seu filho Semaias nasceram filhos, que dominaram sobre a casa de seu pae; porque foram varões valentes.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Semaias: Othni, e Raphael, e Obed, e Elzabad, seus irmãos, homens valentes: Elihu e Semachias.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foram dos filhos d'Obed-edom; elles e seus filhos, e seus irmãos, homens valentes de força para o ministerio: por todos sessenta e dois, de Obed-edom.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e os irmãos de Mesalemias, homens valentes, foram dezoito.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Hosa, d'entre os filhos de Merari, foram os filhos: Simri o chefe (ainda que não era o primogenito, comtudo seu pae o constituiu chefe),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Hilkias o segundo, Tabalias o terceiro, Zacharias o quarto: todos os filhos e irmãos de Hosa foram treze.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D'estes se fizeram as turmas dos porteiros, entre os chefes dos homens da guarda, egualmente com os seus irmãos, para ministrarem na casa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sortes, assim os pequenos como os grandes, segundo as casas de seus paes, para cada porta.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caiu a sorte do oriente a Selemias: e lançou-se a sorte por seu filho Zacharias, conselheiro entendido, e saiu-lhe a sorte do norte.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Obed-edom a do sul: e por seus filhos a casa das thesourarias.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Suppim e Hosa a do occidente, com a porta Sallecheth, junto ao caminho da subida: uma guarda defronte d'outra guarda.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oriente seis levitas; ao norte quatro por dia, ao sul quatro por dia, porém ás thesourarias de dois em dois.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Parbar ao occidente: quatro junto ao caminho, dois junto a Parbar.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turmas dos porteiros d'entre os filhos dos korahitas, e d'entre os filhos de Merari.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aos levitas: Ahias tinha cargo dos thesouros da casa de Deus e dos thesouros das coisas sagradas.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filhos de Ladan, filhos de Ladan gersonita: de Ladan gersonita, foi chefe dos paes Jehieli.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Jehieli: Zetham e Joel, seu irmão; estes tinham cargo dos thesouros da casa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amramitas, para os isharitas, para os hebronitas, para os ozielitas.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Sebuel, filho de Gersom, o filho de Moysés, era maioral dos thesouros.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 foram, da banda de Eliezer, Rehabias seu filho, e Isaias seu filho, e Jorão seu filho, e Zichri seu filho, e Selomith, seu filho.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Selomith e seus irmãos tinham cargo de todos os thesouros das coisas sagradas que o rei David e os chefes dos paes, capitães de milhares, e de centenas, e capitães do exercito tinham consagrado.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despojos das guerras as consagraram, para repararem a casa do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tudo quanto tinha consagrado Samuel o vidente, e Saul filho de Kis, e Abner filho de Ner, e Joab filho de Zeruia: tudo quanto quem quer tinha consagrado estava debaixo da mão de Selomith e seus irmãos.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isharitas, Chenanias, e seus filhos foram postos sobre Israel para a obra de fóra, por officiaes e por juizes.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hebronitas foram Hasabias e seus irmãos, homens valentes, mil e setecentos, que tinham cargo dos officios em Israel, de áquem do Jordão para o occidente, em toda a obra do Senhor, e para o serviço do rei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hebronitas era Jerias o chefe dos hebronitas, de suas gerações entre os paes: no anno quarenta do reino de David se buscaram e acharam entre elles varões valentes em Jaezer de Gilead.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homens valentes, dois mil e setecentos, chefes dos paes: e o rei David os constituiu sobre os rubenitas e os gaditas, e a meia tribu dos manassitas, para todos os negocios de Deus, e para todos os negocios do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