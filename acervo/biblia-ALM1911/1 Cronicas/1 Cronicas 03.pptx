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os filhos de David, que lhe nasceram em Hebron: o primogenito, Amnon, de Ahinoam, a jizreelita; o segundo, Daniel, de Abigail, a carmelita;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terceiro, Absalão, filho de Maaca, filha de Talmai, rei de Gesur; o quarto, Adonias, filho de Haggith;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quinto, Sephatias, d'Abital; o sexto, Ithream, de Egla, sua mulher.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lhe nasceram em Hebron, porque ali reinou sete annos e seis mezes: e trinta e tres annos reinou em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lhe nasceram em Jerusalem: Simea, e Sobab, e Nathan, e Salomão: estes quatro lhe nasceram de Bath-sua, filha de Ammiel.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Nasceram-lhe mais Ibehar, e Elisama, e Eliphelet,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Nogath, e Nepheg, e Japhia,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Elisama, e Eliad, e Eliphelet, nove.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foram filhos de David, afóra os filhos das concubinas, e Tamar, irmã d'elles.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filho de Salomão foi Roboão; e seu filho Abias; e seu filho Asa; e seu filho Josaphat;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Jorão; e seu filho Achazias; e seu filho Joás;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Amasias; e seu filho Jotham;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Achaz; e seu filho Ezequias; e seu filho Manassés;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Amon; e seu filho Josias.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Josias foram: o primogenito, Johanan; o segundo, Joaquim; o terceiro, Zedekias; o quarto, Sallum.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Joaquim: Jechonias, seu filho, e Zedekias, seu filho.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Jechonias: Assir, e seu filho Sealthiel.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d'este foram: Malchiram, e Pedaia, e Senazzar, Jekamias, Hosama, e Nedabias.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Pedaia: Zorobabel e Simei; e os filhos de Zorobabel: Messullam, e Hananias, e Selomith, sua irmã,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Hasuba, e Obel, e Berechias, e Hasadias, e Jusab-hesed, cinco.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Hananias: Pelatias e Jesaias: os filhos de Rephaias, os filhos d'Arnan, os filhos de Obadias, e os filhos de Secanias.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Secanias foram Semaias: e os filhos de Semaias: Hattus, e Igeal, e Bariah, e Nearias, e Saphat, seis.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Nearias: Elioenai, e Ezequias, e Azrikam, tres.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Elioenai: Hodavias, e Eliasib, e Pelaias, e Akkub, e Johanan, e Delaias, e Anani, sete.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