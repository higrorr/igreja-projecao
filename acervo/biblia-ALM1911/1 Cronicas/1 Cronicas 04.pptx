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Judah foram: Perez, e Hezron, e Carmi, e Hur, e Sobal.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Reaias, filho de Sobal, gerou a Jahath, e Jahath gerou a Ahumai e a Lahad: estas são as familias dos zorathisas.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do pae de Etam: Jezreel, e Isma, e Idbas: e era o nome de sua irmã Hazzelelponi.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Penuel, pae de Gedor, e Ezer, pae de Husa: estes foram os filhos de Hur, o primogenito de Ephrata, pae de Beth-lehem.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Ashur, pae de Tekoa, duas mulheres: Hela e Naara.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Naara lhe pariu a Ahuzzam, e a Hepher, e a Temeni, e a Haahastari; estes foram os filhos de Naara.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Hela: Zereth, Jesohar, e Ethnan.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Kos gerou a Anub e a Zobeba: e as familias d'Aharhel, filho de Harum.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Jabes mais illustre do que seus irmãos: e sua mãe chamou o seu nome Jabes, dizendo: Porquanto com dôres o pari.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Jabes invocou o Deus de Israel, dizendo: Se me abençoares muitissimo, e meus termos amplificares, e a tua mão fôr comigo, e fizeres que do mal não seja afflicto! E Deus lhe concedeu o que lhe tinha pedido.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Chelub, irmão de Suha, gerou a Mehir: este é o pae de Esthon.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Esthon gerou a Bethrapha, e a Peseah, e a Tehinna, pae de Ir-nahas: estes foram os homens de Reca.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Kenas: Othniel e Seraias; e filhos de Othniel: Hathath.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Meonothai gerou a Ophra, e Seraias gerou a Joab, pae dos do valle dos artifices; porque foram artifices.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de Caleb, filho de Jefone: Iru, Ela, e Naam: e os filhos de Ela, a saber, Kenas.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Jehalelel: Ziph, e Zipha, e Tiria e Asareel.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Ezra: Jether, e Mered, e Epher, e Jalon: e ella pariu a Miriam, e Sammai, e Isbah, pae de Esthemo.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mulher, judia, pariu a Jered, pae de Gedor, e a Heber, pae de Soco, e a Jekuthiel, pae de Zanohah; e estes foram os filhos de Bitia, filha de Pharaó, que Mered tomou.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filhos da mulher de Hodias, irmã de Naham: Abikeila, o garmita, e Esthemo, o maacatita.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Simeão: Amnon, e Rinna, e Ben-hanan, e Tilon: e os filhos de Ishi: Zoheth e Benzoheth.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Sela, filho de Judah: Er, pae de Lecha, e Lada, pae de Maresa, e as familias da casa dos obreiros de linho, em casa de Asbea.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Jokim, e os homens de Cozeba, e Joás, e Saraph (que dominaram sobre os moabitas), e Jasubi-*lehem: porém estas coisas já são antigas.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oleiros, e habitavam nas hortas e nos cerrados: estes ficaram ali com o rei na sua obra.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Simeão foram Nemuel, e Jamin, e Jarib, e Zera, e Saul,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filho foi Sallum, e seu filho Mibsam, e seu filho Misma.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Misma foram: Hammuel, seu filho, cujo filho foi Zaccur, e seu filho Simei.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Simei teve dezeseis filhos, e seis filhas, porém seus irmãos não tiveram muitos filhos: e toda a sua familia não se multiplicou tanto como as dos filhos de Judah.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em Berseba, e em Moluda, e em Hasar-sual,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Bilha, e em Esem, e em Tholad,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Bethuel, e em Horma, e em Ziklag,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Beth-marcaboth, e em Hasar-*susim, e Beth-biri, e em Saaraim: estas foram as suas cidades, até que David reinou.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as suas aldeias: Etam, e Ain, e Rimmon, e Tochen, e Asan: cinco cidades.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suas aldeias, que estavam em redor d'estas cidades, até Baal, estas foram as suas habitações e suas genealogias para elles.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Mesobab, e Jamlech, e Josa, filho de Amasias,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Joel, e Jehu, filho de Josibias, filho de Seraias, filho de Asiel,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Elioenai, e Jaakoba, e Jeshoaias, e Asaias, e Adiel, e Jesimiel, e Benaias,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Ziza, filho de Siphi, filho de Allon, filho de Jedaias, filho de Simri, filho de Semaia: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Estes, registrados por seus nomes, foram principes nas suas familias: e as familias de seus paes se multiplicaram abundantemente.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até á entrada de Gedor, ao oriente do valle, a buscar pasto para as suas ovelhas.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pasto fertil e terra espaçosa, e quieta, e descançada; porque os de Cão habitaram ali d'antes.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pois, que estão descriptos por seus nomes, vieram nos dias de Ezequias, rei de Judah, e feriram as tendas e habitações dos que se acharam ali, e as destruiram totalmente até ao dia d'hoje, e habitaram em seu logar: porque ali havia pasto para as suas ovelhas.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d'elles, dos filhos de Simeão, quinhentos homens foram ás montanhas de Seir; e a Pelatias, e a Nearias, e a Rephaias, e a Uzziel, filhos de Ishi, levaram por cabeças.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feriram o restante dos que escaparam dos amalekitas, e habitaram ali até ao dia d'hoje.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