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Satanaz se levantou contra Israel, e incitou David a numerar a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 Joab e aos maioraes do povo: Ide, numerae a Israel, desde Berseba até Dan; e trazei-me a conta, para que saiba o numero d'elles.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Joab: O Senhor accrescente ao seu povo cem vezes tanto como é; porventura, ó rei meu senhor, não são todos servos de meu senhor? Porque procura isto o meu senhor? Porque seria causa de delicto para com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palavra do rei prevaleceu contra Joab; pelo que saiu Joab, e passou por todo o Israel; então voltou para Jerusalem.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Joab deu a David a somma do numero do povo: e era todo o Israel um milhão e cem mil homens, dos que arrancavam espada; e de Judah quatrocentos e setenta mil homens, dos que arrancavam espada.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de Levi e Benjamin não contou entre elles, porque a palavra do rei foi abominavel a Joab.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negocio tambem pareceu mal aos olhos de Deus: pelo que feriu a 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 a Deus: Gravemente pequei em fazer este negocio; porém agora sê servido tirar a iniquidade de teu servo, porque obrei mui loucamente.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pois o Senhor a Gad, o vidente de David, dizendo: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e falla a David, dizendo: Assim diz o Senhor: Tres coisas te proponho: escolhe uma d'ellas, para que eu t'a faça.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Gad veiu a David, e lhe disse: Assim diz o Senhor: Escolhe para ti,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tres annos de fome, ou que tres mezes te consumas diante de teus adversarios, e a espada de teus inimigos te alcance, ou que tres dias a espada do Senhor, isto é, a peste na terra, e o anjo do Senhor destruam todos os termos de Israel: vê pois agora que resposta hei de levar a quem me enviou.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 a Gad: Estou em grande angustia; caia eu pois nas mãos do Senhor, porque são muitissimas as suas misericordias; mas que eu não caia nas mãos dos homens.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Mandou pois o Senhor a peste a Israel: e cairam d'Israel setenta mil homens.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mandou um anjo a Jerusalem para a destruir; e, destruindo-a elle, o Senhor o viu, e se arrependeu d'aquelle mal, e disse ao anjo destruidor: Basta, agora retira a tua mão. E o anjo do Senhor estava junto á eira de Ornan, jebuseo.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 David os seus olhos, viu o anjo do Senhor, que estava entre a terra e o céu, com a sua espada desembainhada na sua mão estendida contra Jerusalem: então David e os anciãos, cobertos de saccos, se prostraram sobre os seus rostos.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 Deus: Não sou eu o que disse que se contasse o povo? E eu mesmo sou o que pequei, e fiz muito mal; mas estas ovelhas que fizeram? Ah! Senhor, meu Deus, seja a tua mão contra mim, e contra a casa de meu pae, e não para castigo de teu povo.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anjo do Senhor disse a Gad que dissesse a David que subisse David para levantar um altar ao Senhor na eira d'Ornan, jebuseo.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Subiu pois David, conforme a palavra de Gad, que fallara em nome do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virando-se Ornan, viu o anjo, e se esconderam com elle seus quatro filhos: e Ornan estava trilhando o trigo.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veiu a Ornan: e olhou Ornan, e viu a David, e saiu da eira, e se prostrou perante David com o rosto em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 Ornan: Dá-me este logar da eira, para edificar n'elle um altar ao Senhor; dá-m'o pelo seu valor, para que cesse este castigo sobre o povo.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Ornan a David: Toma-a para ti, e faça o rei meu Senhor d'ella o que parecer bem aos seus olhos: eis que dou os bois para holocaustos, e os trilhos para lenha, e o trigo para offerta de manjares: tudo dou.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David a Ornan: Não, antes pelo seu valor a quero comprar: porque não tomarei o que é teu, para o Senhor; para que não offereça holocausto sem custo.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deu a Ornan por aquelle logar o peso de seiscentos siclos de oiro.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edificou ali um altar ao Senhor, e offereceu n'elle holocaustos e sacrificios pacificos: e invocou o Senhor, o qual lhe respondeu com fogo do céu sobre o altar do holocausto.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deu ordem ao anjo, e elle tornou a sua espada á bainha.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David, no mesmo tempo, que o Senhor lhe respondera na eira de Ornan, jebuseo, sacrificou ali.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tabernaculo do Senhor, que Moysés fizera no deserto, e o altar do holocausto, estavam n'aquelle tempo no alto de Gibeon.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podia David ir perante elle buscar ao Senhor; porque estava aterrorisado por causa da espada do anjo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