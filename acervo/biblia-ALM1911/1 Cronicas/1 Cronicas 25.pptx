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David, juntamente com os capitães do exercito, separou para o ministerio os filhos de Asaph, e de Heman, e de Jeduthun, para prophetizarem com harpas, com alaudes, e com psalterios: e este foi o numero dos homens aptos para a obra do seu ministerio.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Asaph foram Zaccur, e José, e Nethanias, e Asarela, filhos de Asaph: a cargo de Asaph, que prophetizava debaixo da direcção do rei David.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Jeduthun, foram os filhos de Jeduthun: Gedalias, e Zeri, e Jesaias, e Hasabias, e Mattithias, seis, a cargo de seu pae Jeduthun, para tanger harpas, o qual prophetizava, louvando e dando graças ao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Heman: os filhos de Heman: Bukkias, Matthanias, Uziel, Sebuel, e Jerimoth, Hananias, Hanani, Eliatha, Giddalti, e Romamthi-ezer, Josbekasa, Mallothi, Hothir, e Mahazioth.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foram filhos de Heman, o vidente do rei nas palavras de Deus, para exaltar a corneta: porque Deus dera a Heman quatorze filhos e tres filhas.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estavam ao lado de seu pae para o canto da casa do Senhor, com psalterios, alaudes e harpas, para o ministerio da casa de Deus; e, ao lado do rei, Asaph, Jeduthun, e Heman.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numero d'elles, juntamente com seus irmãos instruidos no canto do Senhor, todos os mestres, duzentos e oitenta e oito.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deitaram as sortes ácerca da guarda egualmente, assim o pequeno como o grande, o mestre juntamente com o discipulo.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pois a primeira sorte a Asaph, a saber: a José; a segunda a Gedalias; e eram elle, e seus irmãos, e seus filhos, ao todo, doze.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terceira a Zaccur, seus filhos e seus irmãos; doze.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quarta a Isri, seus filhos, e seus irmãos; doze.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quinta a Nethanias, seus filhos, e seus irmãos; doze.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sexta a Bukkias, seus filhos, e seus irmãos; doze.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setima a Jesarela, seus filhos, e seus irmãos; doze.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oitava a Jesaias, seus filhos, e seus irmãos; doze.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nona a Matthanias, seus filhos, e seus irmãos; doze.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a Simei, seus filhos, e seus irmãos; doze.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undecima a Azareel, seus filhos, e seus irmãos; doze.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duodecima a Hasabias, seus filhos e seus irmãos; doze.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terceira a Subael, seus filhos, e seus irmãos; doze.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quarta a Mattithias, seus filhos, e seus irmãos; doze.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quinta a Jeremoth, seus filhos, e seus irmãos; doze.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sexta a Hananias, seus filhos, e seus irmãos; doze.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setima a Josbekasa, seus filhos, e seus irmãos; doze.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oitava a Hanani, seus filhos, e seus irmãos; doze.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nona a Mallothi, seus filhos, e seus irmãos; doze.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vigesima a Eliatha, seus filhos, e seus irmãos; doze.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vigesima primeira a Hothir, seus filhos, e seus irmãos; doze.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vigesima segunda a Giddalthi, seus filhos, e seus irmãos; doze.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vigesima terceira a Mahazioth, seus filhos, e seus irmãos; doze.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vigesima quarta a Romamthi-ezer, seus filhos, e seus irmãos; doze.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