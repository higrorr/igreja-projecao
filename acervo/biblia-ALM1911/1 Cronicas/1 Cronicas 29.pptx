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o rei David a toda a congregação: Salomão meu filho, a quem só Deus escolheu, é ainda moço e tenro, e esta obra é grande; porque não é o palacio para homem, senão para o Senhor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pois com todas as minhas forças já tenho preparado para a casa de meu Deus oiro para as obras de oiro, e prata para as de prata, e cobre para as de cobre, ferro para as de ferro e madeira para as de madeira, pedras sardonicas, e as de engaste, e pedras ornatorias, e obra de embutido, e toda a sorte de pedras preciosas, e pedras marmoreas em abundancia.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ainda, na minha propria vontade para a casa de meu Deus, o oiro e prata particular que tenho de mais eu dou para a casa do meu Deus, afóra tudo quanto tenho preparado para a casa do sanctuario.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mil talentos de oiro, do oiro de Ophir: e sete mil talentos de prata purificada, para cobrir as paredes das casas: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Oiro para os vasos de oiro, e prata para os de prata; e para toda a obra da mão dos artifices. Quem pois está disposto a encher a sua mão, para offerecer hoje voluntariamente ao Senhor?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chefes dos paes, e os principes das tribus d'Israel, e os capitães dos milhares e das centenas, até os capitães da obra do rei, voluntariamente contribuiram;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para o serviço da casa de Deus cinco mil talentos de oiro, e dez mil drachmas, e dez mil talentos de prata, e dezoito mil talentos de cobre, e cem mil talentos de ferro.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se acharam com pedras preciosas, as deram para o thesouro da casa do Senhor, na mão de Jehiel o gersonita.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se alegrou do que deram voluntariamente; porque com coração perfeito voluntariamente deram ao Senhor: e tambem o rei David se alegrou com grande alegria.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David louvou ao Senhor perante os olhos de toda a congregação; e disse David: Bemdito és tu, Senhor, Deus de nosso pae Israel, de eternidade em eternidade.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é, Senhor, a magnificencia, e o poder, e a honra, e a victoria, e a magestade; porque teu é tudo quanto ha nos céus e na terra; teu é, Senhor, o reino, e tu te exaltaste sobre todos por chefe.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riquezas e gloria veem de diante de ti, e tu dominas sobre tudo, e na tua mão ha força e poder: e na tua mão está o engrandecer e esforçar a tudo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Deus nosso, graças te damos, e louvamos o nome da tua gloria.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sou eu, e quem e o meu povo, que tivessemos poder para tão voluntariamente dar similhantes coisas? porque tudo vem de ti, e da tua mão t'o damos.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somos estranhos diante de ti, e peregrinos como todos os nossos paes: como a sombra são os nossos dias sobre a terra, e não ha outra esperança.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Deus nosso, toda esta abundancia, que preparámos, para te edificar uma casa ao teu sancto nome, vem da tua mão, e toda é tua.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sei eu, Deus meu, que tu provas os corações, e que das sinceridades te agradas: eu tambem na sinceridade de meu coração voluntariamente dei todas estas coisas: e agora vi com alegria que o teu povo, que se acha aqui, voluntariamente te deu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Deus de nossos paes Abrahão, Isaac, e Israel, conserva isto para sempre no intento dos pensamentos do coração de teu povo; e encaminha o seu coração para ti.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Salomão, meu filho, dá um coração perfeito, para guardar os teus mandamentos, os teus testemunhos, e os teus estatutos; e para fazer tudo, e para edificar este palacio que tenho preparado.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David a toda a congregação: Agora louvae ao Senhor vosso Deus. Então toda a congregação louvou ao Senhor Deus de seus paes, e inclinaram-se, e prostraram-se perante o Senhor, e perante o rei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outro dia sacrificaram ao Senhor sacrificios, e offereceram holocaustos ao Senhor, mil bezerros, mil carneiros, mil cordeiros, com as suas libações; e sacrificios em abundancia por todo o Israel.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 e beberam n'aquelle dia perante o Senhor, com grande gozo: e a segunda vez fizeram rei a Salomão filho de David, e o ungiram ao Senhor por guia, e a Zadok por sacerdote.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Salomão se assentou no throno do Senhor, rei, em logar de David seu pae, e prosperou: e todo o Israel lhe deu ouvidos.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principes, e os varões, e até todos os filhos do rei David, deram a mão de que estariam debaixo do rei Salomão.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magnificou a Salomão grandissimamente, perante os olhos de todo o Israel: e deu-lhe magestade real, qual antes d'elle não teve nenhum rei em Israel.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David, filho de Jessé, reinou sobre todo o 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dias que reinou sobre Israel, quarenta annos: em Hebron reinou sete annos, e em Jerusalem reinou trinta e tres.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n'uma boa velhice, cheio de dias, riquezas e gloria: e Salomão seu filho, reinou em seu logar.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successos pois do rei David, assim os primeiros como os ultimos, eis que estão escriptos nas chronicas de Samuel, o vidente, e nas chronicas do propheta Nathan, e nas chronicas de Gad, o vidente;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com todo o seu reino e o seu poder; e os tempos que passaram sobre elle, e sobre Israel, e sobre todos os reinos d'aquellas terras.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