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Israel se ajuntou a David em Hebron, dizendo: Eis que somos teus ossos e tua carne.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já d'antes, sendo Saul ainda rei, eras tu o que fazias sair e entrar a Israel: tambem o Senhor teu Deus te disse: Tu apascentarás o meu povo Israel, e tu serás chefe sobre o meu povo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vieram todos os anciãos d'Israel ao rei, a Hebron, e David fez com elles alliança em Hebron, perante o Senhor: e ungiram a David rei sobre Israel, conforme a palavra do Senhor pelo ministerio de Samuel.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partiu David e todo o Israel para Jerusalem, que é Jebus: porque ali estavam os jebuseos, moradores da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os moradores de Jebus a David: Tu não entrarás aqui. Porém David ganhou a fortaleza de Sião, que é a cidade de David.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disse David: Qualquer que primeiro ferir os jebuseos será chefe e maioral. Então Joab, filho de Zeruia, subiu primeiro a ella; pelo que foi feito chefe.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habitou na fortaleza; pelo que se chamou a cidade de David.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edificou a cidade ao redor, desde Millo até ao circuito: e Joab renovou o resto da cidade.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ia-se David cada vez mais augmentando e crescendo; porque o Senhor dos Exercitos era com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os chefes dos varões que David tinha, e que o apoiaram fortemente no seu reino, com todo o Israel, para o fazerem rei, conforme a palavra do Senhor, tocante a 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do numero dos varões que David tinha: Jasobeam, hachmonita, o principal dos capitães, o qual, brandindo a sua lança contra trezentos, d'uma vez os matou.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d'elle, Eleazar, filho de Dodo, o ahohita: elle estava entre os tres varões.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esteve com David em Pas-*dammim, quando os philisteos ali se ajuntaram á peleja, e o pedaço de campo estava cheio de cevada: e o povo fugiu de diante dos philisteos.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pozeram-se no meio d'aquelle pedaço, e o defenderam, e feriram os philisteos; e obrou o Senhor um grande livramento.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tres dos trinta chefes desceram á penha, a David, na caverna d'Adullam: e o arraial dos philisteos estava acampado no valle de Rephaim.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estava então no logar forte: e o alojamento dos philisteos estava então em Beth-lehem.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desejou David, e disse: Quem me dará a beber da agua do poço de Beth-lehem, que está junto á porta?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tres romperam pelo arraial dos philisteos, e tiraram agua do poço de Beth-lehem, que estava á porta, e tomaram d'ella, e a trouxeram a David; porém David não a quiz beber, mas a derramou ao Senhor,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Nunca meu Deus permitta que faça tal! beberia eu o sangue d'estes varões com as suas vidas? Pois com perigo das suas vidas a trouxeram. E elle não a quiz beber: isto fizeram aquelles tres varões.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Abisai, irmão de Joab, foi chefe de tres, o qual, brandindo a sua lança contra trezentos, os feriu: e teve nome entre os tres.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tres foi mais illustre do que os outros dois, pelo que foi chefe d'elles; porém não chegou aos primeiros tres.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Benaias, filho de Joiada filho de um valente varão, grande em obras, de Kabseel: elle feriu a dois fortes leões de Moab; e tambem desceu, e feriu um leão dentro d'uma cova, no tempo da neve.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feriu elle a um homem egypcio, homem de grande altura, de cinco covados: e trazia o egypcio uma lança na mão, como o orgão do tecelão; mas desceu contra elle com uma vara, e arrancou a lança da mão do egypcio, e o matou com a sua propria lança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fez Benaias, filho de Joiada; pelo que teve nome entre aquelles tres varões.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dos trinta foi elle o mais illustre; comtudo não chegou aos tres: e David o poz sobre os da sua guarda.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varões dos exercitos: Asael, irmão de Joab, Elhanan, filho de Dodo, de Beth-lehem,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Sammoth, o harodita, Heles, o pelonita,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Ira, filho de Ikkes, o tekoita, Abiezer, o anathothita,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Sibbechai, o husathita, Ilai, o ahohita,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Maharai, o netophathita, Heled, filho de Baena, o netophathita,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Ithai, filho de Ribai, de Gibeah, dos filhos de Benjamin, Benaias, o pirathonita,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Hurai, do ribeiro de Gaas, Abiel, o arbathita,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Asmaveth, o baharumita, Eliahba, o saalbonita.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Hasem, o gizonita: Jonathan, filho de Sage, o hararita,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Ahiam, filho de Sachar, o hararita, Eliphal, filho de Ur,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Hepher, o mecheratita, Ahias, o pelonita,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Hesro, o carmelita, Naari, filho d'Esbai,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Joel, irmão de Nathan, Mibhar, filho de Geri,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Zelek, o ammonita, Nahrai, o berothita, escudeiro de Joab, filho de Zeruia,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Ira, o ithrita, Gareb, o ithrita,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Urias, o hethita, Zabad, filho de Ahlai,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Adina, filho de Siza, o rubenita, chefe dos rubenitas; todavia sobre elle havia trinta;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Hanam, filho de Maacha, e Josaphat, o mithnita,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Uzias, o astharathita, Sama e Jeiel, filhos de Hotham, o aroerita,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Jediael, filho de Simri, e Joha, seu irmão, o tisita,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Eliel, o mahavita, e Jeribai, e Joshavias, filhos d'Elnaam, e Ithma, o moabita,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Eliel, e Obed, e Jaasiel, e Mesobaia.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