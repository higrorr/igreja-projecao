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Levi foram: Gerson, Kohath, e Merari.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Kohath: Amram, e Ishar, e Hebron, e Uzziel.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d'Amram: Aarão, e Moysés, e Miriam: e os filhos d'Aarão: Nadab, e Abihu, e Eleazar, e Ithamar.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Eleazar gerou a Phineas, e Phineas gerou a Abisua,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Abisua gerou a Bukki, e Bukki gerou a Uzzi,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Uzzi gerou a Zerahias, e Zerahias gerou a Meraioth,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Meraioth gerou a Amarias, e Amarias gerou a Ahitub,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Ahitub gerou a Zadok, e Zadok gerou a Ahimaas,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Ahimaas gerou a Azarias, e Azarias gerou a Johanan,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Johanan gerou a Azarias: este é o que administrou o sacerdocio na casa que Salomão tinha edificado em Jerusalem.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Azarias gerou a Amarias, e Amarias gerou a Ahitub,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Ahitub gerou a Zadok, e Zadok gerou a Sallum,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Sallum gerou a Hilkias, e Hilkias gerou a Azarias,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Azarias gerou a Seraias, e Seraias gerou a Josadak,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Josadak foi levado captivo quando o Senhor levou presos a Judah e a Jerusalem pela mão de Nabucodonozor.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Levi foram pois Gersom, Kohath, e Merari.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nomes dos filhos de Gersom: Libni e Simei.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Kohath: Amram, e Ishar, e Hebron, e Uzziel.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Merari: Maheli e Musi: estas são as familias dos levitas, segundo seus paes.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Gersom: Libni, seu filho, Jahath, seu filho, Zimma, seu filho,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Joah, seu filho, Iddo, seu filho, Zerah, seu filho, Jeaterai, seu filho.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Kohath foram: Amminadab, seu filho, Korah, seu filho, Assir, seu filho,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Elkana, seu filho, Ebiasaph, seu filho, Assir, seu filho,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Tahath, seu filho, Uriel, seu filho, Uzias, seu filho, e Saul, seu filho.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d'Elkana: Amasai e Ahimoth.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Elkana: os filhos d'Elkana foram Zophai, seu filho, e seu filho Nahath,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filho Eliab, seu filho Jeroham, seu filho Elkana.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Samuel: Vasni, seu primogenito, e o segundo Abias.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Merari: Maheli, seu filho Libni, seu filho Simei, seu filho Uzza,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filho Simea, seu filho Haggias, seu filho Asaias.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pois os que David constituiu para o officio do canto na casa do Senhor, depois que a arca teve repouso.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ministravam diante do tabernaculo da tenda da congregação com cantares, até que Salomão edificou a casa do Senhor em Jerusalem: e estiveram, segundo o seu costume, no seu ministerio.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pois os que ali estavam com seus filhos: dos filhos dos kohathitas, Heman, o cantor, filho de Joel, filho de Samuel,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d'Elkana, filho de Jeroham, filho d'Eliel, filho de Toa,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de Zuph, filho d'Elkana, filho de Mahath, filho de Amasai,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d'Elkana, filho de Joel, filho de Azarias, filho de Zephanias,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de Tahat, filho d'Assir, filho d'Ebiasaph, filho de Korah,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de Ishar, filho de Kohat, filho de Levi, filho d'Israel.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 irmão Asaph estava á sua direita: e era Asaph filho de Berequias, filho de Simea,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de Michael, filho de Baeseias, filho de Malchias,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d'Ethni, filho de Zerah, filho de Adaias,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d'Ethan, filho de Zimma, filho de Simei.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de Jahath, filho de Gersom, filho de Levi.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irmãos, os filhos de Merari, estavam á esquerda; a saber: Ethan, filho de Kisi, filho de Abdi, filho de Malluch,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de Hasabias, filho de Amazias, filho de Hilkias,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d'Amsi, filho de Bani, filho de Semer,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de Maheli, filho de Musi, filho de Merari, filho de Levi.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irmãos, os levitas, foram postos para todo o ministerio do tabernaculo da casa de Deus.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Aarão e seus filhos offereceram sobre o altar do holocausto e sobre o altar do incenso, por toda a obra do logar sanctissimo, e para fazer expiação por Israel, conforme tudo quanto Moysés, servo de Deus, tinha ordenado.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foram os filhos de Aarão: seu filho Eleazar, seu filho Phinéas, seu filho Abisua,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filho Bukki, seu filho Uzzi, seu filho Serahias,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filho Meraioth, seu filho Amarias, seu filho Ahitub,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filho Zadok, seu filho Ahimaas.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estas foram as suas habitações, segundo os seus castellos, no seu termo, a saber: dos filhos d'Aarão, da familia dos kohathitas, porque n'elles caiu a sorte.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Deram-lhes pois a Hebron, na terra de Judah, e os seus arrabaldes que a rodeiam.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territorio da cidade e as suas aldeias deram a Caleb, filho de Jefoné.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filhos d'Aarão deram as cidades de refugio: Hebron, e Libna e os seus arrabaldes, e Jattir, e Esthemo e os seus arrabaldes,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Hilen e os seus arrabaldes, e Debir e os seus arrabaldes,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Asan e os seus arrabaldes, e Beth-semes e os seus arrabaldes.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tribu de Benjamin, Geba e os seus arrabaldes, e Allemeth e os seus arrabaldes, e Anathoth e os seus arrabaldes: todas as suas cidades, pelas suas familias, foram treze cidades.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filhos de Kohath, que restaram da familia da tribu, da meia tribu, de meio Manassés, por sorte tiveram dez cidades.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Gersom, segundo as suas familias, da tribu de Issacar, e da tribu de Aser, e da tribu de Naphtali, e da tribu de Manassés, em Basan, tiveram treze cidades.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Merari, segundo as suas familias, da tribu de Ruben, e da tribu de Gad, e da tribu de Zebulon, por sorte, tiveram doze cidades.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deram os filhos de Israel aos levitas estas cidades e os seus arrabaldes.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deram-lhes por sorte estas cidades, da tribu dos filhos de Judah, da tribu dos filhos de Simeão, e da tribu dos filhos de Benjamin, ás quaes deram os seus nomes.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quanto ao mais das familias dos filhos de Kohath, as cidades do seu termo se lhes deram da tribu de Ephraim.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lhes deram as cidades de refugio, Sichem e os seus arrabaldes, nas montanhas de Ephraim, como tambem Gezer e os seus arrabaldes.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Jokmeam e os seus arrabaldes, e Beth-horon e os seus arrabaldes,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Aijalon e os seus arrabaldes, e Gath-rimmon e os seus arrabaldes.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meia tribu de Manassés, Aner e os seus arrabaldes, e Bileam e os seus arrabaldes: estas cidades tiveram os que ficaram da familia dos filhos de Kohath.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Gersom, da familia da meia tribu de Manassés, tiveram a Golan, em Basan, e os seus arrabaldes, e Astharoth e os seus arrabaldes.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tribu de Issacar, Kedes e os seus arrabaldes, e Dobrath e os seus arrabaldes,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Ramoth e os seus arrabaldes, e Anem e os seus arrabaldes.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tribu de Aser, Masal e os seus arrabaldes, e Abdon e os seus arrabaldes,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Hukok e os seus arrabaldes, e Rehob e os seus arrabaldes.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tribu de Naphtali, Kedes, em Galilea, e os seus arrabaldes, e Hammon e os seus arrabaldes, e Kiriathaim e os seus arrabaldes.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ficaram dos filhos de Merari, da tribu de Zabulon, tiveram a Rimmon e os seus arrabaldes, a Tabor e os seus arrabaldes.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d'além do Jordão, da banda de Jericó, ao oriente de Jordão, da tribu de Ruben, a Beser, no deserto, e os seus arrabaldes, e a Jassa e os seus arrabaldes,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Kedmoth e os seus arrabaldes, e a Mephaath e os seus arrabaldes.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tribu de Gad, a Ramoth, em Gilead, e os seus arrabaldes, e a Mahanaim e os seus arrabaldes,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6:81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Hesbon e os seus arrabaldes, e a Jazer e os seus arrabaldes.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