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filhos de Ruben, o primogenito de Israel;--porque elle era o primogenito, mas porque profanara a cama de seu pae, deu-se a sua primogenitura aos filhos de José, filho de Israel; para assim não ser contado na genealogia da primogenitura.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Judah foi poderoso entre seus irmãos, e d'elle vem o principe; porém a primogenitura foi de José;--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pois os filhos de Ruben, o primogenito de Israel: Hanoch, e Pallu, e Hezron, e Carmi.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Joel: Semaias, seu filho, Gog, seu filho, Simei seu filho,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Micha, seu filho, Reaia, seu filho, Baal, seu filho,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Beera, seu filho, o qual Tilgath-*pilneser, rei da Assyria, levou preso: este foi principe dos rubenitas.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seus irmãos para suas familias, quando pozeram nas genealogias segundo as suas descendencias, foram chefes Jeiel e Zacharias,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Bela, filho de Azaz, filho de Sema, filho de Joel, que habitou em Aroer até Nebo e Baal-meon,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habitou da banda do oriente, até á entrada do deserto, desde o rio Euphrates; porque seu gado se tinha multiplicado na terra de Gilead.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dias de Saul fizeram guerra aos hagarenos, que cairam pela sua mão: e elles habitaram nas suas tendas defronte de toda a banda oriental de Gilead.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Gad habitaram defronte d'elles, na terra de Basan, até Salcha.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Joel foi chefe, e Sapham o segundo: porém Jaanai e Saphat ficaram em Basan.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segundo as suas casas paternas, foram: Michel, e Mesullam, e Seba, e Jorai, e Jachan, e Zia, e Eber, sete.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foram os filhos de Abiail, filho de Huri, filho de Jaroah, filho de Gilead, filho de Michael, filho de Jesisai, filho de Jahdo, filho de Buz;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Ahi, filho de Abdiel, filho de Guni, foi chefe da casa de seus paes.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habitaram em Gilead, em Basan, e nos logares da sua jurisdicção; como tambem em todos os arrabaldes de Saron, até ás suas saidas.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foram registrados, segundo as suas genealogias, nos dias de Jothão, rei de Judah, e nos dias de Jeroboão, rei de 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Ruben, e dos gaditas, e da meia tribu de Manassés, homens muito bellicosos, que traziam escudo e espada, e entesavam o arco, e eram destros na guerra: quarenta e quatro mil e setecentos e sessenta, que sahiam á peleja.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guerra aos hagarenos, como a Jetur, e a Naphis e a Nodab.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ajudados contra elles, e os hagarenos e todos quantos estavam com elles foram entregues em sua mão; porque clamaram a Deus na peleja, e lhes deu ouvidos, porquanto confiaram n'elle.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levaram preso o seu gado: seus camelos, cincoenta mil, e duzentas e cincoenta mil ovelhas, e dois mil jumentos, e cem mil almas de homens.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muitos feridos cairam, porque de Deus era a peleja; e habitaram em seu logar, até ao captiveiro.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da meia tribu de Manassés habitaram n'aquella terra: de Basan até Baal-hermon, e Senir, e o monte de Hermon, elles se multiplicaram.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foram cabeças de suas casas paternas, a saber: Hepher, e Ishi, e Eliel, e Azriel, e Jeremias, e Hodavias, e Jahdiel, homens valentes, homens de nome, e chefes das casas de seus paes.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transgrediram contra o Deus de seus paes: e fornicaram após os deuses dos povos da terra, os quaes Deus destruira de diante d'elles.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Deus de Israel suscitou o espirito de Pul, rei d'Assyria, e o espirito de Tiglath-pilneser, rei d'Assyria, que os levaram presos, a saber: os rubenitas e gaditas, e a meia tribu de Manassés; e os trouxeram a Halah, e a Habor, e a Hara, e ao rio de Gozan, até ao dia de hoje.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