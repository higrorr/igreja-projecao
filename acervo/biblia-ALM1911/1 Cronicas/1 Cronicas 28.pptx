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convocou em Jerusalem todos os principes de Israel, os principes das tribus, e os capitães das turmas, que serviam o rei, e os capitães dos milhares, e os capitães das centenas, e os maioraes de toda a fazenda e possessão do rei, e de seus filhos, como tambem os eunuchos e varões, e todo o varão valente.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o rei David em pé, e disse: Ouvi-me, irmãos meus, e povo meu: Em meu coração propuz eu edificar uma casa de repouso para a arca do concerto do Senhor e para o escabello dos pés do nosso Deus, e eu tinha feito o preparo para a edificar.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Deus me disse: Não edificarás casa ao meu nome, porque és homem de guerra, e derramaste muito sangue.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Deus de Israel escolheu-me de toda a casa de meu pae, para que eternamente fosse rei sobre Israel; porque a Judah escolheu por principe, e a casa de meu pae na casa de Judah: e entre os filhos de meu pae se agradou de mim para me fazer reinar sobre todo o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 todos os meus filhos (porque muitos filhos me deu o Senhor), escolheu elle o meu filho Salomão para se assentar no throno do reino do Senhor sobre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Teu filho Salomão, elle edificará a minha casa e os meus atrios; porque o escolhi para filho, e eu lhe serei por pae.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estabelecerei o seu reino para sempre, se perseverar em cumprir os meus mandamentos e os meus juizos, como até ao dia de hoje.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perante os olhos de todo o Israel, a congregação do Senhor, e perante os ouvidos do nosso Deus, guardae e buscae todos os mandamentos do Senhor vosso Deus, para que possuaes esta boa terra, e a façaes herdar a vossos filhos depois de vós, para sempre.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meu filho Salomão, conhece o Deus de teu pae, e serve-o com um coração perfeito e com uma alma voluntaria; porque esquadrinha o Senhor todos os corações, e entende todas as imaginações dos pensamentos: se o buscares, será achado de ti; porém, se o deixares, rejeitar-te-ha para sempre.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pois agora, porque o Senhor te escolheu para edificares uma casa para o sanctuario; esforça-te, e faze a obra.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David a Salomão, seu filho, o risco do alpendre com as suas casarias, e as suas thesourarias, e os seus cenaculos, e as suas recamaras de dentro, como tambem da casa do propiciatorio.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risco de tudo quanto tinha no seu animo, a saber; dos atrios da casa do Senhor, e de todas as camaras do redor, para os thesouros da casa de Deus, e para os thesouros das coisas sagradas: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turmas dos sacerdotes, e dos levitas, e de toda a obra do ministerio da casa do Senhor, e de todos os vasos do ministerio da casa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oiro deu, segundo o peso do oiro, para todos os vasos de cada ministerio: tambem a prata, por peso, para todos os vasos de prata, para todos os vasos de cada ministerio: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peso para os castiçaes de oiro, e suas candeias de oiro, segundo o peso de cada castiçal e as suas candeias: tambem para os castiçaes de prata, segundo o peso do castiçal e as suas candeias, segundo o ministerio de cada castiçal.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deu o oiro por peso para as mesas da proposição, para cada mesa: como tambem a prata para as mesas de prata.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oiro puro para os garfos, e para as bacias, e para as escudelas, e para as taças de oiro, para cada taça seu peso; como tambem para as taças de prata, para cada taça seu peso.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altar do incenso, oiro purificado, por seu peso: como tambem o oiro para o modelo do carro, a saber, dos cherubins, que haviam de estender as azas, e cobrir a arca do concerto do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isto, disse David, por escripto me deram a entender por mandado do Senhor, a saber, todas as obras d'este risco.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Salomão seu filho: Esforça-te e tem bom animo, e obra; não temas, nem te espavoreças; porque o Senhor Deus, meu Deus, ha de ser comtigo; não te deixará, nem te desamparará, até que acabes toda a obra do serviço da casa do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ahi tens as turmas dos sacerdotes e dos levitas para todo o ministerio da casa de Deus: estão tambem comtigo, para toda a obra, voluntarios com sabedoria de toda a especie para todo o ministerio; como tambem todos os principes, e todo o povo, para todos os teus mandados.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