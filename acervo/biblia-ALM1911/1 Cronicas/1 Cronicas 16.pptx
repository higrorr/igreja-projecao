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Trazendo pois a arca de Deus, a pozeram no meio da tenda que David lhe tinha armado; e offereceram holocaustos e sacrificios pacificos perante Deus.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acabando David de offerecer os holocaustos e sacrificios pacificos, abençoou o povo em nome do Senhor.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repartiu a todos em Israel, tanto a homens como a mulheres, a cada um um pão, e um bom pedaço de carne, e um frasco de vinho.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poz perante a arca do Senhor alguns dos levitas por ministros; e isto para recordarem, e louvarem, e celebrarem ao Senhor Deus d'Israel.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Era Asaph o chefe, e Zacharias o segundo depois d'elle: Jeiel, e Semiramoth, e Jehiel, e Mattithias, e Eliab, e Benaias, e Obed-edom, e Jeiel, com alaudes e com harpas; e Asaph se fazia ouvir com cymbalos;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Benaias, e Jahaziel, os sacerdotes, continuamente com trombetas, perante a arca do concerto de Deus.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n'aquelle mesmo dia entregou David em primeiro logar o Psalmo seguinte, para louvarem ao Senhor, pelo ministerio de Asaph e de seus irmãos: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Louvae ao Senhor, invocae o seu nome, fazei conhecidos entre os povos os seus feitos.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Cantae-lhe, psalmodiae-lhe, attentamente fallae de todas as suas maravilhas.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Gloriae-vos no seu sancto nome; alegre-se o coração dos que buscam ao Senhor.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Buscae ao Senhor, e a sua força; buscae a sua face continuamente.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Lembrae-vos das suas maravilhas que tem feito, de seus prodigios, e dos juizos da sua bocca.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Vós, semente d'Israel, seus servos, vós, filhos de Jacob, seus eleitos.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é o Senhor nosso Deus; em toda a terra estão os seus juizos.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Lembrae-vos perpetuamente do seu concerto e da palavra que prescreveu para mil gerações;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concerto que contratou com Abrahão, e do seu juramento a Isaac;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tambem a Jacob ratificou por estatuto, e a Israel por concerto eterno,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Dizendo: A ti te darei a terra de Canaan, quinhão da vossa herança.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Sendo vós em pequeno numero, poucos homens, e estrangeiros n'ella.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andaram de nação em nação, e d'um reino para outro povo.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ninguem permittiu que os opprimisse, e por amor d'elles reprehendeu reis, dizendo: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toqueis os meus ungidos, e aos meus prophetas não façaes mal.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Cantae ao Senhor em toda a terra; annunciae de dia em dia a sua salvação.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Contae entre as nações a sua gloria, entre todos os povos as suas maravilhas.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16:25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grande é o Senhor, e muito para louvar, e mais tremendo é do que todos os deuses.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16:26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todos os deuses das nações são vaidades; porém o Senhor fez os céus.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16:27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Magestade e esplendor ha diante d'elle, força e alegria no seu logar.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16:28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Dae ao Senhor, ó familias das nações, dae ao Senhor gloria e força.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16:29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Dae ao Senhor a gloria de seu nome; trazei presentes, e vinde perante Elle: adorae ao Senhor na belleza da sua sanctidade.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16:30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Trema perante Elle, trema toda a terra; pois o mundo se affirmará, para que se não abale.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16:31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Alegrem-se os céus, e regozije-se a terra; e diga-se entre as nações: O Senhor reina.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16:32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Brama o mar com a sua plenitude; exulte o campo com tudo o que ha n'elle.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16:33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jubilarão as arvores dos bosques perante o Senhor; porquanto vem a julgar a terra.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16:34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Louvae ao Senhor, porque é bom; pois a sua benignidade dura perpetuamente.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16:35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dizei: Salva-nos, ó Deus da nossa salvação, e ajunta-nos, e livra-nos das nações; para que louvemos o teu sancto nome, e nos gloriemos do teu louvor.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16:36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Louvado seja o Senhor Deus de Israel, de seculo em seculo. E todo o povo disse: Amen! e louvou ao Senhor.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16:37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deixou ali, diante da arca do concerto do Senhor, a Asaph e a seus irmãos, para ministrarem continuamente perante a arca, segundo se ordenara para cada dia.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16:38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mais a Obed-edom, com seus irmãos, sessenta e oito: a este Obed-edom, filho de Jeduthun, e a Hosa, ordenou por porteiros.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16:39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mais a Zadok, o sacerdote, e a seus irmãos, os sacerdotes, diante do tabernaculo do Senhor, no alto que está em Gibeon,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16:40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offerecerem ao Senhor os holocaustos sobre o altar dos holocaustos continuamente, pela manhã e á tarde: e isto segundo tudo o que está escripto na lei do Senhor que tinha prescripto a Israel.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16:41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elles a Heman, e a Jeduthun, e aos mais escolhidos, que foram apontados pelos seus nomes, para louvarem ao Senhor, porque a sua benignidade dura perpetuamente.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16:42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elles pois estavam Heman e Jeduthun, com trombetas e cymbalos, para os que se faziam ouvir, e com instrumentos de musica de Deus: porém os filhos de Jeduthun estavam á porta.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16:43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foi todo o povo, cada um para a sua casa: e tornou David, para abençoar a sua casa.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