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aconteceu, depois d'isto, que Nahas, rei dos filhos d'Ammon, morreu: e seu filho reinou em seu logar.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David: Usarei de beneficencia com Hanun, filho de Nahas, porque seu pae usou de beneficencia comigo. Pelo que David enviou mensageiros para o consolarem ácerca de seu pae. E, vindo os servos de David á terra dos filhos de Ammon, a Hanun, para o consolarem,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Disseram os principes dos filhos de Ammon a Hanun: Porventura honra David a teu pae aos teus olhos, porque te mandou consoladores? não vieram seus servos a ti, a esquadrinhar, e a transtornar, e a espiar a terra?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Hanun tomou os servos de David, e os rapou, e lhes cortou os vestidos no meio até á coxa da perna, e os despediu.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foram-se, e avisaram a David ácerca d'estes homens, e mandou ao encontro d'elles; porque aquelles homens estavam sobremaneira envergonhados. Disse pois o rei: Deixae-vos ficar em Jericó, até que vos torne a crescer a barba, e então tornae.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Vendo pois os filhos de Ammon que se tinham feito odiosos para com David, então enviou Hanun, e os filhos de Ammon, mil talentos de prata, para alugarem para si carros e cavalleiros de Mesopotamia, e da Syria de Maaca, e de Zoba.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alugaram para si trinta e dois mil carros, e o rei de Maaca e a sua gente, e elles vieram, e se acamparam diante de Medeba: tambem os filhos de Ammon se ajuntaram das suas cidades, e vieram para a guerra.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ouvindo David, enviou Joab e todo o exercito dos homens valorosos.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saindo os filhos d'Ammon, ordenaram a batalha á porta da cidade: porém os reis que vieram se pozeram á parte no campo.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vendo Joab que a frente da batalha estava contra elle por diante e por detraz, fez escolha d'entre os mais escolhidos de Israel, e os ordenou contra os syros: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resto do povo entregou na mão de Abisai, seu irmão; e pozeram-se em ordem de batalha contra os filhos d'Ammon.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Se os syros forem mais fortes do que eu, tu virás soccorrer-me; e, se os filhos de Ammon forem mais fortes do que tu, então eu te soccorrerei a ti.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Esforça-te, e esforcemo-nos pelo nosso povo, e pelas cidades do nosso Deus, e faça o Senhor o que parecer bem aos seus olhos.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 chegou Joab, e o povo que tinha comsigo, diante dos syros, para a batalha; e fugiram de diante d'elle.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Vendo pois os filhos d'Ammon que os syros fugiram, tambem elles fugiram de diante de Abisai, seu irmão, e entraram na cidade: e veiu Joab para Jerusalem.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vendo os syros que foram derrotados diante d'Israel, enviaram mensageiros, e fizeram sair os syros que habitavam da banda d'além do rio: e Sophac, capitão do exercito de Hadar-ezer, marchava diante d'elles.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que avisado David, ajuntou a todo o Israel, e passou o Jordão, e veiu ter com elles, e ordenou contra elles a batalha: e, tendo David ordenado a batalha contra os syros, pelejaram contra elle.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os syros fugiram de diante d'Israel, e feriu David, dos syros, sete mil cavallos de carros, e quarenta mil homens de pé: e a Sophac, capitão do exercito, matou.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Vendo pois os servos d'Hadar-ezer que tinham sido feridos diante d'Israel, fizeram paz com David, e o serviram: e os syros nunca mais quizeram soccorrer os filhos d'Ammon.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