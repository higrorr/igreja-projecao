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morando David já em sua casa, disse David ao propheta Nathan: Eis que moro em casa de cedros, mas a arca do concerto do Senhor está debaixo de cortinas.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Nathan disse a David: Tudo quanto tens no teu coração faze, porque Deus é comtigo.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succedeu, na mesma noite, que a palavra do Senhor veiu a Nathan, dizendo: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Vae, e dize a David meu servo: Assim diz o Senhor: Tu me não edificarás uma casa para morar;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em casa nenhuma morei, desde o dia em que fiz subir a Israel até ao dia de hoje; mas fui de tenda em tenda, e de tabernaculo em tabernaculo.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todas as partes por onde andei com todo o Israel, porventura fallei alguma palavra a algum dos juizes de Israel, a quem ordenei que apascentasse o meu povo, dizendo: Porque me não edificaes uma casa de cedros?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assim dirás a meu servo, a David: Assim diz o Senhor dos Exercitos: Eu te tirei do curral, de detraz das ovelhas, para que fosses chefe do meu povo Israel.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estive comtigo por toda a parte, por onde foste, e de diante de ti exterminei todos os teus inimigos, e te fiz um nome como o nome dos grandes que estão na terra.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ordenei um logar para o meu povo Israel, e o plantei, para que habite no seu logar, e nunca mais seja removido d'uma para outra parte; e nunca mais os debilitarão os filhos da perversidade, como ao principio;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desde os dias em que ordenei juizes sobre o meu povo Israel; porém abati a todos os teus inimigos: tambem te fiz saber que o Senhor te edificaria uma casa.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 de ser que, quando forem cumpridos os teus dias, para ires a teus paes, suscitarei a tua semente depois de ti, a qual será dos teus filhos, e confirmarei o seu reino.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me edificará casa; e eu confirmarei o seu throno para sempre.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lhe serei por pae, e elle me será por filho: e a minha benignidade não desviarei d'elle, como a tirei d'aquelle, que foi antes de ti.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confirmarei na minha casa e no meu reino para sempre, e o seu throno será firme para sempre.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Conforme todas estas palavras, e conforme toda esta visão, assim fallou Nathan a David.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entrou o rei David, e ficou perante o Senhor: e disse: Quem sou eu, Senhor Deus? e qual é a minha casa, que me trouxestes até aqui?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ainda isto, ó Deus, foi pouco aos teus olhos; pelo que fallaste da casa de teu servo para tempos distantes: e proveste-me, segundo o costume dos homens, com esta exaltação, ó Senhor Deus.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mais te dirá David, ácerca da honra feita a teu servo? porém tu bem conheces a teu servo.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Senhor, por amor de teu servo, e segundo o teu coração, fizeste todas estas grandezas, para fazer notorias todas estas grandes coisas.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ninguem ha como tu, e não ha Deus fóra de ti, conforme tudo quanto ouvimos com os nossos ouvidos.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quem ha como o teu povo Israel, unica gente na terra? a quem Deus foi remir para seu povo, fazendo-te nome com coisas grandes e temerosas, lançando as nações de diante do teu povo, que remiste do Egypto.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tomaste o teu povo Israel para ser teu povo para sempre: e tu, Senhor, lhe foste por Deus.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Senhor, a palavra que fallaste de teu servo, e ácerca da sua casa, seja certa para sempre: e faze como fallaste.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Confirme-se com effeito, e que o teu nome se engrandeça para sempre, e diga-se: O Senhor dos Exercitos, o Deus de Israel, é Deus para Israel; e fique firme diante de ti a casa de David teu servo.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tu, Deus meu, revelaste ao ouvido de teu servo que lhe edificarias casa; pelo que o teu servo achou confiança para orar em tua presença.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Senhor, tu és o mesmo Deus, e fallaste este bem ácerca de teu servo.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foste servido abençoares a casa de teu servo, para que esteja perpetuamente diante de ti: porque tu, Senhor, a abençoaste, e ficará abençoada para sempre.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