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Benjamin gerou a Bela, seu primogenito, a Asbel o segundo, e a Ahrah o terceiro,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Noha o quarto, e a Rapha o quinto.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Bela teve estes filhos: Addar, e Gera, e Abihud,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Abisua, e Naaman, e Ahoah,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Gera, e Sephuphan, e Huram.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estes foram os filhos de Ehud: estes foram chefes dos paes dos moradores de Geba; e os transportaram a Manahath,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Naaman, e Ahias, e Gera; a estes transportou; e gerou a Uzza e a Ahihud.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Saharaim (depois de os enviar), na terra de Moab, gerou filhos d'Husim e Baara, suas mulheres.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Hodes, sua mulher, gerou a Jobab, e a Zibia, e a Mesa, e a Malcam,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Jeus, e a Sachias, e a Mirma: estes foram seus filhos, chefes dos paes.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Husim gerou a Abitud e a Elpaal.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os filhor d'Elpaal: Eber, e Misam, e Semer: este edificou a Ono e a Lod e os logares da sua jurisdicção.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Beria e Sema foram cabeças dos paes dos moradores de Aijalon; estes afugentaram os moradores de Gath.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Ahio, e Sasak, e Jeremoth,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Zebadias, e Arad, e Eder,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Michael, e Ispa, e Joha, foram filhos de Beria: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Zebadias, e Mesullam, e Hizki, e Heber,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Ismerai, e Izlias, e Jobab, filhos de Elpaal: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Jakim, e Zichri, e Zabdi,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Elienai, e Zillethai, e Eliel,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Adaias, e Beraias, e Simrath, filhos de Simei: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Ispan, e Eber, e Eliel,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Abdon, e Zichri, e Hanan,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Hananias, e Elam, e Anthothija,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Iphdias, e Penuel, filhos de Sasak: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8:26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Samserai, e Seharias, e Athalias,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8:27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Jaaresias, e Elias, e Zichri, filhos de Jeroham.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8:28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foram chefes dos paes, segundo as suas gerações, e estes habitaram em Jerusalem.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8:29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Gibeon habitou o pae de Gibeon: e era o nome de sua mulher Maaka;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8:30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seu filho primogenito Abdon; depois Zur, e Kis, e Baal, e Nadab,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8:31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Gedor, e Ahio, e Zecher.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8:32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Mikloth gerou a Simea: e tambem estes, defronte de seus irmãos, habitaram em Jerusalem com seus irmãos.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8:33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Ner gerou a Kis, e Kis gerou a Saul; e Saul gerou a Jonathan, e a Malchi-sua, e a Abinadab, e a Es-baal.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8:34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filho de Jonathan foi Merib-baal: e Merib-baal gerou a Micha.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8:35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Micha foram: Pithon, e Melech, e Tarea, e Achaz.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8:36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Achaz gerou a Joadda, e Joadda gerou a Alemeth, e a Azmaveth, e a Zimri; e Zimri gerou a Mosa,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8:37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Mosa gerou a Bina, cujo filho foi Rapha, cujo filho foi Elasa, cujo filho foi Asel.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8:38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teve Asel seis filhos, e estes foram os seus nomes: Azrikam, e Boceru, e Ishmael, e Searias, e Obadias, e Hanan: todos estes foram filhos de Asel.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8:39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Esek, seu irmão: Ulam, seu primogenito, Jeus o segundo, e Eliphelet o terceiro.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8:40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os filhos de Ulam varões heroes, valentes, e frecheiros destros; e tiveram muitos filhos, e filhos de filhos, cento e cincoenta: todos estes foram dos filhos de Benjamin.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