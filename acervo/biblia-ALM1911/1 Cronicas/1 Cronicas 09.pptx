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Israel foi contado por genealogia: eis que estão escriptos no livro dos reis de Israel: e os de Judah foram transportados a Babylonia, por causa da sua transgressão.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primeiros habitadores, que moravam na sua possessão e nas suas cidades, foram os israelitas, os sacerdotes, os levitas, e os nethineos.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dos filhos de Judah, e dos filhos de Benjamin, e dos filhos de Ephraim e Manasseh, habitaram em Jerusalem: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Uthai, filho de Ammihud, filho de Omri, filho de Imri, filho de Bani, dos filhos de Peres, filho de Judah;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silonitas: Assias o primogenito, e seus filhos;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filhos de Zerah: Jeuel, e seus irmãos, seiscentos e noventa;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filhos de Benjamin: Sallu, filho de Mesullam, filho de Hodavias, filho de Hassenua,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Ibneias, filho de Jeroham, e Ela, filho de Uzzi, filho de Michri, e Mesullam, filho de Sephatias, filho de Reuel, filho d'Ibnijas;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seus irmãos, segundo as suas gerações, novecentos e cincoenta e seis: todos estes homens foram cabeças dos paes nas casas de seus paes.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sacerdotes: Jedaias, e Jehoiarib, e Jachin,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Azarias, filho de Hilkias, filho de Mesullam, filho de Zadok, filho de Meraioth, filho de Ahitub, maioral da casa de Deus: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Adaias, filho de Jeroham, filho de Pashur, filho de Malchias, e Masai, filho de Adiel, filho de Jahzera, filho de Mesullam, filho de Mesillemith, filho de Immer;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seus irmãos, cabeças nas casas de seus paes, mil, setecentos e sessenta, varões valentes para a obra do ministerio da casa de Deus.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levitas: Semaias, filho de Hassub, filho de Azrikam, filho de Hasabias, dos filhos de Merari;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Bakbakkar, Heres, e Galal; e Matthanias, filho de Micha, filho de Zichri, filho de Asaph;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Obadias, filho de Semaias, filho de Galal, filho de Jeduthun; e Berechias, filho de Asa, filho de Elkana, morador das aldeias dos netophathitas.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porteiros: Sallum, e Akkub, e Talmon, e Ahiman, e seus irmãos, cuja cabeça era Sallum.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até áquelle tempo estavam de guarda á porta do rei para o oriente; estes foram os porteiros entre os arraiaes dos filhos de Levi.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Sallum, filho de Kore, filho de Ebiasaph, filho de Korah, e seus irmãos da casa de seu pae, os korahitas, tinham cargo da obra do ministerio, e eram guardas dos umbraes do tabernaculo: e seus paes foram capitães do arraial do Senhor, e guardadores da entrada.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Phineas, filho de Eleazar, d'antes entre elles guia, com o qual era o Senhor,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Zacharias, filho de Meselemias porteiro da porta da tenda da congregação.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estes, escolhidos para serem porteiros dos umbraes, foram duzentos e doze: e foram estes, segundo as suas aldeias, postos em suas genealogias; e David e Samuel, o vidente, os constituiram no seu cargo.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Estavam pois elles, e seus filhos, ás portas da casa do Senhor, na casa da tenda, junto aos guardas.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porteiros estavam aos quatro ventos: ao oriente, ao occidente, ao norte, e ao sul.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seus irmãos estavam nas suas aldeias, e no setimo dia, de tempo em tempo, entravam a servir com elles.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havia n'aquelle officio quatro porteiros-móres que eram levitas, e tinham cargo das camaras e dos thesouros da casa de Deus.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noite ficavam á roda da casa de Deus, porque a guarda lhes estava encarregada, e tinham cargo de abrir, e isto cada manhã.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alguns d'elles tinham cargo dos vasos do ministerio, porque por conta os traziam e por conta os tiravam.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d'elles alguns havia que tinham cargo dos vasos e de todos os vasos sagrados; como tambem da flor de farinha, e do vinho, e do azeite, e do incenso, e da especiaria.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filhos dos sacerdotes eram os obreiros da confecção das especiarias.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Mattithias, d'entre os levitas, o primogenito de Sallum, o korahita, tinha cargo da obra que se fazia em sartãs.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filhos dos kohatitas, de seus irmãos houve alguns que tinham cargo dos pães da proposição, para os prepararem em todos os sabbados.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D'estes foram tambem os cantores, cabeças dos paes entre os levitas nas camaras, exemptos de serviços; porque de dia e de noite estava a seu cargo occuparem-se n'aquella obra.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foram cabeças dos paes entre os levitas, chefes em suas gerações: estes habitaram em Jerusalem.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em Gibeon habitaram Jeiel, pae de Gibeon (e era o nome de sua mulher Maaca),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 filho primogenito Abdon: depois Zur, e Kis, e Baal, e Ner, e Nadab,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Gedor, e Ahio, e Zacharias, e Mikloth.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Mikloth gerou a Simeão: e tambem estes, defronte de seus irmãos, habitaram em Jerusalem com seus irmãos.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Ner gerou a Kis, e Kis gerou a Saul, e Saul gerou a Jonathan, e a Malchi-sua, e a Abinadab, e a Es-baal.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filho de Jonathan foi Merib-baal: e Merib-baal gerou a Micha.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Micha foram Pithon, e Melech, e Tarea.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Achaz gerou a Jaera, e Jaera gerou a Alemeth, e a Azmaveth, e a Zimri: e Zimri gerou a Mosa.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Mosa gerou a Binea, cujo filho foi Rephaias, cujo filho foi Elasa, cujo filho foi Asel.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9:44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teve Asel seis filhos, e estes foram os seus nomes: Azrikam, e Boceru, e Ishmael, e Seraias, e Obadias, e Hanan: estes foram os filhos d'Asel.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