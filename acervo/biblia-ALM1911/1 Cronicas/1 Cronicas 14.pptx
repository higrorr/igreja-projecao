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Hirão, rei de Tyro, mandou mensageiros a David, e madeira de cedro, e pedreiros, e carpinteiros, para lhe edificar uma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entendeu David que o Senhor o tinha confirmado rei sobre Israel; porque o seu reino se tinha muito exaltado por amor do seu povo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tomou ainda mais mulheres em Jerusalem; e gerou David ainda mais filhos e filhas.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filhos que tinha em Jerusalem: Sammua, e Shobab, Nathan, e Salomão,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Jibhar, e Elisua, e Elpelet,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Nogah, e Nepheg, e Japhia,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Elisama, e Beeliada, e Eliphelet.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os philisteos que David havia sido ungido rei sobre todo o Israel, todos os philisteos subiram em busca de David: o que David ouvindo, logo saiu contra 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vindo os philisteos, se estenderam pelo valle de Rephaim.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consultou David a Deus, dizendo: Subirei contra os philisteos, e nas minhas mãos os entregarás? E o Senhor lhe disse: Sobe, porque os entregarei nas tuas mãos.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subindo a Baal-perasim, David ali os feriu; e disse David: Por minha mão Deus derrotou a meus inimigos, como a rotura das aguas. Pelo que chamaram o nome d'aquelle logar, Baal-perasim.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deixaram ali seus deuses; e ordenou David que se queimassem a fogo.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philisteos tornaram, e se estenderam pelo valle.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David a consultar a Deus; e disse-lhe Deus: Não subirás atraz d'elles; mas anda em roda por detraz d'elles, e vem a elles por defronte das amoreiras;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ouvindo tu um ruido de andadura pelas copas das amoreiras, então sae á peleja; porque Deus haverá saido diante de ti, a ferir o exercito dos philisteos.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David como Deus lhe ordenara: e feriram o exercito dos philisteos desde Gibeon até Gazor.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espalhou o nome de David por todas aquellas terras: e o Senhor poz o seu temor sobre todas aquellas gentes.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