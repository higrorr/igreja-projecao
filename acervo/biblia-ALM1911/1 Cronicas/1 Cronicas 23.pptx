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pois David já velho, e cheio de dias, fez a Salomão seu filho rei sobre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 a todos os principes de Israel, como tambem aos sacerdotes e levitas.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contados os levitas de trinta annos e d'ahi para cima: e foi o numero d'elles, segundo as suas cabeças, trinta e oito mil homens.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D'estes havia vinte e quatro mil, para promoverem a obra da casa do Senhor, e seis mil officiaes e juizes,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quatro mil porteiros, e quatro mil para louvarem ao Senhor com os instrumentos, que eu fiz para o louvar, disse David.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os repartiu por turnos, segundo os filhos de Levi, Gerson, Kohath e Merari.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gersonitas: Ladan e Simei.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Ladan; Jehiel o chefe, e Zetham, e Joel, tres.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Simei: Selomith, e Haziel, e Haran, tres: estes foram os chefes dos paes de Ladan.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Simei: Jahath, Ziza, e Jeus, e Berias: estes foram os filhos de Simei, quatro.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Jahath era o chefe, e Ziza o segundo, mas Jeus e Berias não tiveram muitos filhos; pelo que foram contados em casa de seus paes por uma só familia.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Kohath: Amram, Ishar, Hebron, e Uziel, quatro.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Amram: Aarão e Moysés; e Aarão foi separado para sanctificar a sanctidade das sanctidades, elle e seus filhos, eternamente; para incensar diante do Senhor, para o servirem, e para darem a benção em seu nome eternamente.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 Moysés, homem de Deus, seus filhos foram contados entre a tribu de Levi.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pois os filhos de Moysés, Gersom e Eliezer.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Gersom foi Sebuel o chefe.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aos filhos de Eliezer, foi Rehabias o chefe: e Eliezer não teve outros filhos; porém os filhos de Rehabias se multiplicaram grandemente.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Ishar foi Selomith o chefe.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filhos de Hebron, foi Jerias o chefe, Amarias o segundo, Jahaziel o terceiro, e Jekamam o quarto.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filhos de Uziel, Micha o chefe, e Issias o segundo.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Merari: Maheli e Musi; os filhos de Maheli: Eleazar e Kis.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Eleazar, e não teve filhos, porém filhas; e os filhos de Kis, seus irmãos, as tomaram por mulheres.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Musi: Maheli, e Eder, e Jeremath, tres.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Levi, segundo a casa de seus paes, chefes dos paes, segundo foram contados pelo numero dos nomes, segundo os seus chefes, que faziam a obra do ministerio da casa o Senhor, da edade de vinte annos e d'ahi para cima.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disse David: O Senhor Deus de Israel deu repouso ao seu povo, e habitará em Jerusalem para sempre.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tambem, quanto aos levitas, que nunca mais levassem o tabernaculo, nem algum de seus apparelhos pertencentes ao seu ministerio.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segundo as ultimas palavras de David, foram contados os filhos de Levi da edade de vinte annos e d'ahi para cima.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seu cargo era de estar ao mandado dos filhos de Aarão no ministerio da casa do Senhor, nos atrios, e nas camaras, e na purificação de todas as coisas sagradas, e na obra do ministerio da casa de Deus,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saber: para os pães da proposição, e para a flor de farinha, para a offerta de manjares, e para os coscorões asmos, e para as sartãs, e para o tostado, e para toda a medida e mensura;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estarem cada manhã em pé para louvarem e celebrarem ao Senhor; e similhantemente á tarde;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cada offerecimento dos holocaustos do Senhor, nos sabbados, nas luas novas, e nas solemnidades, por conta, segundo o seu costume, continuamente perante o Senhor: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que tivessem cuidado da guarda da tenda da congregação, e da guarda do sanctuario, e da guarda dos filhos de Aarão, seus irmãos, no ministerio da casa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