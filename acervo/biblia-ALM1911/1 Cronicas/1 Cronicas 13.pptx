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teve David conselho com os capitães dos milhares, e dos centos, e com todos os principes.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 toda a congregação de Israel: Se bem vos parece, e que vem do Senhor nosso Deus, enviemos depressa mensageiros a todos os nossos outros irmãos em todas as terras de Israel, e aos sacerdotes, e aos levitas com elles nas cidades e nos seus arrabaldes, para que se ajuntem comnosco.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tornemos a trazer para nós a arca do nosso Deus; porque não a buscámos nos dias de Saul.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toda a congregação que assim se fizesse; porque este negocio pareceu recto aos olhos de todo o povo.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Ajuntou pois David a todo o Israel desde Sihor do Egypto até chegar a Hamath; para trazer a arca de Deus de Kiriath-jearim.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então David com todo o Israel subiu a Baala e d'ali a Kiriath-jearim, que está em Judah, para fazer subir d'ali a arca de Deus, o Senhor que habita entre os cherubins, sobre a qual é invocado o seu nome.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levaram a arca de Deus sobre um carro novo, da casa de Abinadab: e Uza e Ahio guiavam o carro.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David, e todo o Israel, tocava perante Deus com toda a sua força; em canticos, e com harpas, e com alaudes, e com tamboris, e com cymbalos, e com trombetas.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á eira de Chidon, estendeu Uza a sua mão, para ter mão na arca; porque os bois tropeçavam.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accendeu a ira do Senhor contra Uza, e o feriu, por ter estendido a sua mão á arca: e morreu ali perante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se encheu de tristeza de que o Senhor houvesse aberto brecha em Uza; pelo que chamou áquelle logar Perez-uza, até ao dia d'hoje.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dia temeu David ao Senhor, dizendo: Como trarei a mim a arca de Deus?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David não trouxe a arca a si, á cidade de David; porém a fez retirar á casa de Obed-edom, o getheo.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ficou a arca de Deus com a familia de Obed-edom, tres mezes em sua casa: e o Senhor abençoou a casa de Obed-edom, e tudo quanto tinha.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