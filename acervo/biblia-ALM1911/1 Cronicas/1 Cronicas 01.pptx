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Adão, Seth, Enos,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Canan, Mahalaleel, Jared,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Henoch, Methusalah, Lamech,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Noé, Sem, Cão, e Japhet.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Japhet foram: Gomer, e Magog, e Madai, e Javan, e Tubal, e Mesech, e Tiras.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Gomer: Asquenaz, e Riphat, e Togarma.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Javan: Elisa, e Tarsis, e Chittim, e Dodanim.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Cão: Cus, e Mitsraim, e Put e Canaan.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Cus eram Seba, e Havila, e Sabta, e Raema, e Sabtecha: e os filhos de Raema eram Seba e Dedan.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Cus gerou a Nemrod, que começou a ser poderoso na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Mitsraim gerou aos ludeos, e aos anameos, e aos lehabeos, e aos naphtuheos,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pathruseos, e aos casluchros (dos quaes procederam os philisteos), e aos caftoreos.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Canaan gerou a Sidon, seu primogenito, e a Het,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jebuseos, e aos amorrheos, e aos girgaseos,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heveos, e aos arkeos, e aos sineos,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arvadeos, e aos zemareos, e aos hamatheos.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Sem: Elam, e Assur, e Arphaxad, e Lud, e Aram, e Uz, e Hul, e Gether, e Mesech.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Arphaxad gerou a Selah: e Selah gerou a Heber.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Heber nasceram dois filhos: o nome d'um foi Peleg, porquanto nos seus dias se repartiu a terra, e o nome de seu irmão era Joktan.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Joktan gerou a Almodad, e a Seleph, e a Hasarmaveth, e a Jarah,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Hadoram, e a Husal, e a Dikla,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Ebad, e a Abimael, e a Seba,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Ophir, e a Havila, e a Jobab: todos estes foram filhos de Joktan.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Sem, Arphaxad, Selah,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Heber, Peleg, Rehu,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Serug, Nahor, Thare,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Abrão, que é Abrahão.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Abrahão foram Isaac e Ishmael.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suas gerações: o primogenito de Ishmael foi Nebaioth, e Kedar, e Adbeel, e Mibsam,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Misma, e Duma, e Masca, Hadar e Tema,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Jetur, e Naphis e Kedma: estes foram os filhos de Ishmael.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Ketura, concubina de Abrahão, esta pariu a Zimran, e a Joksan, e a Medan, e a Midian, e a Jisbak, e a Suah: e os filhos de Joksan foram Seba e Dedan.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Midian: Epha, e Epher, e Hanoch, e Abidah, e Eldah: todos estes foram filhos de Ketura.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Abrahão pois gerou a Isaac: e foram os filhos de Isaac Esaú e Israel.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Esaú: Eliphaz, Reuel, e Jehus, e Jalam, e Corah.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Eliphaz: Teman, e Omar, e Zephi, e Gaetam, e Quenaz, e Timna, e Amalek.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Reuel: Nahath, Zerah, Samma, e Missa.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Seir: Lothan, e Sobal, e Zibeon, e Ana, e Dison, e Eser, e Disan.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Lothan: Hori e Homam; e a irmã de Lothan foi Timna.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Sobal eram Alian, e Manahath, e Ebel, Sephi e Onam: e os filhos de Zibeon eram Aya e Ana.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Ana foram Dison: e os filhos de Dison foram Hamran, e Esban, e Ithran, e Cheran.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Eser eram Bilhan, e Zaavan, e Jaakan: os filhos de Disan eram Uz e Aran.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reis que reinaram na terra d'Edom, antes que reinasse rei sobre os filhos d'Israel: Bela, filho de Beor; e era o nome da sua cidade Dinhaba.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Bela, e reinou em seu logar Jobab, filho de Zerah, de Bosra.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Jobab, e reinou em seu logar Husam, da terra dos temanitas.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Husam, e reinou em seu logar Hadad, filho de Bedad: este feriu os midianitas no campo de Moab; e era o nome da sua cidade Avith.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Hadad, e reinou em seu logar Samla, de Masreka.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Samla, e reinou em seu logar Saul, de Rehoboth, junto ao rio.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Saul, e reinou em seu logar Baal-hanan, filho de Acbor.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morrendo Baal-hanan, Hadad reinou em seu logar; e era o nome da sua cidade Pae: e o nome de sua mulher era Mehetabeel, filha de Matred, a filha de Mezahab.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morrendo Hadad, foram principes em Edom o principe Timna, o principe Alya, o principe Jetheth,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Aholibama, o principe Ela, o principe Pinon,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Quenaz, o principe Teman, o principe Mibzar,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Magdiel, o principe Iram: estes foram os principes d'Edom.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