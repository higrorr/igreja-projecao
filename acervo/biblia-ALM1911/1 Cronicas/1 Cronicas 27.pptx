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Israel segundo o seu numero, os chefes dos paes, e os capitães dos milhares e das centenas, com os seus officiaes, que serviam ao rei em todos os negocios das turmas entrando e saindo de mez em mez, em todos os mezes do anno: cada turma de vinte e quatro mil.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primeira turma do mez primeiro estava Jasobeam, filho de Zabdiel: e em sua turma havia vinte e quatro mil.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este dos filhos de Phares, chefe de todos os capitães dos exercitos, para o primeiro mez.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a turma do segundo mez era Dodai, o ahohita, com a sua turma, cujo chefe era Mikloth: tambem em sua turma havia vinte e quatro mil.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terceiro capitão do exercito do terceiro mez era Benaias, filho de Joiada, official maior e chefe: tambem em sua turma havia vinte e quatro mil.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este Benaias um varão entre os trinta, e sobre os trinta: e sobre a sua turma estava Ammizabad, seu filho.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quarto do quarto mez Asael, irmão de Joab, e depois d'elle Zebadias, seu filho: tambem em sua turma havia vinte e quatro mil.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quinto do quinto mez o maioral Samhuth, o israhita: tambem em sua turma havia vinte e quatro mil.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sexto do sexto mez Ira, filho de Ikkes, o tekoita: tambem em sua turma havia vinte e quatro mil.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setimo do setimo mez Heles, o pelonita, dos filhos de Ephraim: tambem em sua turma havia vinte e quatro mil.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oitavo do oitavo mez Sibbechai, o husathita, dos zarithas: tambem em sua turma havia vinte e quatro mil.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nono do nono mez Abiezer, o anathotita, dos benjaminitas: tambem em sua turma havia vinte e quatro mil.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decimo do decimo mez Maharai, o netophatita, dos zarithas: tambem em sua turma havia vinte e quatro mil.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undecimo do undecimo mez Benaia, o pirathonita, dos filhos de Ephraim: tambem em sua turma havia vinte e quatro mil.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duodecimo do duodecimo mez Heldia, o nethophatita, de Othniel: tambem em sua turma havia vinte e quatro mil.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sobre as tribus de Israel eram estes: sobre os rubenitas era chefe Eliezer, filho de Zichri; sobre os simeonitas Sephatias, filho de Maaca;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os levitas Hasabias, filho de Kemuel; sobre os aaronitas Zadok;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Judah, Elihu, dos irmãos de David; sobre Issacar, Omri, filho de Michael;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Zebulon, Irmaias, filho de Obadias; sobre Naphtali, Jerimoth, filho de Azriel;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os filhos de Ephraim, Hoseas, filho de Azazias; sobre a meia tribu de Manasseh Joel, filho de Pedaias;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outra meia tribu de Manasseh em Gilead, Iddo, filho de Zacharias; sobre Benjamin, Jaasiel, filho de Abner;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Dan, Azarel, filho de Jeroham: estes eram os capitães das tribus d'Israel.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tomou porém David o numero dos de vinte annos e d'ahi para baixo, porquanto o Senhor tinha dito que havia de multiplicar a Israel como as estrellas do céu.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Joab, filho de Zeruia, tinha começado a numeral-os, porém não acabou; porquanto viera por isso grande ira sobre Israel: pelo que o numero se não poz na conta das chronicas do rei David.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os thesouros do rei estava Azmaveth, filho de Adiel; e sobre os thesouros da terra, das cidades, e das aldeias, e das torres, Jonathan, filho de Uzias.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os que faziam a obra do campo, na lavoura da terra, Ezri, filho de Chelub.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as vinhas Simei, o ramathita: porém sobre o que das vides entrava nos thesouros do vinho Zabdi, o siphmita.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os olivaes e figueiras bravas que havia nas campinas, Baal Hanan, o gederita: porém Joás sobre os thesouros do azeite.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os gados que pasciam em Saron, Sitrai, o saronita: porém sobre os gados dos valles, Saphat, filho de Adlai.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os camelos, Obil, o ishmaelita: e sobre as jumentas, Jehdias, o meronothita.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 gado miudo, Jaziz, o hagarita: todos estes eram maioraes da fazenda que tinha o rei David.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Jonathan, tio de David, era do conselho, homem entendido, e tambem escriba: e Jehiel, filho de Hacmoni, estava com os filhos do rei.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Achitophel era do conselho do rei: e Husai, o archita, amigo do rei.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de Achitophel, Joiada, filho de Benaias, e Abiathar; porém Joab era chefe do exercito do rei.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