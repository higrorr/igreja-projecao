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aos filhos de Aarão, estes foram as suas divisões: os filhos de Aarão foram Nadab, e Abihu, e Eleazar e Ithamar.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morreram Nadab e Abihu antes de seu pae, e não tiveram filhos: e Eleazar e Ithamar administravam o sacerdocio.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os repartiu, como tambem a Zadok, dos filhos de Eleazar, e Ahimelech, dos filhos de Ithamar, segundo o seu officio no seu ministerio.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achou-se que eram muitos mais os filhos de Eleazar entre os chefes de familias do que os filhos de Ithamar, quando os repartiram: dos filhos de Eleazar dezeseis chefes das casas dos paes, mas dos filhos de Ithamar, segundo as casas de seus paes, oito.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repartiram por sortes, uns com os outros; porque houve maioraes do sanctuario e maioraes da casa de Deus, assim d'entre os filhos de Eleazar, como d'entre os filhos de Ithamar.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registou Semaias, filho de Nathanael, o escrivão d'entre os levitas, perante o rei, e os principes, e Zadok, o sacerdote, e Ahimelech, filho de Abiathar, e os chefes dos paes entre os sacerdotes, e entre os levitas: uma d'entre as casas dos paes se tomou para Eleazar, e se tomou outra para Ithamar.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a primeira sorte a Jojarib, a segunda a Jedaias,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terceira a Harim, a quarta a Seorim,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quinta a Malchias, a sexta a Mihamin.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setima a Hakkos, a oitava a Abias,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nona a Jesua, a decima a Sechanias,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undecima a Eliasib, a duodecima a Jakim,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terceira a Huppa, a decima quarta a Jesebeab,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quinta a Bilga, a decima sexta a Immer,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setima a Hezir, a decima oitava a Happises,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decima nona a Petahias, a vigesima a Jehezkel,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vigesima primeira a Jachin, a vigesima segunda a Gamul,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vigesima terceira a Delaias, a vigesima quarta a Maazias.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officio d'estes no seu ministerio era entrar na casa do Senhor, segundo lhes fôra ordenado por Aarão seu pae, como o Senhor Deus de Israel lhe tinha ordenado.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resto dos filhos de Levi: dos filhos de Amram, Subael: dos filhos de Subael, Jehdias.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Rehabias: dos filhos de Rehabias Issias era chefe;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isharitas, Selomoth; dos filhos de Selomoth, Jahoth;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Hebron, Jerias o primeiro, Amarias o segundo, Jahaziel o terceiro, Jekamam o quarto;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Uziel, Micha; dos filhos de Micha, Samir;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irmão de Micha, Issias; dos filhos de Issias, Zacharias;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Merari, Maheli e Musi; dos filhos de Jaazias, Beno;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Merari de Jaazias, Beno, e Soham, e Zaccur, e Hibri;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Maheli, Eleazar: e este não teve filhos.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Kis: dos filhos de Kis, Jerahmeel;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filhos, de Musi, Maheli, e Eder, e Jerimoth; estes foram os filhos dos levitas, segundo as suas casas paternas.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elles lançaram sortes egualmente com seus irmãos, os filhos de Aarão, perante o rei David, e Zadok, e Ahimelech, e os chefes dos paes entre os sacerdotes e entre os levitas: o chefe da casa dos paes e bem assim seu irmão menor.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