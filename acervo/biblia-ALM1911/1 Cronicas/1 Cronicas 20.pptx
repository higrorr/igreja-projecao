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Aconteceu pois que, no decurso de um anno, no tempo em que os reis costumam sair para a guerra, Joab levou o exercito, e destruiu a terra dos filhos de Ammon, e veiu, e cercou a Rabba, porém David ficou em Jerusalem: e Joab feriu a Rabba, e a destruiu.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tirou da cabeça do rei a corôa d'este, e achou n'ella o peso d'um talento de oiro, e havia n'ella pedras preciosas; e foi posta sobre a cabeça de David: e levou da cidade mui grande despojo.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povo que estava n'ella levou, e os fez serrar com a serra, e cortar com talhadeiras de ferro e com machados; e assim fez David com todas as cidades dos filhos de Ammon: então voltou David, com todo o povo, para Jerusalem.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aconteceu que, levantando-se guerra em Gazer, com os philisteos, então Sibbechai, o husathita, feriu a Sippai, dos filhos de Rapha: e ficaram abatidos.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haver guerra com os philisteos: e Elhanan, filho de Jair, feriu a Lahmi, irmão de Goliath, o getheo, cuja haste da lança era como orgão de tecelão.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haver guerra em Gath: e havia ali um homem de grande estatura, e tinha vinte e quatro dedos, seis em cada mão, e seis em cada pé, e tambem era da raça de Rapha.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injuriou a Israel: porém Jonathan, filho de Simea, irmão de David, o feriu.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nasceram a Rapha em Gath: e cairam pela mão de David e pela mão dos seus servos.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