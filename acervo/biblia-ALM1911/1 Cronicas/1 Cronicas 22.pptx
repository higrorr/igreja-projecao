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David: Esta será a casa do Senhor Deus, e este será o altar do holocausto para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ordem David que se ajuntassem os estranhos que estavam na terra de Israel: e ordenou cortadores de pedras, para que lavrassem pedras de cantaria, para edificar a casa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apparelhou David ferro em abundancia, para os pregos das portas das entradas, e para as junturas: como tambem cobre em abundancia, sem peso;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madeira de cedro sem conta: porque os sidonios e tyrios traziam a David madeira de cedro em abundancia.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dizia David: Salomão, meu filho, ainda é moço e tenro, e a casa que se ha de edificar para o Senhor se ha de fazer magnifica em excellencia, para nome e gloria em todas as terras; eu pois agora lhe prepararei materiaes. Assim preparou David materiaes em abundancia, antes da sua morte.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a Salomão seu filho, e lhe ordenou que edificasse uma casa ao Senhor Deus de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Salomão: Filho meu, quanto a mim, tive em meu coração o edificar casa ao nome do Senhor meu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mim a palavra do Senhor veiu, dizendo: Tu derramaste sangue em abundancia, e fizeste grandes guerras; não edificarás casa ao meu nome; porquanto muito sangue tens derramado na terra, perante a minha 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filho que te nascer será homem de repouso; porque repouso lhe hei de dar de todos os seus inimigos em redor; portanto Salomão será o seu nome, e paz e descanço darei a Israel nos seus dias.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edificará casa ao meu nome, e elle me será por filho, e eu a elle por pae; e confirmarei o throno de seu reino sobre Israel, para sempre.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meu filho, o Senhor seja comtigo; e prospera, e edifica a casa do Senhor teu Deus, como elle disse de 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dê tão sómente prudencia e entendimento, e te instrua ácerca de Israel; e isso para guardar a lei do Senhor teu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prosperarás, se tiveres cuidado de fazer os estatutos e os juizos, que o Senhor mandou a Moysés ácerca de Israel: esforça-te, e tem bom animo; não temas, nem tenhas pavor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na minha oppressão preparei para a casa do Senhor cem mil talentos de oiro, e um milhão de talentos de prata, e de cobre e de ferro sem peso, porque em abundancia é: tambem madeira e pedras preparei, e tu suppre o que faltar.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tens comtigo officiaes mechanicos em multidão, cortadores e artifices em obra de pedra e madeira; e toda a sorte de sabios em toda a sorte de obra.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oiro, da prata, e do cobre, e do ferro não ha numero: levanta-te pois, e faze a obra, e o Senhor seja comtigo.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deu ordem a todos os principes de Israel que ajudassem a Salomão, seu filho,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está comvosco o Senhor vosso Deus, e não vos deu repouso em roda? porque tem entregado na minha mão os moradores da terra; e a terra foi sujeita perante o Senhor e perante o seu povo.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Disponde pois agora o vosso coração e a vossa alma para buscardes ao Senhor vosso Deus; e levantae-vos, e edificae o sanctuario do Senhor Deus, para que a arca do concerto do Senhor, e os vasos sagrados de Deus se tragam a esta casa, que se ha de edificar ao nome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