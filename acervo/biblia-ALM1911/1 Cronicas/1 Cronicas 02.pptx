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filhos de Israel: Ruben, Simeão, Levi, Judah, Issacar e Zebulon;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Dan, José e Benjamin, Naphtali, Gad e Aser.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Judah foram Er, e Onan, e Sela: estes tres lhe nasceram da filha de Sua, a cananea: e Er, o primogenito de Judah, foi mau aos olhos do Senhor, pelo que o matou.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Tamar, sua nora, lhe pariu a Perez e a Serah: todos os filhos de Judah foram cinco.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Perez foram Hezron e Hamul.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Serah: Zimri, e Ethan, e Heman, e Calcol, e Dara: cinco ao todo.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Carmi foram Acar, o perturbador de Israel, que peccou no anathema.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Ethan foram Azarias.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Hezron, que lhe nasceram, foram Jerahmeel, e Ram, e Chelubai.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Ram gerou a Amminadab, e Amminadab gerou a Nahasson, principe dos filhos de Judah.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Nahasson gerou a Salma, e Salma gerou a Booz.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Booz gerou a Obed, e Obed gerou a Jessé.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Jessé gerou a Eliah, seu primogenito, e Abinadab, o segundo, e Simea, o terceiro,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Nathanael, o quarto, Radda, o quinto,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Osem, o sexto, David, o setimo.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suas irmãs Zeruia e Abigail: e foram os filhos de Zeruia: Abisai, e Joab, e Asael, tres.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Abigail pariu a Amasa: e o pae de Amasa foi Jether, o ishmaelita.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Caleb, filho de Hezron, gerou filhos de Azuba, sua mulher, e de Jerioth: e os filhos d'esta foram estes: Jeser, e Sobab, e Ardon.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morreu Azuba; e Caleb tomou para si a Ephrath, a qual lhe pariu a Hur.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Hur gerou a Uri, e Uri gerou a Besaleel.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Hezron entrou á filha de Machir, pae de Gilead, e, sendo elle de sessenta annos, a tomou: e ella lhe pariu a Segub.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Segub gerou a Jair: e este tinha vinte e tres cidades na terra de Gilead.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Gesur e Aram tomaram d'elles as aldeias de Jair, e Kenath, e seus logares, sessenta cidades: todos estes foram filhos de Machir, pae de Gilead.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depois da morte de Hezron, em Caleb de Ephrata, Abia, mulher de Hezron, lhe pariu a Ashur, pae de Tekoa.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Jerahmeel, primogenito de Hezron, foram Ram, o primogenito, e Buna, e Oren, e Osem, e Ahija.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Teve tambem Jerahmeel ainda outra mulher cujo nome era Atara: esta foi a mãe de Onam.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filhos de Ram, primogenito de Jerahmeel: Maas, e Jamin, e Eker.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filhos de Onam: Sammai e Judah; e os filhos de Sammai: Nadab e Abisur.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o nome da mulher de Abisur Abiail, que lhe pariu a Ahban e a Molid.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filhos de Nadab Seled e Appaim: e Seled morreu sem filhos.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d'Appaim foram Ishi; e os filhos de Ishi: Sesan. E os filhos de Sesan: Ahlai.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Jada, irmão de Sammai, foram Jether e Jonathan: e Jether morreu sem filhos.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Jonathan foram Peleth e Zaza: estes foram os filhos de Jerahmeel.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Sesan não teve filhos, mas filhas: e tinha Sesan um servo egypcio, cujo nome era Jarha.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 pois Sesan sua filha por mulher a Jarha, seu servo: e lhe pariu a Attai.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Attai gerou a Nathan, e Nathan gerou a Zabad.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Zabad gerou a Eflal, e Eflal gerou a Obed.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Obed gerou a Jehu, e Jehu gerou a Azarias.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Azarias gerou a Heles, e Heles gerou a Eleasa.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Eleasa gerou a Sismai, e Sismai gerou a Sallum.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Sallum gerou a Jekamias, e Jekamias gerou a Elisama.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filhos de Caleb, irmão de Jerahmeel, Mesa, seu primogenito (este foi o pae de Ziph), e os filhos de Maresa, pae de Hebron.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filhos de Hebron: Korah, e Tappuah, e Rekem, e Sema.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Sema gerou a Raham, pae de Jorkeam: e Rekem gerou a Sammai.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o filho de Sammai Maon: e Maon foi pae de Bethzur.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Epha, a concubina de Caleb, pariu a Haran, e a Mosa, e a Gazez: e Haran gerou a Gazez.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filhos de Johdai: Regem, e Jotham, e Gesan, e Pelet, e Epha, e Saaph.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Maaca, concubina, gerou Caleb a Seber e a Tirhana.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mulher de Saaph, pae de Madmanna, pariu a Seva, pae de Machbena e pae de Gibea: e foi a filha de Caleb Acsa.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foram os filhos de Caleb, filho de Hur, o primogenito de Ephrata: Sobal, pae de Kiriath-jearim,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Salma, pae dos bethlehemitas, Hareph, pae de Beth-gader.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filhos de Sobal, pae de Kiriath-jearim: Haroe e metade dos menuhitas.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familias de Kiriath-jearim foram os jethreos, e os putheos, e os sumatheos, e os misraeos: d'estes sairam os zoratheos, e os esthaoleos.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Salma foram Beth-*lehem e os nethophatitas, Atroth, e Beth-joab, e metade dos manahthitas, e os zoritas.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familias dos escribas que habitavam em Jabez foram os thirathitas, os simathitas, e os sucathitas: estes são os kineos, que vieram de Hammath, pae da casa de Rechab.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