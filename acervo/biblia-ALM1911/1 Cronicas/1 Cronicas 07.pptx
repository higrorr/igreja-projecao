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quanto aos filhos de Issacar, foram: Tola, e Pua, Jasib, e Simron, quatro.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Tola foram: Uzzi, e Rephaias, e Jeriel, e Jahmai, e Ibsam, e Samuel, chefes das casas de seus paes, de Tola, varões de valor nas suas gerações: o seu numero nos dias de David foi de vinte e dois mil e seiscentos.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quanto aos filhos de Uzzi, houve Izraias; e os filhos de Izraias foram Michael e Obadias, e Joel, e Issias; todos estes cinco chefes.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 com elles nas suas gerações, segundo as suas casas paternas, em tropas de gente de guerra, trinta e seis mil; porque tiveram muitas mulheres e filhos.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irmãos, em todas as familias de Issacar, varões de valor, foram oitenta e sete mil, todos contados pelas suas genealogias.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Benjamin foram: Bela, e Becher, e Jediael, tres.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Bela: Esbon, e Uzzi, e Uzziel, e Jerimoth, e Iri, cinco chefes da casa dos paes, varões de valor, que foram contados pelas suas genealogias, vinte e dois mil e trinta e quatro.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Becher: Zemira, e Joás, e Elezer, e Elioenai, e Omri, e Jeremoth, e Abias, e Anathoth, e Alameth: todos estes foram filhos de Becher.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contados pelas suas genealogias, segundo as suas gerações, e chefes das casas de seus paes, varões de valor, vinte mil e duzentos.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filhos de Jediael, Bilhan; e os filhos de Bilhan foram Jeus, e Benjamin, e Ehud, e Chenaana, e Zethan, e Tarsis, e Ahisahar.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estes filhos de Jediael foram chefes das familias dos paes, varões de valor, dezesete mil e duzentos, que sahiam no exercito á peleja.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Suppim, e Huppim, filho de Ir, e Husim, dos filhos d'Aher.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Naphtali: Jahsiel, e Guni, e Jezer, e Sallum, filhos de Bilha.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Manassés: Asriel, que a mulher de Gilead pariu (porém a sua concubina, a syra, pariu a Machir, pae de Gilead.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Machir tomou a irmã de Huppim e Suppim por mulher, e era o seu nome Maaca), e foi o nome do segundo Selophad; e Selophad teve filhas.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Maaca, mulher de Machir, pariu um filho, e chamou o seu nome Perez: e o nome de seu irmão foi Seres: e foram seus filhos Ulam e Rekem.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d'Ulam, Bedan: estes foram os filhos de Gilead, filho de Machir, filho de Manassés.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quanto á sua irmã Hammolecheth, pariu a Ishod, e a Abiezer, e a Mahla.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filhos de Semida: Ahian, e Sechem, e Likhi, e Aniam.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Ephraim: Suthelah, e seu filho Bered, e seu filho Tahath, e seu filho Elada, e seu filho Tahath,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 filho Zabad, e seu filho Suthelah, e Ezer, e Elead: e os homens de Gath, naturaes da terra, os mataram, porque desceram para tomar os seus gados.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Ephraim, seu pae, por muitos dias os chorou; e vieram seus irmãos para o consolar.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entrou a sua mulher, e ella concebeu, e pariu um filho; e chamou o seu nome Beria; porque ia mal na sua casa.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sua filha foi Sera, que edificou a Beth-horon, a baixa e a alta, como tambem a Uzzen-sera.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seu filho Rephah, e Reseph, e Telah, seu filho, e Tahan, seu filho,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filho Ladan, seu filho Ammihud, seu filho Elisama,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filho Nun, seu filho Josué.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a sua possessão e habitação Beth-el e os logares da sua jurisdicção: e ao oriente Naaran, e ao occidente Gezer e os logares da sua jurisdicção, e Sichem e os logares da sua jurisdicção, até Azza e os logares da sua jurisdicção;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banda dos filhos de Manassés, Beth-sean e os logares da sua jurisdicção, Taanach e os logares da sua jurisdicção, Megiddo e os logares da sua jurisdicção, Dor e os logares da sua jurisdicção: n'estas habitaram os filhos de José, filho de Israel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Aser foram: Imna, e Isva, e Isvi, e Beria, e Sera, sua irmã.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Beria: Heber e Malchiel: este foi o pae de Birzavith.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Heber gerou a Jaflet, e a Somer, e a Hotham, e a Sua, sua irmã.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filhos de Jaflet: Pasach, e Bimhal e Asvath; estes foram os filhos de Jaflet.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Semer: Ahi, Rohega, Jehubba, e Aram.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seu irmão Helem: Zophah, e Imna, e Seles, e Amal.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Zophah: Suah, e Harnepher, e Sual, e Beri, e Imra,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Beser, e Hod, e Samma, e Silsa, e Ithran, e Beera.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Jether: Jefone, e Pispa e Ara.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Ulla: Arah, e Hanniel e Risia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7:40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estes foram filhos de Aser, chefes das casas paternas, escolhidos varões de valor, chefes dos principes, e contados nas suas genealogias, no exercito para a guerra; foi seu numero de vinte e seis mil homens.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