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aconteceu que David feriu os philisteos, e os abateu; e tomou a Gath, e os logares da sua jurisdicção, da mão dos philisteos.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feriu os moabitas: e os moabitas ficaram servos de David, trazendo presentes.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David feriu a Hadar-ezer, rei de Zoba, junto a Hamath, indo elle estabelecer os seus dominios pelo Euphrates.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lhe tomou mil cavallos de carros, e sete mil cavalleiros, e vinte mil homens de pé: e David jarretou todos os cavallos dos carros; porém reservou d'elles cem cavallos.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os syros de Damasco a ajudar a Hadar-ezer, rei de Zoba: porém dos syros feriu David vinte e dois mil homens.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poz guarnições em Syria de Damasco, e os syros ficaram servos de David, trazendo presentes: e o Senhor guardava a David, por onde quer que 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David os escudos de oiro, que tinham os servos de Hadar-ezer, e os trouxe a Jerusalem.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 Tibhath, e de Chun, cidades de Hadar-ezer, tomou David muitissimo cobre, de que Salomão fez o mar de cobre, e as columnas, e os vasos de cobre.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ouvindo Tou, rei de Hamath, que David destruira todo o exercito de Hadar-ezer, rei de Zoba,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Mandou seu filho Hadoram a David, para lhe perguntar como estava, e para o abençoar, por haver pelejado com Hadar-ezer, e o destruir (porque Hadar-ezer fazia guerra a Tou), enviando-lhe juntamente toda a sorte de vasos de oiro, e de prata, e de cobre.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David tambem consagrou ao Senhor, juntamente com a prata e oiro que trouxera de todas as mais nações: dos idumeos, e dos moabitas, e dos filhos de Ammon, e dos philisteos, e dos amalekitas.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Abisai, filho de Zeruia, feriu a dezoito mil idumeos no Valle do 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guarnição em Edom, e todos os idumeos ficaram servos de David: e o Senhor guardava a David, por onde quer que 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reinou sobre todo o Israel: e fazia juizo e justiça a todo o seu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Joab, filho de Zeruia, tinha cargo do exercito: e Josaphat, filho de Ahilud, era chanceller.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Zadok, filho de Ahitub, e Abimelech, filho de Abiathar, eram sacerdotes: e Sausa escrivão.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Benaias, filho de Joiada, tinha cargo dos cheretheos e peletheos: porém os filhos de David, os primeiros, estavam á mão do 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