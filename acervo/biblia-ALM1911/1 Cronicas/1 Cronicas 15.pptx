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casa para si na cidade de David; e preparou um logar para a arca de Deus, e armou-lhe uma tenda.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David: Ninguem pode levar a arca de Deus, senão os levitas; porque o Senhor os elegeu, para levar a arca de Deus, e para o servirem eternamente.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ajuntou a todo o Israel em Jerusalem, para fazerem subir a arca do Senhor ao seu logar, que lhe tinha preparado.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ajuntou os filhos de Aarão e os levitas.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Kohath: Uriel, o principe, e de seus irmãos cento e vinte.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Merari: Asaias, o principe, e de seus irmãos duzentos e vinte.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Gersom: Joel, o principe, e de seus irmãos cento e trinta.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Elisaphan: Semaias o principe, e de seus irmãos duzentos.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Hebron: Eliel, o principe, e de seus irmãos oitenta.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Uziel: Amminadab, o principe, e de seus irmãos cento e doze.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David os sacerdotes Zadok e Abiathar, e os levitas, Uriel, Asaias, Joel, Semaias, Eliel, e Amminadab;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Vós sois os chefes dos paes entre os levitas: sanctificae-vos, vós e vossos irmãos, para que façaes subir a arca do Senhor, Deus de Israel, ao logar que lhe tenho preparado.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que, porquanto primeiro vós assim o não fizestes, o Senhor fez rotura em nós, porque o não buscámos segundo a ordenança.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Sanctificaram-se pois os sacerdotes e levitas, para fazerem subir a arca do Senhor Deus de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dos levitas trouxeram a arca de Deus aos hombros, como Moysés tinha ordenado, conforme a palavra do Senhor, com as varas que tinham sobre 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aos principes dos levitas que constituissem a seus irmãos, os cantores, com instrumentos musicos, com alaudes, harpas e cymbalos, para que se fizessem ouvir, levantando a voz com alegria.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Ordenaram pois os levitas a Heman, filho de Joel; e dos seus irmãos, a Asaph, filho de Berechias, e dos filhos de Merari, seus irmãos, a Ethan, filho de Kusaias.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elles a seus irmãos da segunda ordem: a Zacharias, Ben, e Jaaziel, e Semiramoth, e Jehiel, e Uni, Eliab, e Benaias, e Maaseias, e Mattithias, e Eliphelehu, e Mikneias, e Obed-edom, e Jeiel, os porteiros.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cantores, Heman, Asaph e Ethan, se faziam ouvir com cymbalos de metal;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Zacharias, e Aziel, e Semiramoth, e Jehiel, e Uni, e Eliab, e Maaseias, e Benaias, com alaudes, sobre Alamoth: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Mattithias e Eliphelehu, e Mikneias, e Obed-edom, e Jeiel, e Azazias, com harpas, sobre Seminith, para esforçar o tom.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Chenanias, principe dos levitas, tinha cargo de entoar o canto; ensinava-os a entoal-o, porque era entendido.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Berechias e Elkana eram porteiros da arca.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Sebanias, e Josaphat, e Nethaneel, e Amasai, e Zacharias, e Benaias, e Eliezer, os sacerdotes, tocavam as trombetas perante a arca de Deus: e Obed-edom e Jehias eram porteiros da arca.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 David e os anciãos d'Israel, e os capitães dos milhares, foram para fazer subir a arca do concerto do Senhor, da casa de Obed-edom, com alegria.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ajudando Deus os levitas que levavam a arca do concerto do Senhor, sacrificaram sete novilhos e sete carneiros.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ia vestido de um roupão de linho fino, como tambem todos os levitas que levavam a arca, e os cantores, e Chenanias, chefe dos que levavam a arca e dos cantores; tambem David levava sobre si um ephod de linho.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Israel fez subir a arca do concerto do Senhor, com jubilo, e com sonido de buzinas, e com trombetas, e com cymbalos, fazendo sonido com alaudes e com harpas.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chegando a arca do concerto do Senhor á cidade de David, Michal, a filha de Saul, olhou d'uma janella, e, vendo a David dançar e tocar, o desprezou no seu coração.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