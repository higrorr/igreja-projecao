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que, irmãos, no demais vos rogamos e exhortamos no Senhor Jesus, que, assim como recebestes de nós, como vos convenha andar e agradar a Deus, assim n'isto abundeis cada vez mais.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vós bem sabeis que mandamentos vos temos dado pelo Senhor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esta é a vontade de Deus , a vossa sanctificação: que vos abstenhaes da fornicação;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cada um de vós saiba possuir o seu vaso em sanctificação e honra;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em sensualidade de concupiscencia, como os gentios, que não conhecem a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opprima nem engane a seu irmão em negocio algum, porque o Senhor é vingador de todas estas coisas, como tambem já d'antes vol-o dissemos e testificámos.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nos chamou Deus para a immundicia, senão para a sanctificação.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quem despreza isto não despreza ao homem, mas sim a Deus, o qual nos deu tambem o seu Espirito Sancto.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Emquanto, porém, á caridade fraternal, não necessitaes de que vos escreva, porque já vós mesmos estaes instruidos por Deus que vos ameis uns aos outros.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já assim o fazeis, para com todos os irmãos que estão por toda a Macedonia. Exhortamo-vos, porém, irmãos, a que ainda n'isto abundeis cada vez mais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procureis viver quietos, e tratar dos vossos proprios negocios, e trabalhar com vossas proprias mãos, como já vol-o temos mandado;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andeis honestamente para com os que estão de fóra, e não necessiteis de coisa alguma.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quero, porém, irmãos, que sejaes ignorantes ácerca dos que já dormem, para que vos não entristeçaes, como tambem os demais, que não teem esperança.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crêmos que Jesus morreu e resuscitou, assim tambem aos que em Jesus dormem Deus os tornará a trazer com elle.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Dizemo-vos portanto isto pela palavra do Senhor: que nós, os que ficarmos vivos para a vinda do Senhor, não precederemos os que dormem.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mesmo Senhor descerá do céu com alarido, e com voz de archanjo, e com a trombeta de Deus; e os que morreram em Christo resuscitarão primeiro.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nós, os que ficarmos vivos, seremos arrebatados juntamente com elles nas nuvens, a encontrar o Senhor nos ares, e assim estaremos sempre com o Senhor.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consolae-vos uns aos outros com estas palavras.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