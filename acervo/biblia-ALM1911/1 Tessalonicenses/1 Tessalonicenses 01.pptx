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Paulo, e Silvano, e Timotheo, á egreja dos thessalonicenses em Deus, o Pae, e no Senhor Jesus Christo; Graça e paz tenhaes de Deus nosso Pae e do Senhor Jesus Christo.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damos graças a Deus por vós todos, fazendo menção de vós em nossas orações,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Lembrando-nos sem cessar da obra da vossa fé, e do trabalho de caridade, da paciencia da esperança em Nosso Senhor Jesus Christo, deante de nosso Deus e Pae: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Sabendo, amados irmãos, que a vossa eleição é de Deus;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nosso evangelho não foi a vós sómente em palavras, mas tambem em poder, e no Espirito Sancto, e em muita certeza; como bem sabeis quaes fomos entre vós, por amor de vós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vós fostes feitos nossos imitadores, e do Senhor, recebendo a palavra em muita tribulação, com gozo do Espirito Sancto.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maneira que fostes exemplo para todos os fieis na Macedonia e Achaia.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por vós soou a palavra do Senhor, não sómente na Macedonia e Achaia, mas tambem a vossa fé para com Deus se espalhou por todos os logares, de tal maneira que já d'ella não temos necessidade de fallar coisa alguma;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elles mesmos annunciam de nós qual a entrada que tivemos para comvosco, e como dos idolos vos convertestes a Deus, para servir o Deus vivo e verdadeiro.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para esperar dos céus a seu Filho, a quem resuscitou dos mortos, a saber, Jesus, que nos livra da ira futura.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