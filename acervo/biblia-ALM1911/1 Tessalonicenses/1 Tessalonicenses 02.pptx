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vós mesmos, irmãos, bem sabeis que a nossa entrada para comvosco não foi vã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Antes, havendo primeiro padecido, e sido aggravados em Phillipos, como sabeis, tivemos ousadia em nosso Deus, para vos fallar o evangelho de Deus com grande combate.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nossa exhortação não foi com engano, nem com immundicia, nem com fraudulencia;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como fomos approvados de Deus para que o evangelho nos fosse confiado, assim fallámos, não como para comprazer aos homens, mas a Deus, que prova os nossos corações.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bem sabeis, nunca usámos de palavras lisongeiras, nem de pretexto de avareza; Deus é testemunha;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buscando gloria dos homens, nem de vós, nem de outros, ainda que podiamos, como apostolos de Christo, ser-vos pesados;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fomos brandos entre vós, como a ama que cria seus filhos.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nós, estando-vos tão affeiçoados, de boa vontade quizeramos communicar-vos, não sómente o evangelho de Deus, mas ainda as nossas proprias almas; porquanto nos ereis muito queridos.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bem vos lembraes, irmãos, do nosso trabalho e fadiga; pois, trabalhando noite e dia, vos pregámos o evangelho de Deus, para não sermos pesados a nenhum de vós.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e Deus sois testemunhas de quão sancta, e justa, e irreprehensivelmente nos houvemos para comvosco, os que crêstes.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bem sabeis que exhortavamos e consolavamos, a cada um de vós, como o pae a seus filhos;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protestavamos conduzir-vos dignamente para com Deus, que vos chama para o seu reino e gloria.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tambem damos sem cessar graças a Deus, de que, havendo recebido de nós a palavra da prégação de Deus, a recebestes, não como palavra de homens, mas (segundo é, na verdade) como palavra de Deus, a qual tambem opera em vós, os que crêstes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vós, irmãos, haveis sido feitos imitadores das egrejas de Deus que estilo na Judea, em Jesus Christo; porquanto tambem padecestes de vossos proprios concidadãos as mesmas coisas, como elles tambem dos judeos: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tambem mataram ao Senhor Jesus e a seus proprios prophetas, e nos teem perseguido; e não agradam a Deus, e são contrarios a todos os homens: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impedem de fallar aos gentios para que posaam salvar-se a fim de encherem sempre a medida de seus peccados; porque a ira de Deus caiu sobre elles até ao fim.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Nós, porém, irmãos, sendo privados de vós por um momento de tempo, de vista, mas não do coração, tanto mais procurámos com grande desejo vêr o vosso rosto.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bem quizeramos uma e outra vez ir ter comvosco, pelo menos eu, Paulo, mas Satanaz nol-o impediu.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qual é a nossa esperança, ou gozo, ou corôa de gloria? Porventura não o sois vós tambem deante de nosso Senhor Jesus Christo em sua vinda?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vós sois a nossa gloria e gozo.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