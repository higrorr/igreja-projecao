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3:1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não podendo esperar mais, de boamente quizemos deixar-nos ficar sós em Athenas;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3:2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enviámos Timotheo nosso irmão, e ministro de Deus, e nosso cooperador no evangelho de Christo, para vos confortar e vos exhortar ácerca da vossa fé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3:3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que ninguem se commova por estas tribulações; porque vós mesmos sabeis que para isto fomos ordenados.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3:4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Pois, estando ainda comvosco, vos prediziamos que haviamos de ser affligidos, como tambem succedeu, e vós o sabeis.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3:5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Portanto, não podendo eu tambem esperar mais, mandei-o saber da vossa fé, temendo que o tentador vos tentasse, e o nosso trabalho viesse a ser inutil.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3:6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Vindo, porém, agora Timotheo de vós para nós, e trazendo-nos boas novas ácerca da vossa fé e caridade, e de como sempre tendes boa lembrança de nós, desejando muito ver-nos, como nós tambem a vós;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3:7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Pelo que, irmãos, nós ficámos consolados ácerca de vós em toda a nossa afflicção e necessidade, pela vossa fé,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3:8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 agora vivemos, se estaes firmes no Senhor.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3:9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Porque, que acção de graças poderemos dar a Deus por vós, por todo o gozo com que nos regozijamos por vossa causa diante do nosso Deus,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3:10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Orando abundantemente dia e noite, para que possamos vêr o vosso rosto, e suppramos o que falta á vossa fé?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3:11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Ora o mesmo nosso Deus e Pae, e nosso Senhor Jesus Christo, encaminhe a nossa viagem para vós.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3:12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E o Senhor vos augmente, e faça abundar em caridade uns para com os outros, e para com todos, como tambem abundamos para comvosco;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457200"/>
            <a:ext cx="11277295" cy="5943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ctr">
              <a:spcAft>
                <a:spcPts val="1200"/>
              </a:spcAft>
            </a:pPr>
            <a:r>
              <a:rPr sz="2600" b="0">
                <a:solidFill>
                  <a:srgbClr val="FFFFFF"/>
                </a:solidFill>
                <a:latin typeface="Arial"/>
              </a:rPr>
              <a:t>1 Tessalonicenses 3:13</a:t>
            </a:r>
          </a:p>
          <a:p>
            <a:pPr algn="ctr"/>
            <a:r>
              <a:rPr sz="4400">
                <a:solidFill>
                  <a:srgbClr val="FFFFFF"/>
                </a:solidFill>
                <a:latin typeface="Arial"/>
              </a:rPr>
              <a:t>Para confortar os vossos corações, para que sejaes irreprehensiveis em sanctificação diante de nosso Deus e Pae, na vinda de nosso Senhor Jesus Christo com todos os seus sanctos.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