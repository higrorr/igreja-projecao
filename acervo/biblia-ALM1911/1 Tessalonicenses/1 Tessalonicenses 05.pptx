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irmãos, ácerca dos tempos e das estações, não necessitaes de que se vos escreva;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vós mesmos sabeis muito bem que o dia do Senhor virá como o ladrão de noite;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que, quando disserem: Ha paz e segurança; então lhes sobrevirá repentina destruição, como as dôres de parto áquella que está gravida; e de modo algum escaparão.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vós, irmãos, já não estaes em trevas, para que aquelle dia vos surprehenda como um ladrão.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vós sois filhos da luz e filhos do dia: nós não somos da noite nem das trevas.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durmamos pois, como os demais, mas vigiemos, e sejamos sobrios.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que dormem dormem de noite, e os que se embebedam embebedam-se de noite.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nós, que somos do dia, sejamos sobrios, vestindo-nos da couraça da fé e da caridade, e tendo por capacete a esperança da salvação.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não nos tem designado para a ira, mas para a acquisição da salvação, por nosso Senhor Jesus Christo.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morreu por nós, para que, quer vigiemos, quer durmamos, vivamos juntamente com 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exhortae-vos uns aos outros, e edificae-vos uns aos outros, como tambem o fazeis.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rogamo-vos, irmãos, que reconheçaes os que trabalham entre vós e que presidem sobre vós no Senhor, e vos admoestam: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tende-os em grande estima e amor, por causa da sua obra. Tende paz entre vós.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Rogamo-vos tambem, irmãos, que admoesteis os desordeiros, consoleis os de pouco animo, sustenteis os fracos, e sejaes pacientes para com todos.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 que ninguem dê a outrem mal por mal, mas segui sempre o bem, assim uns para com os outros, como para com todos.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Regozijae-vos sempre.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Orae sem cessar.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tudo dae graças; porque esta é a vontade de Deus em Christo Jesus para comvosco.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apagueis o Espirito.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desprezeis as prophecias.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Examinae todas as coisas; retende o bem.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Abstende-vos de toda a apparencia do mal.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mesmo Deus de paz vos sanctifique em tudo; e todo o vosso sincero espirito, e alma, e corpo, sejam conservados irreprehensiveis para a vinda de nosso Senhor Jesus Christo.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Fiel é o que vos chama, o qual tambem o fará.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orae por nós.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Saudae a todos os irmãos em osculo sancto.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Senhor vos conjuro que esta epistola se leia a todos os sanctos irmãos.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nosso Senhor Jesus Christo seja comvosco.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