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escureceu o oiro! como se mudou o oiro fino e bom! como estão espalhadas as pedras do sanctuario ao canto de todas as ruas!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preciosos filhos de Sião, avaliados a puro oiro, como são agora reputados por vasos de barro, obra das mãos do oleiro!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as vaccas marinhas abaixam o peito, dão de mamar aos seus filhos; porém a filha do meu povo fez-se cruel como as abestruzes no deserto.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lingua do mesmo que mama de sêde fica pegada ao seu paladar: os meninos pedem pão, e não ha quem lh'o reparta.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comiam delicadezas agora desfallecem nas ruas: os que se crearam em carmezim abraçam o esterco.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maior é a maldade da filha do meu povo do que o peccado de Sodoma, a qual se subverteu como n'um momento, sem que trabalhassem n'ella mãos algumas.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nazireos eram mais alvos do que a neve, eram mais brancos do que o leite, eram mais roxos de corpo do que os rubis, e mais lisos do que a saphira.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escureceu-se o seu parecer mais do que o negrume, não se conhecem nas ruas: a sua pelle se lhes pegou aos ossos, seccou-se, tornou-se como um pau.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mortos á espada mais ditosos são do que os mortos á fome; porque estes se esgotam como traspassados, por falta dos fructos dos campos.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mãos das mulheres compassivas cozeram seus filhos: serviram-lhes de comida no quebrantamento da filha do meu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o Senhor cumprimento ao seu furor: derramou o ardor da sua ira, e accendeu fogo em Sião, que consumiu os seus fundamentos.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creram os reis da terra, nem todos os moradores do mundo, que entrasse o adversario e o inimigo pelas portas de Jerusalem.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peccados dos prophetas, pelas maldades dos seus sacerdotes, que derramaram o sangue dos justos no meio d'ella,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Erraram cegos nas ruas, andavam contaminados de sangue; e, não podendo, levantavam as extremidades das suas roupas.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Chamavam-lhes: Desviae-vos, é immundo; desviae-vos, desviae-vos, não toqueis, certo é que já voaram, tambem erraram: disseram entre as nações: Nunca mais morarão aqui.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do Senhor os apartou, nunca mais tornará a olhar para elles: não reverenciaram a face dos sacerdotes, nem se compadeceram dos velhos.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subsistiamos, ainda desfalleciam os nossos olhos, esperando o nosso vão soccorro: olhavamos attentamente pela gente que não podia livrar.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Espiaram os nossos passos, de maneira que não podiamos andar pelas nossas ruas: está chegado o nosso fim, estão cumpridos os nossos dias, porque é vindo o nosso fim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nossos perseguidores foram mais ligeiros do que as aves dos céus: sobre os montes nos perseguiram, no deserto nos armaram ciladas.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respiro dos nossos narizes, o ungido do Senhor, foi preso nas suas covas; do qual diziamos: Debaixo da sua sombra viveremos entre as nações.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Regozija-te, e alegra-te, ó filha de Edom, que habitas na terra de Uz; porém ainda até a ti passará o copo; embebedar-te-has, e te descobrirás.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 cumpriu a tua maldade, ó filha de Sião, nunca mais te levará em captiveiro: visitará a tua maldade, ó filha de Edom, descobrirá os teus peccados.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