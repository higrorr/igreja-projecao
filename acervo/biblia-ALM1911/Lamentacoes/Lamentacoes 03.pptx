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aquelle homem que viu a afflicção pela vara do seu furor.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me guiou e levou ás trevas e não á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se tornou contra mim e virou a sua mão todo o 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envelhecer a minha carne e a minha pelle, quebrantou os meus ossos.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contra mim, e me cercou de fel e trabalho.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Assentou-me em logares tenebrosos, como os que estavam mortos ha muito.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Cercou-me de sebe, e não posso sair: aggravou os meus grilhões.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quando clamo e grito, elle exclue a minha 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Cercou de sebe os meus caminhos com pedras lavradas, divertiu as minhas veredas.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Fez-se-me como urso de emboscada, um leão em esconderijos.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Desviou os meus caminhos, e fez-me em pedaços; deixou-me assolado.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Armou o seu arco, e me poz como alvo á frecha.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entrar nos meus rins as frechas da sua aljava.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feito um objecto de escarneo a todo o meu povo, de canção sua todo o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Fartou-me de amarguras, embriagou-me de absintho.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Quebrou com pedrinhas de areia os meus dentes; abaixou-me na cinza.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affastaste da paz a minha alma; esqueci-me do bem.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Já pereceu a minha força, como tambem a minha esperança no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da minha afflicção e do meu pranto, do absintho e do fel.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alma certamente d'isto se lembra, e se abate em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D'isto me recordarei no meu coração; por isso esperarei.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misericordias do Senhor são a causa de não sermos consumidos; porque as suas misericordias não teem fim.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são cada manhã; grande é a tua fidelidade.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porção é o Senhor, diz a minha alma; portanto esperarei n'elle.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o Senhor para os que se ateem a elle, para a alma que o busca.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esperar, e aguardar em silencio a salvação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para o homem levar o jugo na sua mocidade.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Assentar-se-ha solitario, e ficará em silencio; porquanto Deus o poz sobre elle.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Ponha a sua bocca no pó, dizendo: Porventura haverá esperança.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Dê a sua face ao que o fere; farte-se de affronta.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não rejeitará para sempre.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se entristeceu a alguem, compadecer-se-ha d'elle, segundo a grandeza das suas misericordias.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afflige nem entristece aos filhos dos homens do seu coração.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atropellar debaixo dos seus pés a todos os presos da terra.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perverter o direito do homem perante a face do Altissimo.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subverter ao homem no seu pleito; porventura não o veria o Senhor?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aquelle que diz, e assim acontece, quando o Senhor o não mande?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da bocca do Altissimo não sae o mal e o bem?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se queixa logo o homem vivente? queixe-se cada um dos seus peccados.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Esquadrinhemos os nossos caminhos, e investiguemol-os, e voltemos para o Senhor.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Levantemos os nossos corações com as mãos a Deus nos céus, dizendo: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prevaricámos, e fomos rebeldes; por isso tu não perdoaste.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Cobriste-nos da tua ira, e nos perseguiste; mataste, não perdoaste.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Cobriste-te de nuvens, para que não passe a nossa oração.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cisco e rejeitamento nos pozeste no meio dos povos.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nossos inimigos abriram contra nós a sua bocca.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Temor e cova vieram sobre nós, assolação e quebrantamento.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Correntes de aguas derramou o meu olho pelo quebrantamento da filha do meu povo.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olho manou, e não cessa, porquanto não ha descanço,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attente e veja o Senhor desde os céus.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olho move a minha alma, por causa de todas as filhas da minha cidade.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ave me caçaram os que são meus inimigos sem causa.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Arrancaram a minha vida na masmorra, e lançaram pedras sobre mim.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Derramaram-se as aguas sobre a minha cabeça; eu disse: Estou cortado.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Invoquei o teu nome, Senhor, desde a mais profunda cova.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 a minha voz; não escondas o teu ouvido ao meu suspiro, ao meu clamor.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te chegaste no dia em que te invoquei; disseste: Não temas.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Pleiteaste, Senhor, os pleitos da minha alma, remiste a minha vida.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Viste, Senhor, a injustiça que me fizeram; julga a minha causa.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Viste toda a sua vingança, todos os seus pensamentos contra mim.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 o seu opprobrio, Senhor, todos os seus pensamentos contra mim,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ditos dos que se levantam contra mim e as suas imaginações contra mim todo o dia.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Observa-os a elles ao assentarem-se e ao levantarem-se; eu sou a sua canção.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Rende-lhes recompensa, Senhor, conforme a obra das suas mãos.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ancia de coração, maldição tua sobre elles.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Lamentações 3:66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ira persegue-os, e desfal-os de debaixo dos céus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