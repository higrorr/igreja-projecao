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Lembra-te, Senhor, do que nos tem succedido: considera, e olha o nosso opprobrio.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nossa herdade passou a estranhos, e as nossas casas a forasteiros.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Orphãos somos sem pae, nossas mães são como viuvas.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nossa agua por dinheiro a bebemos, por preço vem a nossa lenha.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Padecemos perseguição sobre os nossos pescoços: estamos cançados, e nós não temos descanço.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egypcios estendemos as mãos, e aos syros, para nos fartarem de pão.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Nossos paes peccaram, e já não são: nós levamos as suas maldades.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Servos dominam sobre nós; ninguem ha que nos arranque da sua mão.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perigo de nossas vidas trazemos o nosso pão, por causa da espada do deserto.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pelle se ennegreceu como um forno, por causa do ardor da fome.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Forçaram as mulheres em Sião, as virgens nas cidades de Judah.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principes foram enforcados pelas mãos; as faces dos velhos não foram reverenciadas.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mancebos tomaram para moer, e os moços tropeçaram debaixo da lenha.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velhos cessaram de se assentarem á porta, os mancebos de sua canção.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Cessou o gozo de nosso coração, converteu-se em lamentação a nossa dança.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caiu a corôa da nossa cabeça; ai agora de nós, porque peccámos.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desmaiou o nosso coração, por isto se escureceram os nossos olhos.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monte de Sião, que está assolado, as raposas andam por elle.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Senhor, permaneces eternamente, e o teu throno de geração em geração.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 esquecerias de nós para sempre? porque nos desampararias tanto tempo?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Converte-nos, Senhor, a ti, e nos converteremos: renova os nossos dias como d'antes.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nos rejeitarias totalmente? te enfurecerias contra nós em tão grande maneira?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