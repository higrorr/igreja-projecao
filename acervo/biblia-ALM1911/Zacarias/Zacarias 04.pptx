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Zacarias 4:1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tornou o anjo que fallava comigo, e me despertou, como a um homem que se desperta do seu somno,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Zacarias 4:2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me disse: Que vês? E eu disse: Olho, e eis que vejo um castiçal todo de oiro, e um vaso de azeite sobre a sua cabeça, e as suas sete lampadas n'ella; e cada lampada que estava na sua cabeça tinha sete canudos.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Zacarias 4:3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por cima d'elle, duas oliveiras, uma á direita do vaso de azeite, e outra á sua esquerda.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Zacarias 4:4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respondi, e disse ao anjo que fallava comigo, dizendo: Senhor meu, que é isto?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Zacarias 4:5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respondeu o anjo que fallava comigo, e me disse: Não sabes tu o que isto é? E eu disse: Não, Senhor meu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Zacarias 4:6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respondeu, e me fallou, dizendo: Esta é a palavra do Senhor a Zorobabel, dizendo: Não por força nem por violencia, mas sim pelo meu Espirito, diz o Senhor dos Exercitos.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Zacarias 4:7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Quem és tu, ó monte grande? diante de Zorobabel serás feito uma campina; porque elle produzirá a primeira pedra com algazarras: Graça, graça a ella.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Zacarias 4:8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palavra do Senhor veiu mais a mim, dizendo: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Zacarias 4:9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 mãos de Zorobabel teem fundado esta casa, tambem as suas mãos a acabarão, para que saibaes que o Senhor dos Exercitos me enviou a vós.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Zacarias 4:10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Porque, quem despreza o dia das coisas pequenas? pois aquelles sete se alegrarão, vendo o prumo na mão de Zorobabel: esses são os olhos do Senhor, que discorrem por toda a terra.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Zacarias 4:11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Respondi mais, e disse-lhe: Que são as duas oliveiras á direita do castiçal e á sua esquerda?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Zacarias 4:12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respondendo-lhe outra vez, disse: Que são aquelles dois raminhos das oliveiras, que estão junto aos dois tubos d'oiro, e que vertem de si oiro?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Zacarias 4:13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elle me fallou, dizendo: Não sabes tu o que isto é? E eu disse: Não, Senhor meu.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Zacarias 4:14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elle disse: Estes são dois ramos de oleo, que estão diante do Senhor de toda a terra.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