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veiu a mim a palavra do Senhor dos Exercitos,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Zelei por Sião com grande zelo, e com grande furor zelei por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Voltarei para Sião, e habitarei no meio de Jerusalem; e Jerusalem chamar-se-ha a cidade de verdade, e o monte do Senhor dos Exercitos monte de sanctidade.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Ainda nas praças de Jerusalem habitarão velhos e velhas; e cada um terá na sua mão o seu bordão, por causa da sua muita edade.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ruas da cidade serão cheias de meninos e meninas, que brincarão nas ruas d'ella.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Se isto será maravilhoso aos olhos do resto d'este povo n'aquelles dias, sel-o-ha por isso tambem maravilhoso aos meus olhos? disse o Senhor dos Exercitos.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Eis que salvarei o meu povo da terra do oriente e da terra do pôr do sol;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tral-os-hei, e habitarão no meio de Jerusalem; e me serão por povo, e eu lhes serei a elles por Deus em verdade e em justiça.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Esforcem-se as vossas mãos, ó vós que n'estes dias ouvistes estas palavras da bocca dos prophetas que estiveram no dia em que foi posto o fundamento da casa do Senhor dos Exercitos, para que o templo fosse edificado.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antes d'estes dias não tem havido soldada de homens, nem soldada de bestas; nem havia paz para o que entrava nem para o que sahia, por causa do inimigo, porque eu incitei a todos os homens, cada um contra o seu companheiro.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não me haverei eu para com o resto d'este povo como nos primeiros dias, diz o Senhor dos Exercitos.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semente será prospera, a vide dará o seu fructo, e a terra dará a sua novidade, e os céus darão o seu orvalho; e farei que o resto d'este povo herde tudo isto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ser, ó casa de Judah, e ó casa de Israel, que, assim como fostes uma maldição entre as nações, assim vos salvarei, e sereis uma benção: não temaes, esforcem-se as vossas mãos.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Exercitos: Assim como pensei fazer-vos mal, quando vossos paes me provocaram á ira, diz o Senhor dos Exercitos, e não me arrependi,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tornei a pensar de fazer bem a Jerusalem e á casa de Judah, n'estes dias: não temaes.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coisas que fareis: Fallae verdade cada um com o seu companheiro; julgae verdade e juizo de paz nas vossas portas.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nenhum de vós pense mal no seu coração contra o seu companheiro, nem ameis o juramento falso; porque todas estas coisas são as que eu aborreço,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do Senhor dos Exercitos veiu a mim, dizendo: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O jejum do quarto, e o jejum do quinto, e o jejum do setimo, e o jejum do decimo mez se tornará para a casa de Judah em gozo, e em alegria, e em festividades solemnes: amae pois a verdade e a paz.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Ainda succederá que virão os povos e os habitantes de muitas cidades.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habitantes de uma irão á outra, dizendo: Vamos andando para supplicar a face do Senhor, e para buscar ao Senhor dos Exercitos; eu tambem irei.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virão muitos povos e poderosas nações, a buscar em Jerusalem ao Senhor dos Exercitos, e a supplicar a face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N'aquelle dia succederá que pegarão dez homens de entre todas as linguas das nações, pegarão, digo, da aba de um homem judaico, dizendo: Iremos comvosco, porque temos ouvido que Deus está comvosco.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