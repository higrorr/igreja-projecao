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vez levantei os meus olhos, e olhei, e eis que vi quatro carros que sairam d'entre dois montes, e estes montes eram montes de metal.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primeiro carro eram cavallos vermelhos, e no segundo carro cavallos pretos,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terceiro carro cavallos brancos, e no quarto carro cavallos saraivados, que eram fortes.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respondi, e disse ao anjo que fallava comigo: Que é isto, Senhor meu?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anjo respondeu, e me disse: Estes são os quatro ventos do céu, saindo d'onde estavam perante o Senhor de toda a terra.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carro em que estão os cavallos pretos, sae para a terra do norte, e os brancos saem atraz d'elles, e os saraivados saem para a terra do sul.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cavallos fortes sahiam, e procuravam ir por diante, para andarem pela terra. E elle disse: Ide, andae pela terra. E andavam pela terra.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chamou, e me fallou, dizendo: Eis que aquelles que sairam para a terra do norte fizeram repousar o meu Espirito na terra do norte.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palavra do Senhor veiu a mim, dizendo: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dos que foram levados captivos: de Heldai, de Tobias, e de Jedaia (e vem n'aquelle dia, e entra na casa de Josias, filho de Sofonias), os quaes vieram de Babylonia.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Toma, digo, prata e oiro, e faze corôas, e põe-as na cabeça de Josué, filho de Josadac, summo sacerdote.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falla-lhe, dizendo: Assim falla o Senhor dos Exercitos, dizendo: Eis aqui o homem cujo nome é o Renovo que brotará do seu logar, e edificará o templo do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mesmo edificará o templo do Senhor, e levará elle a gloria, e assentar-se-ha, e dominará no seu throno, e será sacerdote no seu throno, e conselho de paz haverá entre elles ambos.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corôas serão de Helem, e de Tobias, e de Jedaia, e de Chen, filho de Sofonias, por memorial no templo do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aquelles que estão longe virão, e edificarão no templo do Senhor, e vós sabereis que o Senhor dos Exercitos me tem enviado a vós; e isto acontecerá assim, se ouvirdes mui attentos a voz do Senhor vosso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