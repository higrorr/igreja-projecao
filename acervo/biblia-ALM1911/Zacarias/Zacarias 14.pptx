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dia do Senhor vem; repartir-se-hão no meio de ti os teus despojos.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ajuntarei todas as nações para a peleja contra Jerusalem; e a cidade será tomada, e as casas serão saqueadas, e as mulheres forçadas; e metade da cidade sairá para o captiveiro, mas o resto do povo não será extirpado da cidade.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sairá, e pelejará contra estas nações, como no dia em que pelejou no dia da batalha.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estarão os seus pés sobre o monte das Oliveiras, que está defronte de Jerusalem para o oriente; e o monte das Oliveiras será fendido pelo meio, para o oriente e para o occidente, n'um valle muito grande; e metade do monte se apartará para o norte, e a outra metade d'elle para o sul.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fugireis ao valle dos meus montes (porque o valle dos montes chegará até Asel), e fugireis assim como fugistes de diante do terremoto nos dias de Uzias, rei de Judah: então virá o Senhor meu Deus, e todos os sanctos comtigo, ó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n'aquelle dia não haverá preciosa luz nem espessa escuridão.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será um dia o qual é conhecido do Senhor; nem dia nem noite será: e acontecerá que no tempo da tarde haverá luz.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tambem acontecerá que sairão de Jerusalem aguas vivas, metade d'ellas para o mar oriental, e metade d'ellas até ao mar occidental: no estio e no inverno succederá 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será rei sobre toda a terra: n'aquelle dia um só será o Senhor, e um só será o seu nome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terra ao redor se tornará em planicie, desde Geba até Rimmon, da banda do sul de Jerusalem, e será exalçada, e habitada no seu logar, desde a porta de Benjamin até ao logar da primeira porta, até á porta da esquina, e desde a torre de Hananeel até aos logares do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habitarão n'ella, e não haverá mais anathema, porque Jerusalem habitará segura.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será a praga com que o Senhor ferirá a todos os povos que guerrearam contra Jerusalem: fará consumir a carne, estando elles em pé, e lhes apodrecerão os olhos nas suas covas, e lhes apodrecerá a lingua de cada um na sua bocca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tambem acontecerá que haverá uma grande perturbação do Senhor entre elles; porque pegará cada um na mão do seu companheiro, e alçar-se-ha a mão de cada um contra a mão do seu companheiro.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Judah pelejará contra Jerusalem, e se ajuntarão em redor as riquezas de todas as nações, oiro e prata e vestidos em grande abundancia.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será a praga dos cavallos, dos mulos, dos camelos e dos jumentos, e de todos os animaes que estiverem n'aquelles exercitos, como foi a praga d'elles.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todos os que restarem de todas as nações que vieram contra Jerusalem, subirão de anno em anno para adorarem o Rei, o Senhor dos Exercitos, e celebrarem a festa das cabanas.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se alguma das familias da terra não subir a Jerusalem, para adorar o Rei, o Senhor dos Exercitos, não virá sobre elles a chuva.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familia dos egypcios, sobre os quaes não vem a chuva, não subir, nem vier, virá sobre elles a praga com que o Senhor ferirá as nações que não subirem a celebrar a festa das cabanas.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o peccado dos egypcios e o peccado de todas as nações que não subirem a celebrar a festa das cabanas.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será inscripto sobre as campainhas dos cavallos: sanctidade ao Senhor; e as panellas na casa do Senhor serão como as bacias diante do altar.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panellas em Jerusalem e Judah serão sanctas ao Senhor dos Exercitos, e todos os que sacrificarem virão, e d'ellas tomarão, e n'ellas cozerão: e não haverá mais cananita na casa do Senhor dos Exercitos n'aquelle dia.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