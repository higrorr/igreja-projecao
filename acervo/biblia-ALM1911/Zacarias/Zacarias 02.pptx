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Tornei a levantar os meus olhos, e vi, e eis aqui um homem em cuja mão estava um cordel de medir.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disse: Para onde vaes tu? E elle me disse: Vou a medir Jerusalem, para vêr qual é a sua largura e qual o seu comprimento.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saiu o anjo que fallava comigo, e outro anjo lhe saiu ao encontro.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Corre, falla a este mancebo, dizendo: Jerusalem será habitada como as aldeias sem muros, por causa da multidão dos homens e dos animaes que estarão no meio d'ella.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eu, diz o Senhor, serei para ella um muro de fogo em redor, e serei para gloria no meio d'ella.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Olá, oh! fugi agora da terra do norte, diz o Senhor, porque vos estendi pelos quatro ventos do céu, diz 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Olá, Sião! livra-te tu, que habitas com a filha de Babylonia.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dos Exercitos: Depois da gloria elle me enviou ás nações que vos despojaram; porque aquelle que tocar em vós toca na menina do seu olho.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levantarei a minha mão sobre elles, e elles virão a ser a preza d'aquelles que os serviram: assim sabereis vós que o Senhor dos Exercitos me enviou.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Exulta, e alegra-te ó filha de Sião, porque eis que venho, e habitarei no meio de ti, diz 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dia muitas nações se ajuntarão ao Senhor, e me serão por povo, e habitarei no meio de ti, e saberás que o Senhor dos Exercitos me enviou a 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herdará a Judah por sua porção na terra sancta, e ainda escolherá a Jerusalem.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Cala-te, toda a carne, diante do Senhor, porque elle se despertou da sua sancta morada.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