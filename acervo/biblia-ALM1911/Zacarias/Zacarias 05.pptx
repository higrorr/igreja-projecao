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outra vez levantei os meus olhos, e olhei, e eis que vi um rolo voante.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disse: Que vês? E eu disse: Vejo um rolo voante, que tem vinte covados de comprido e dez covados de largo.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me disse: Esta é a maldição que sairá pela face de toda a terra; porque qualquer que furtar d'ahi, conforme a mesma maldição, será desarraigado: como tambem qualquer que jurar falsamente d'ahi, conforme a mesma maldição, será desarraigado.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a tirarei para fóra, disse o Senhor dos Exercitos, e virá á casa do ladrão, e á casa do que jurar falsamente pelo meu nome; e pernoitará no meio da sua casa, e a consumirá a ella com a sua madeira e com as suas pedras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saiu o anjo, que fallava comigo, e me disse: Levanta agora os teus olhos, e vê que é isto que sae.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disse: Que é isto? E elle disse: Isto é um epha que sae. Mais disse: Este é o olho d'elles em toda a terra.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foi levantado um talento de chumbo, e havia uma mulher que estava assentada no meio do epha.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Esta é a impiedade. E a lançou dentro do epha; e lançou na bocca d'elle o peso de chumbo.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levantei os meus olhos, e olhei, e eis que duas mulheres sairam, e havia vento nas suas azas, e tinham azas como as azas da cegonha; e levantaram o epha entre a terra e o céu.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eu disse ao anjo que fallava comigo: Para onde levam estas o epha?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me disse: Para lhe edificarem uma casa na terra de Sinear, e, sendo esta assentada, elle será posto ali sobre a sua base.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