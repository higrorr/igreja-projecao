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Carga da palavra do Senhor contra a terra de Haldrach, e Damasco será o seu repouso; porque o Senhor tem o olho sobre o homem, como sobre todas as tribus de Israel.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tambem Hamath n'ella terá termo: Tyro e Sidon, ainda que seja mui sabia.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Tyro edificou para si fortalezas, e amontoou prata como o pó, e oiro fino como a lama das ruas.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o Senhor a arrancará da posse, e ferirá no mar a sua força, e ella será consumida pelo fogo.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Ascalon o verá e temerá, tambem Gaza, e terá grande dôr; como tambem Ekron; porque a sua esperança será envergonhada; e o rei de Gaza perecerá, e Ascalon não será habitada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um bastardo habitará em Asdod, e exterminarei a soberba dos philisteos.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 sua bocca tirarei o seu sangue, e d'entre os seus dentes as suas abominações; e elle tambem ficará de resto para o nosso Deus; e será como principe em Judah, e Ekron como o jebuseo.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 acamparei ao redor da minha casa, por causa do exercito, por causa do que passa, e por causa do que volta, para que não passe mais sobre elles o exactor; porque agora já o vi com os meus olhos.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Alegra-te muito, ó filha de Sião; exulta, ó filha de Jerusalem: eis que o teu rei virá a ti, justo e Salvador, pobre, e montado sobre um jumento, sobre um asninho, filho de jumenta.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destruirei os carros de Ephraim e os cavallos de Jerusalem: tambem o arco de guerra será destruido, e elle fallará paz ás nações; e o seu dominio se estenderá de um mar até outro mar, e desde o rio até ás extremidades da terra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a ti tambem ó Sião, pelo sangue do teu concerto, soltei os teus presos da cova em que não havia agua.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Voltae á fortaleza ó presos de esperança: tambem hoje vos annuncio que vos renderei em dobro.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estendi Judah para mim como um arco, e enchi com Ephraim o arco, suscitarei a teus filhos, ó Sião, contra os teus filhos, ó Grecia! e pôr-te-hei como a espada de um valente.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será visto sobre elles, e as suas frechas sairão como o relampago; e o Senhor Jehovah tocará buzina, e irá com os redemoinhos do sul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dos Exercitos os amparará, e comerão, depois que os tiverem sujeitado as pedras da funda: tambem beberão e farão alvoroço como de vinho; e encher-se-hão como a bacia, como os cantos do altar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seu Deus n'aquelle dia os salvará, como ao rebanho do seu povo; porque como as pedras da corôa serão levantados na sua terra, como bandeira.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quão grande é a sua bondade! e quão grande é a sua formosura! o trigo fará fallar os mancebos e o mosto as donzellas.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