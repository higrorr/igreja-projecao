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mostrou o summo sacerdote Josué, o qual estava diante do Senhor, e Satanaz estava á sua mão direita, para se lhe oppôr.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disse a Satanaz O Senhor te reprehenda, ó Satanaz, sim, o Senhor, que escolheu Jerusalem, te reprehenda: não é este um tição tirado do fogo?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Josué estava vestido de vestidos sujos, e estava diante do anjo.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respondeu, e fallou aos que estavam diante d'elle, dizendo: Tira-lhe estes vestidos sujos. E a elle lhe disse: Eis que tenho feito passar de ti a tua iniquidade, e te vestirei de vestidos novos.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eu: Ponham-lhe uma mitra limpa sobre a sua cabeça. E pozeram uma mitra limpa sobre a sua cabeça, e o vestiram de vestidos: e o anjo do Senhor estava em pé.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do Senhor protestou a Josué,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Se andares nos meus caminhos, e se observares a minha carga, tambem tu julgarás a minha casa, e tambem guardarás os meus atrios, e te darei andaduras entre os que estão aqui.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pois, Josué, summo sacerdote, tu e os teus companheiros que se assentam diante de ti, porque são homens portentosos, porque eis que eu farei vir o meu servo, o Renovo.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aqui a pedra que puz diante de Josué: sobre esta pedra unica estarão sete olhos: eis que eu esculpirei a sua esculptura, diz o Senhor dos Exercitos, e tirarei a iniquidade d'esta terra n'um dia.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dia, diz o Senhor dos Exercitos, cada um de vós convidará o seu companheiro para debaixo da videira e para debaixo da figueira.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