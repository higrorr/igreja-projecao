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haverá uma fonte aberta para a casa de David, e para os habitantes de Jerusalem, contra o peccado, e contra a immundicia.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dia, diz o Senhor dos Exercitos, que desfarei da terra os nomes dos idolos, e d'elles não se fará mais memoria; e tambem farei sair da terra os prophetas e o espirito da immundicia.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alguem prophetizar mais, seu pae e sua mãe, que o geraram, lhe dirão: Não viverás, porque fallaste mentira em nome do Senhor; e seu pae e sua mãe, que o geraram, o traspassarão quando prophetizar.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 que os prophetas se envergonharão, cada um da sua visão, quando prophetizar; nem elles se vestirão mais de manto de pellos, para mentirem.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dirão: Não sou propheta, lavrador sou da terra; porque certo homem para isso me adquiriu desde a minha mocidade.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alguem lhe disser: Que são estas feridas nas tuas mãos? Dirá elle: Feridas são com que fui ferido em casa dos meus amadores.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espada, desperta-te contra o meu Pastor e contra o varão que é o meu companheiro, diz o Senhor dos Exercitos: fere ao Pastor, e espalhar-se-hão as ovelhas; mas volverei a minha mão para os pequenos.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em toda a terra, diz o Senhor, que as duas partes d'ella serão extirpadas, e expirarão; mas a terceira parte restará n'ella.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passar esta terceira parte pelo fogo, e a purificarei, como se purifica a prata, e a provarei, como se prova o oiro: ella invocará o meu nome, e eu a ouvirei; direi: Meu povo é, e ella dirá: O Senhor é o meu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