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Aconteceu pois, no anno quarto do rei Dario, que a palavra do Senhor veiu a Zacharias, no dia quarto do nono mez, que é chisleu.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foram enviados á casa de Deus, Saresar, e Regemmelech, e os homens d'elle, para supplicarem o rosto do Senhor,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 aos sacerdotes, que estavam na casa do Senhor dos Exercitos, e aos prophetas: Chorarei eu no quinto mez, separando-me, como o tenho feito por tantos annos?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palavra do Senhor dos Exercitos veiu a mim, dizendo: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todo o povo d'esta terra, o aos sacerdotes, dizendo: Quando jejuastes, e pranteastes, no quinto e no setimo mez, a saber, estes setenta annos, porventura, jejuando, jejuastes para mim, para mim, digo?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quando comestes, e quando bebestes, não fostes vós os que comieis e vós os que bebieis?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são estas as palavras que o Senhor prégou pelo ministerio dos prophetas primeiros, quando Jerusalem estava habitada e quieta, com as suas cidades ao redor d'ella? e o sul e a campina eram habitados?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palavra do Senhor veiu a Zacharias, dizendo: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fallou o Senhor dos Exercitos, dizendo: Julgae juizo verdadeiro, executae piedade e misericordias cada um com seu irmão;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opprimaes a viuva, nem o orphão, nem o estrangeiro, nem o pobre, nem intente o mal cada um contra o seu irmão no seu coração.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quizeram escutar, e me deram o hombro rebelde, e ensurdeceram os seus ouvidos, para que não ouvissem.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o seu coração como diamante, para que não ouvissem a lei, nem as palavras que o Senhor dos Exercitos enviava pelo seu Espirito pelo ministerio dos prophetas primeiros: d'onde veiu a grande ira do Senhor dos Exercitos.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elle clamou, e elles não ouviram, assim tambem elles clamaram, mas eu não ouvi, diz o Senhor dos Exercitos.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Zacarias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espalhei com tempestade entre todas as nações, que elles não conheciam, e a terra foi assolada atraz d'elles, de sorte que ninguem passava por ella, nem se tornava: porque teem feito da terra desejada uma desolação.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