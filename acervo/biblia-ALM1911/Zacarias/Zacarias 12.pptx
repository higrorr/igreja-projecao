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Carga da palavra do Senhor sobre Israel: Falla o Senhor, o que estende o céu, e que funda a terra, e que forma o espirito do homem dentro n'elle.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porei a Jerusalem como um copo de tremor para todos os povos em redor, e tambem para Judah, o qual será no cerco contra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porei a Jerusalem por pedra pesada a todos os povos; todos os que carregarem com ella certamente serão despedaçados, e ajuntar-se-hão contra elle todas as nações da terra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diz o Senhor, ferirei de espanto a todos os cavallos, e de loucura os que montam n'elles; mas sobre a casa de Judah abrirei os meus olhos, e ferirei de cegueira a todos os cavallos dos povos.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chefes de Judah dirão no seu coração: A minha força são os habitantes de Jerusalem e o Senhor dos Exercitos, seu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porei os chefes de Judah como um brazeiro de fogo debaixo da lenha, e como um tição de fogo entre gavelas; e á banda direita e esquerda consumirão a todos os povos em redor, e Jerusalem será habitada outra vez no seu logar, em Jerusalem.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primeiramente salvará as tendas de Judah, para que a gloria da casa de David e a gloria dos habitantes de Jerusalem não se engrandeça sobre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Senhor amparará os habitantes de Jerusalem; e o que tropeçar entre elles n'aquelle dia será como David, e a casa de David será como Deus, como o anjo do Senhor diante d'elles.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será, n'aquelle dia, que procurarei destruir todas as nações que vierem contra Jerusalem;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sobre a casa de David, e sobre os habitantes de Jerusalem, derramarei o Espirito de graça e de supplicações; e olharão para mim, a quem traspassaram: e farão pranto sobre elle, como o pranto sobre o unigenito; e chorarão amargosamente sobre elle, como se chora amargosamente sobre o primogenito.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será grande o pranto em Jerusalem, como o pranto de Hadadrimmon no valle de Meggiddon.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pranteará, cada linhagem á parte: a linhagem da casa de David, á parte, e suas mulheres, á parte, e a linhagem da casa de Nathan, á parte, e suas mulheres, á parte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linhagem da casa de Levi, a parte, e suas mulheres, á parte; a linhagem de Simei, á parte, e suas mulheres á parte.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mais linhagens, cada linhagem á parte, e suas mulheres á parte.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