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oitavo mez do segundo anno de Dario veiu a palavra do Senhor ao propheta Zacharias, filho de Barachias, filho de Iddo,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se irou por extremo contra vossos paes.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dize-lhes: Assim diz o Senhor dos Exercitos: Tornae para mim, diz o Senhor dos Exercitos, e eu tornarei para vós, diz o Senhor dos Exercitos.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sejaes como vossos paes, aos quaes gritavam os primeiros prophetas, dizendo: Assim diz o Senhor dos Exercitos: Convertei-vos agora dos vossos maus caminhos e das vossas más obras; porém não ouviam, nem me escutavam, diz o Senhor.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Vossos paes, onde estão? e os prophetas, viverão elles para sempre?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Comtudo as minhas palavras e os meus estatutos, que eu mandei aos prophetas, meus servos, não alcançaram a vossos paes? E elles tornaram, e disseram: Assim como o Senhor dos Exercitos fez tenção de nos tratar, segundo os nossos caminhos, e segundo as nossas obras, assim elle nos tratou.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vinte e quatro dias do mez undecimo (que é o mez de Sebat), no segundo anno de Dario, veiu a palavra do Senhor ao propheta Zacharias, filho de Barachias, filho de Iddo, dizendo: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 de noite, e eis um homem montado n'um cavallo vermelho, e parava entre as murtas que estavam na profundeza, e atraz d'elle estavam cavallos vermelhos, morenos e brancos.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disse: Senhor meu, quem são estes? E disse-me o anjo que fallava comigo: Eu te mostrarei quem estes são.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respondeu o homem que estava entre as murtas, e disse: Estes são os que o Senhor tem enviado para andarem pela terra.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responderam ao anjo do Senhor, que estava entre as murtas, e disseram: Nós já andámos pela terra, e eis que toda a terra está assentada e quieta.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anjo do Senhor respondeu, e disse: Ó Senhor dos Exercitos, até quando não terás compaixão de Jerusalem, e das cidades de Judah, contra as quaes estiveste irado estes setenta annos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respondeu o Senhor ao anjo, que fallava comigo, palavras boas, palavras consoladoras.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anjo que fallava comigo me disse: Clama, dizendo: Assim diz o Senhor dos Exercitos: Com grande zelo estou zelando por Jerusalem e por Sião.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grandissima ira estou irado contra as nações descançadas; porque eu estava pouco irado, mas elles auxiliaram o mal.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o Senhor diz assim: Tornei-me a Jerusalem com misericordia, a minha casa n'ella será edificada, diz o Senhor dos Exercitos, e o cordel será estendido sobre Jerusalem.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Clama mais, dizendo: Assim diz o Senhor dos Exercitos: As minhas cidades ainda serão estendidas por causa do bem; porque o Senhor ainda consolará a Sião e ainda escolherá a Jerusalem.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levantei os meus olhos, e vi, e eis que vi quatro cornos.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disse ao anjo que fallava comigo: Que são estes? E elle me disse: Estes são os poderes que espalharam a Judah, a Israel e a Jerusalem.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me mostrou quatro ferreiros.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eu disse: Que veem estes fazer? E elle fallou, dizendo: Estes são os poderes que espalharam a Jerusalem, de maneira que ninguem levantasse a sua cabeça; estes pois vieram para lhes metter medo, para derribarem os poderes das nações que levantaram o seu poder contra a terra de Judah, para a espalharem.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