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Pedi ao Senhor chuva no tempo da serodia: o Senhor faz relampagos, e lhes dará chuveiro de agua, e herva no campo a cada um.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teraphins teem fallado vaidade, e os adivinhos teem visto mentira, e fallam sonhos vãos; com vaidade consolam, por isso se foram como ovelhas, foram afflictos, porque não havia pastor.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os pastores se accendeu a minha ira, e visitarei os bodes; mas o Senhor dos Exercitos visitará o seu rebanho, a casa de Judah, e os fará ser como o cavallo da sua magestade na peleja.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D'elle a pedra de esquina, d'elle a estaca, d'elle o arco de guerra, d'elle juntamente sairão todos os exactores.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serão como valentes que pelo lodo das ruas entram na peleja, e pelejarão; porque o Senhor estará com elles, e envergonharão aos que andam montados em cavallos.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fortalecerei a casa de Judah, e salvarei a casa de José, e tornarei a plantal-os, porque me apiedei d'elles: e serão como se os não tivera rejeitado; porque eu sou o Senhor seu Deus, e os ouvirei.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de Ephraim serão como um valente, e o seu coração se alegrará como de vinho, e seus filhos o verão, e se alegrarão; o seu coração se regozijará no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lhes assobiarei, e os ajuntarei, porque eu os tenho remido, e multiplicar-se-hão, assim como antes se tinham multiplicado.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os semearei por entre os povos, e lembrar-se-hão de mim em logares remotos; e viverão com seus filhos, e voltarão.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os farei voltar da terra do Egypto, e os congregarei da Assyria; e tral-os-hei á terra de Gilead e do Libano, e não se achará logar para elles.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passará o mar com angustia, e ferirá as ondas no mar, e todas as profundezas dos rios se seccarão: então será derribada a soberba da Assyria, e o sceptro do Egypto se retirará.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os fortalecerei no Senhor, e andarão no seu nome, diz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