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Abre, ó Libano, as tuas portas para que o fogo consuma os cedros.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Uivae, ó faias, porque os teus cedros cairam, porque estas excellentes arvores são destruidas; uivae, ó carvalhos de Basan, porque o bosque forte é derribado.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Voz de uivo dos pastores se ouviu, porque a sua gloria é destruida: voz de bramido dos filhos de leões, porque foi destruida a soberba do Jordão.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meu Deus: Apascenta as ovelhas da matança,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Cujos possuidores as matam, e não se teem por culpados; e cujos vendedores dizem: Louvado seja o Senhor, porque hei enriquecido, e os seus pastores não teem piedade d'ellas.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Certamente não terei piedade mais dos moradores d'esta terra, diz o Senhor, mas, eis que entregarei os homens cada um na mão do seu companheiro e na mão do seu rei, e esmiuçarão a terra, e eu não os livrarei da sua mão.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apascentei as ovelhas da matança, porquanto são ovelhas coitadas; e tomei para mim duas varas, a uma das quaes chamei Suavidade, e á outra chamei Conjuntadores, e apascentei as ovelhas.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destrui os teus pastores n'um mesmo mez, porque se angustiou d'elles a minha alma, e tambem a sua alma teve fastio de mim.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disse: Não vos apascentarei mais: o que morrer morra, e o que fôr destruido seja, e as que restarem comam cada uma a carne da sua companheira.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tomei a minha vara Suavidade, e a quebrei, para desfazer o meu concerto, que tinha estabelecido com todos estes povos.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desfeito n'aquelle dia, e conheceram assim os pobres do rebanho que me aguardavam que isto era palavra do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lhes tinha dito: Se parece bem aos vossos olhos, dae-me a minha soldada, e, se não, deixae-vos d'isso. E pesaram a minha soldada, trinta moedas de prata.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pois me disse: Arroja-a ao oleiro, bello preço em que fui apreçado por elles. E tomei as trinta moedas de prata, e as arrojei, na casa do Senhor, ao oleiro.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quebrei a minha segunda vara Conjuntadores, para romper a irmandade entre Judah e Israel.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me disse: Toma ainda para ti o instrumento de um pastor insensato.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eis que levantarei um pastor na terra, que não visitará as perdidas, não buscará a desgarrada, e não sarará a quebrada, nem apascentará a sã; mas comerá a carne da gorda, e lhe despedaçará as unhas.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do pastor de nada, que abandona o rebanho; a espada cairá sobre o seu braço e sobre o seu olho direito; o seu braço sem falta se seccará, e o seu olho direito sem falta se escurecerá.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