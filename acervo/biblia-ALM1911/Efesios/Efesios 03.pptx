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esta causa eu, Paulo, sou o prisioneiro de Jesus Christo por vós, os gentios;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é que tendes ouvido a dispensação da graça de Deus, que para comvosco me foi dada;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me foi este mysterio manifestado pela revelação (como acima em poucas palavras vos escrevi;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lendo, podeis entender a minha sciencia n'este mysterio de Christo),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n'outros seculos não foi manifestado aos filhos dos homens, como agora é revelado pelo Espirito aos seus sanctos apostolos e prophetas;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saber, que os gentios são coherdeiros, e de um mesmo corpo, e participantes da sua promessa em Christo pelo evangelho;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sou feito ministro, pelo dom da graça de Deus, que me foi dado segundo a operação do seu poder.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mim, o minimo de todos os sanctos, me foi dada esta graça de annunciar entre os gentios, por meio do evangelho, as riquezas incomprehensiveis de Christo,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mostrar a todos qual seja a communhão do mysterio, que desde todos os seculos esteve occulto em Deus, que por Christo Jesus creou todas as coisas;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agora pela egreja a multiforme sabedoria de Deus seja manifestada aos principados e potestades nos céus,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eterno proposito que fez em Christo Jesus nosso Senhor: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temos ousadia e accesso com confiança, pela fé n'elle.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vos peço que não desfalleçaes nas minhas tribulações por vós, que são a vossa gloria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d'isto me ponho de joelhos perante o Pae de nosso Senhor Jesus Christo,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toda a familia nos céus e na terra toma o nome.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segundo as riquezas da sua gloria, vos conceda que sejaes corroborados com poder pelo seu Espirito no homem interior;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Christo habite pela fé nos vossos corações; para que, estando arraigados e fundados em amor,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Possaes perfeitamente comprehender, com todos os sanctos, qual seja a largura, e o comprimento, e a altura, e a profundidade,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conhecer o amor de Christo, que excede todo o entendimento, para que sejaes cheios de toda a plenitude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áquelle que é poderoso para fazer tudo muito mais abundantemente do que pedimos ou pensamos, segundo o poder que em nós opéra,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esse gloria na egreja, por Jesus Christo, em todas as geracões, para todo o sempre.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