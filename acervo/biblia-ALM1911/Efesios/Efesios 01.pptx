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Paulo, apostolo de Jesus Christo, pela vontade de Deus, aos sanctos que estão em Epheso, e fieis em Christo Jesus.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vós graça, e paz da parte de Deus nosso Pae e do Senhor Jesus Christo.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Bemdito o Deus e Pae de nosso Senhor Jesus Christo, o qual nos abençoou com todas as bençãos espirituaes nos logares celestiaes em Christo.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nos elegeu n'elle antes da fundação do mundo, para que fossemos sanctos e irreprehensiveis diante d'elle em caridade;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nos predestinou para filhos de adopção por Jesus Christo para si mesmo, segundo o beneplacito de sua vontade,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louvor da gloria da sua graça, pela qual nos fez agradaveis a si no Amado.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quem temos a redempção pelo seu sangue, a saber, a remissão das offensas, segundo as riquezas da sua graça.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elle fez abundar para comnosco em toda a sabedoria e prudencia;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Descobrindo-nos o mysterio da sua vontade, segundo o seu beneplacito, que propozera em si mesmo,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tornar a congregar em Christo todas as coisas, na dispensação da plenitude dos tempos, tanto as que estão nos céus como as que estão na terra,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N'elle, digo, em quem tambem fomos feitos herança, havendo sido predestinados, conforme o proposito d'aquelle que faz todas as coisas, segundo o conselho da sua vontade;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fossemos para louvor da sua gloria, nós, os que primeiro esperámos em Christo,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Em quem tambem vós estaes, depois que ouvistes a palavra da verdade, a saber, o evangelho da vossa salvação, no qual tambem, havendo crido, fostes sellados com o Espirito Sancto da promessa.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 qual é o penhor da nossa herança, para redempção da possessão de Deus, para louvor da sua gloria.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ouvindo eu tambem a fé que entre vós ha no Senhor Jesus, e a caridade para com todos os sanctos,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Não cesso de dar graças a Deus por vós, lembrando-me de vós nas minhas orações;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o Deus de nosso Senhor Jesus Christo, o Pae da gloria, vos dê em seu conhecimento o espirito de sabedoria e de revelação;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Illuminados os olhos de vosso entendimento, para que saibaes qual seja a esperança da sua vocação, e quaes as riquezas da gloria da sua herança nos sanctos;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qual seja a sobre-excellente grandeza do seu poder em nós, os que crêmos, segundo a operação da força do seu poder,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operou em Christo, resuscitando-o dos mortos, e o collocou á sua direita nos céus,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Sobre todo o principado, e poder, e potestade, e dominio e todo o nome que se nomeia, não só n'este seculo, mas tambem no vindouro;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sujeitou todas as coisas a seus pés, e sobre todas as coisas o constituiu por cabeça da egreja,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Efésios 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 qual é o seu corpo, a plenitude d'aquelle que cumpre tudo em todos.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