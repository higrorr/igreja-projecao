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filhos, sêde obedientes a vossos paes no Senhor, porque isto é justo.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a teu pae e a tua mãe, que é o primeiro mandamento com promessa,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te vá bem, e vivas muito tempo sobre a terra.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vós, paes, não provoqueis a ira a vossos filhos, mas creae-os na doutrina e admoestação do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servos, obedecei a vossos senhores segundo a carne, com temor e tremor, na sinceridade de vosso coração, como a Christo;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servindo á vista, como agradando a homens, mas como servos de Christo, fazendo de coração a vontade de Deus,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Servindo de boa vontade ao Senhor, e não aos homens.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Sabendo que cada um receberá do Senhor todo o bem que fizer, seja servo, seja livre.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senhores, fazei o mesmo para com elles, deixando as ameaças, sabendo tambem que o Senhor d'elles e vosso está no céu, e que para com elle não ha accepção de pessoas.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demais, irmãos meus, fortalecei-*vos no Senhor e na força do seu poder.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Revesti-vos de toda a armadura de Deus, para que possaes estar firmes contra as astutas ciladas do diabo.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temos que luctar contra a carne e o sangue, mas sim contra os principados, contra as potestades, contra os principes das trevas d'este seculo, contra as malicias espirituaes em os ares.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tomae toda a armadura de Deus, para que possaes resistir no dia mau, e, havendo feito tudo, ficar firmes.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Estae pois firmes, tendo cingidos os vossos lombos com a verdade, e vestidos com a couraça da justiça;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calçados os pés com a preparação do evangelho da paz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Tomando sobretudo o escudo da fé, com o qual possaes apagar todos os dardos inflammados do maligno.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Tomae tambem o capacete da salvação, e a espada do Espirito, que é a palavra de Deus: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Orando em todo o tempo com toda a oração e supplica em espirito, e vigiando n'isto com toda a perseverança e supplica por todos os sanctos,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mim; para que me seja dada, no abrir da minha bocca, a palavra com confiança, para fazer notorio o mysterio do evangelho.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qual sou embaixador em cadeias; para que possa fallar d'elle livremente, como me convém fallar.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para que vós tambem possaes saber os meus negocios, e o que eu faço, Tychico, irmão amado, e fiel ministro do Senhor, vos informará de tudo.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vos enviei para o mesmo fim, para que saibaes os nossos negocios, e elle console os vossos corações.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seja com os irmãos, e caridade com fé da parte de Deus Pae e da do Senhor Jesus Christo.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seja com todos os que amam a nosso Senhor Jesus Christo em sinceridade.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