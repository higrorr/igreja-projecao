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pois imitadores de Deus, como filhos amados;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andae em amor, como tambem Christo nos amou, e se entregou a si mesmo por nós, em offerta e sacrificio a Deus, em cheiro suave.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fornicação, e toda a immundicia ou avareza, nem ainda se nomeie entre vós, como convém a sanctos;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torpezas, nem parvoices, nem chocarrices, que não conveem; mas antes acções de graças.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sabeis isto: que nenhum fornicario, ou immundo, ou avarento, que é idolatra, tem herança no reino de Christo e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vos engane com palavras vãs; porque por estas coisas vem a ira de Deus sobre os filhos da desobediencia.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não sejaes seus companheiros.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d'antes ereis trevas, mas agora sois luz no Senhor: andae como filhos da luz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o fructo do Espirito consiste em toda a bondade, e justiça e verdade);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Approvando o que é agradavel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communiqueis com as obras infructuosas das trevas, mas antes condemnae-as.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elles fazem em occulto até dizel-o é coisa torpe.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todas estas coisas se manifestam sendo condemnadas pela luz, porque tudo o que se manifesta é luz.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diz: Desperta, tu que dormes, e levanta-te d'entre os mortos, e Christo te esclarecerá.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vêde como andaes prudentemente, não como nescios, mas como sabios,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Remindo o tempo; porquanto os dias são maus.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não sejaes insensatos, mas entendei qual seja a vontade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vos embriagueis com vinho, em que ha dissolução, mas enchei-*vos do Espirito;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Fallando entre vós em psalmos, e hymnos, e canticos espirituaes: cantando e psalmodiando ao Senhor no vosso coração: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sempre graças por todas as coisas a nosso Deus e Pae, em nome de nosso Senhor Jesus Christo: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Sujeitando-vos uns aos outros no temor de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mulheres, sujeitae-vos a vossos proprios maridos, como ao Senhor;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marido é a cabeça da mulher, como tambem Christo a cabeça da egreja: e elle é o salvador do corpo.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assim como a egreja está sujeita a Christo, assim tambem as mulheres estejam em tudo sujeitas a seus proprios maridos.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maridos, amae as vossas proprias mulheres, como tambem Christo amou a egreja, e a si mesmo se entregou por ella,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sanctificar, purificando-a com a lavagem da agua, pela palavra,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apresentar a si mesmo egreja gloriosa, que não tivesse macula, nem ruga, nem coisa similhante, mas que fosse sancta e irreprehensivel.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devem os maridos amar a suas proprias mulheres, como a seus proprios corpos. Quem ama a sua propria mulher, ama-se a si mesmo.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nunca ninguem aborreceu a sua propria carne; antes a alimenta e sustenta, como tambem o Senhor á egreja;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somos membros do seu corpo, da sua carne, e dos seus ossos.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deixará o homem seu pae e sua mãe, e se ajuntará com sua mulher; e serão dois n'uma carne.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este mysterio: digo, porém, isto de Christo e da egreja.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 cada um em particular ame a sua propria mulher como a si mesmo, e a mulher reverenceie o marido.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