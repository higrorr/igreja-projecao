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Rogo-vos, pois, eu, o preso do Senhor, que andeis como é digno da vocação com que sois chamados,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toda a humildade e mansidão, com longanimidade, supportando-vos uns aos outros em amor,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Procurando guardar a unidade de Espirito pelo vinculo da paz.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 um só corpo e um só Espirito, como tambem fostes chamados em uma só esperança da vossa vocação;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só Senhor, uma só fé, um só baptismo;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só Deus e Pae de todos, o qual é sobre todos, e por todos e em todos.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 graça é dada a cada um de nós segundo a medida do dom de Christo.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diz: Subindo ao alto, levou captivo o captiveiro, e deu dons aos homem.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isto, que subiu, que é, senão que tambem antes tinha descido ás partes mais baixas da terra?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desceu é tambem o mesmo que subiu acima de todos os céus, para cumprir todas as coisas.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mesmo deu uns para apostolos, e outros para prophetas, e outros para evangelistas, e outros para pastores e doutores,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aperfeiçoamento dos sanctos, para obra do ministerio, para edificação do corpo de Christo;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todos cheguemos á unidade da fé, e ao conhecimento do Filho de Deus, a varão perfeito, á medida da estatura completa de Christo.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não sejamos mais meninos, inconstantes, levados em roda de todo o vento de doutrina, pelo engano dos homens que com astucia enganam fraudulosamente.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Antes, seguindo a verdade em caridade, cresçamos em tudo n'aquelle que é a cabeça, Christo.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qual todo o corpo, bem ajustado, e ligado pelo que todas as juntas lhe subministram, segundo a operação de cada parte na sua medida, toma augmento do corpo, para sua edificação em amor.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digo isto, e testifico no Senhor, para que não andeis mais como andam tambem os outros gentios, na vaidade do seu sentido,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Entenebrecidos no entendimento, separados da vida de Deus pela ignorancia que ha n'elles, pela dureza do seu coração: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quaes, havendo perdido todo o sentimento, se entregaram á dissolução, para com avidez commetterem toda a impureza.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vós não aprendestes assim a Christo,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é que o tendes ouvido, e n'elle fostes ensinados, como a verdade está, em Jesus;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Que, quanto ao trato passado vos despojeis do velho homem, que se corrompe pelas concupiscencias do engano;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renoveis no espirito do vosso sentido;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vos vistaes do novo homem, que segundo Deus é creado em verdadeira justiça e sanctidade.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deixae a mentira, e fallae a verdade cada um com o seu proximo; porque somos membros uns dos outros.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Irae-vos, e não pequeis; não se ponha o sol sobre a vossa ira.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deis logar ao diabo.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furtava, não furte mais; antes trabalhe, obrando com suas mãos o que é bom, para que tenha que repartir com o que tiver necessidade.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saia da vossa bocca nenhuma palavra torpe, mas só a que fôr boa para utilidade da edificação, para que dê graça aos que a ouvem.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entristeçaes o Espirito Sancto de Deus, no qual estaes sellados para o dia da redempção.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a amargura, e ira, e colera, e gritaria, e blasphemias e toda a malicia seja tirada de entre vós.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sêde uns para com os outros benignos, misericordiosos, perdoando-*vos uns aos outros, como tambem Deus vos perdoou em Christo.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