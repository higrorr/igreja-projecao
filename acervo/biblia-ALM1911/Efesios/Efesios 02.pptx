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vivificou, estando vós mortos pelas offensas e peccados,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que d'antes andastes segundo o curso d'este mundo, segundo o principe da potestade do ar, do espirito que agora opera nos filhos da desobediencia.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 os quaes todos nós tambem d'antes andavamos nos desejos da nossa carne, fazendo a vontade da carne e dos pensamentos; e eramos por natureza filhos da ira, como os outros tambem.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Deus, que é riquissimo em misericordia, pelo seu muito amor com que nos amou,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nós ainda mortos em nossas offensas, nos vivificou juntamente com Christo (pela graça sois salvos),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resuscitou juntamente, e nos fez assentar juntamente nos céus, em Christo Jesus;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mostrar nos seculos vindouros as abundantes riquezas da sua graça, pela sua benignidade para comnosco em Christo Jesus.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pela graça sois salvos, por meio da fé; e isto não vem de vós; é dom de Deus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vem das obras, para que ninguem se glorie.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somos feitura sua, creados em Christo Jesus para as boas obras, as quaes Deus preparou para que andassemos n'ellas.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lembrae-vos de que vós d'antes ereis gentios na carne, e chamados incircumcisão pelos que na carne se chamam circumcisão feita pela mão dos homens;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n'aquelle tempo estaveis sem Christo, separados da communidade d'Israel, e estranhos aos concertos da promessa, não tendo esperança, e sem Deus no mundo.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em Christo Jesus, vós, que d'antes estaveis longe, já pelo sangue de Christo chegastes perto.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 é a nossa paz, o qual de ambos os povos fez um; e, derribando a parede de separação que estava no meio,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sua carne desfez a inimizade, a saber, a lei dos mandamentos, que consistia em tradições, para crear em si mesmo os dois em um novo homem, fazendo a paz,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pela cruz reconciliar com Deus a ambos em um corpo, matando n'ella as inimizades.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vindo, elle evangelizou a paz, a vós que estaveis longe, e aos que estavam perto;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por elle ambos temos accesso em um mesmo Espirito ao Pae.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já não sois estrangeiros, nem forasteiros, mas concidadãos dos sanctos e domesticos de Deus;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Edificados sobre o fundamento dos apostolos e dos prophetas, de que Jesus Christo é a principal pedra da esquina;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qual todo o edificio, bem ajustado, cresce para templo sancto no Senhor.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qual tambem vós juntamente sois edificados para morada de Deus em Espirito.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