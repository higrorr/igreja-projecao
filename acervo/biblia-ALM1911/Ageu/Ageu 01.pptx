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segundo do rei Dario, no sexto mez, no primeiro dia do mez, veiu a palavra do Senhor, pelo ministerio do propheta Aggeo, a Zorobabel, filho de Sealtiel, principe de Judah, e a Josué, filho de Josadac, o summo sacerdote,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falla o Senhor dos Exercitos, dizendo: Este povo diz: Não é vindo o tempo, o tempo em que a casa do Senhor se edifique.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a palavra do Senhor, pelo ministerio do propheta Aggeo,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é para vós tempo de habitardes nas vossas casas entaboladas, e esta casa ha de ficar deserta?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pois, assim diz o Senhor dos Exercitos: Applicae os vossos corações aos vossos caminhos.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Semeiaes muito, e recolheis pouco; comeis, porém não vos fartaes; bebeis, porém não vos saciaes; vestis-vos, porém ninguem fica quente; e o que recebe salario, recebe salario n'um sacco furado.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Applicae os vossos corações aos vossos caminhos.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 ao monte, e trazei madeira, e edificae a casa, e d'ella me agradarei, e serei glorificado, diz 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Olhastes para muito, mas eis que alcançastes pouco; e, quando o trouxestes a casa, eu lhe assoprei. Por que causa? disse o Senhor dos Exercitos: por causa da minha casa, que está deserta, e cada um de vós corre á sua propria casa.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se cerram os céus sobre vós, para não darem orvalho e a terra detem os seus fructos.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chamei seccura sobre a terra, e sobre os montes, e sobre o trigo e sobre o mosto; e sobre o azeite, e sobre o que a terra produz: como tambem sobre os homens, e sobre os animaes, e sobre todo o trabalho das mãos.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ouviu Zorobabel, filho de Sealtiel, e Josué, filho de Josadac, summo sacerdote, e todo o resto do povo a voz do Senhor seu Deus; e as palavras do propheta Aggeo, assim como o Senhor seu Deus o enviou; e temeu o povo diante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Aggeo, o embaixador do Senhor, na embaixada do Senhor, fallou ao povo, dizendo: Eu sou comvosco, diz 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suscitou o espirito de Zorobabel, filho de Sealtiel, principe de Judah, e o espirito de Josué, filho de Josadac, summo sacerdote, e o espirito do resto de todo o povo, e vieram, e fizeram a obra na casa do Senhor dos Exercitos, seu Deus,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vigesimo quarto dia do sexto mez, no segundo anno do rei Dario.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