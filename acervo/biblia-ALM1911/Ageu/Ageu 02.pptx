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setimo mez, ao vigesimo primeiro do mez, foi a palavra do Senhor pelo ministerio do propheta Aggeo,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agora a Zorobabel, filho de Sealtiel, principe de Judah, e a Josué, filho de Josadac, summo sacerdote, e ao resto do povo,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ha entre vós que resta, que viu esta casa na sua primeira gloria, e qual agora a vêdes? não é esta como nada em vossos olhos, comparada com aquella.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esforça-te, Zorobabel, diz o Senhor, e esforça-te, Josué, filho de Josadac, summo sacerdote, e esforça-te, todo o povo da terra, diz o Senhor, e obra; porque eu sou comvosco, diz o Senhor dos Exercitos,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a palavra que concertei comvosco, quando saistes do Egypto, e o meu Espirito ficou no meio de vós: não temaes.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Exercitos: Ainda uma vez d'aqui a pouco, e farei tremer os céus, e a terra, e o mar, e a terra secca;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tremer a todas as nações, e virão ao Desejado de todas as nações, e encherei esta casa de gloria, diz o Senhor dos Exercitos.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é a prata, e meu é o oiro, disse o Senhor dos Exercitos.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gloria d'esta ultima casa será maior do que a da primeira, diz o Senhor dos Exercitos, e n'este logar darei a paz, diz o Senhor dos Exercitos.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vigesimo quarto do mez nono, no segundo anno de Dario, veiu a palavra do Senhor pelo ministerio do propheta Aggeo,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Pergunta agora aos sacerdotes, ácerca da lei,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leva carne sancta na aba do seu vestido, e com a sua aba toca no pão, ou no guizado, ou no vinho, ou no azeite, ou em outro qualquer mantimento, porventura isso será sanctificado? E os sacerdotes, respondendo, diziam: Não.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Aggeo: Se algum immundo, por causa d'um corpo morto, tocar n'alguma d'estas coisas, porventura ficará immunda? E os sacerdotes, respondendo, diziam: Ficará immunda.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Aggeo, e disse: Assim é que este povo, e assim é que esta nação está diante do meu rosto, disse o Senhor; e assim é toda a obra das suas mãos: e tudo o que ali offerecem immundo 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applicae o vosso coração n'isto, desde este dia em diante, antes que pozesseis pedra sobre pedra no templo do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estas coisas se faziam, veiu alguem ao montão de grão, de vinte medidas, e havia sómente dez: vindo ao lagar para tirar cincoenta do lagar, havia sómente vinte.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Feri-vos com queimadura, e com ferrugem, e com saraiva, em toda a obra das vossas mãos; e não houve entre vós quem voltasse para mim,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Ponde pois o vosso coração n'isto, desde este dia em diante: desde o vigesimo quarto dia do mez nono, desde o dia em que se fundou o templo do Senhor, ponde o vosso coração n'isto.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ainda ha semente no celleiro? nem ainda a videira, nem a figueira, nem a romeira, nem a oliveira, tem dado os seus fructos, mas desde este dia te abençoarei.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segunda vez a Aggeo, aos vinte e quatro do mez,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Zorobabel, principe de Judah, dizendo: Farei tremer os céus e a terra: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transtornarei o throno dos reinos, e destruirei a força dos reinos das nações; e transtornarei o carro e os que n'elle se assentam; e os cavallos e os que andam montados n'elles cairão, cada um pela espada do seu irmão.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Ageu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diz o Senhor dos Exercitos, te tomarei, ó Zorobabel, filho de Sealtiel, servo meu, diz o Senhor, e te farei como um annel de sellar; porque te escolhi, diz o Senhor dos Exercitos.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