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Congregae-vos, sim, congregae-vos, ó nação que não tem desejo,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que o decreto produza o seu effeito, antes que o dia passe como a pragana, antes que venha sobre vós a ira do Senhor, antes que venha sobre vós o dia da ira do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Buscae ao Senhor, vós todos os mansos da terra, que pondes em obra o seu juizo: buscae a justiça, buscae a mansidão; porventura sereis escondidos no dia da ira do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Gaza será desamparada, e Ascalon será assolada: Asdod ao meio dia será expellida, e Ekron será desarreigada.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dos habitantes da borda do mar, do povo dos chereteos! a palavra do Senhor será contra vós, ó Canaan, terra dos philisteos, e eu vos farei destruir, até que não haja morador.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borda do mar será por cabanas, que cavam os pastores, e curraes dos rebanhos.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a borda para o resto da casa de Judah, que n'ella apascentem: á tarde se assentarão nas casas de Ascalon, porque o Senhor seu Deus os visitará, e lhes tornará o seu captiveiro.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ouvi o escarneo de Moab, e as injuriosas palavras dos filhos de Ammon, com que escarneceram do meu povo, e se engrandeceram contra o seu termo.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vivo eu, diz o Senhor dos Exercitos, o Deus de Israel, certamente Moab será como Sodoma, e os filhos de Ammon como Gomorrah, campo de ortigas e poços de sal, e assolação perpetua; o resto do meu povo os saqueará, e o restante do meu povo os possuirá.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terão em recompensa da sua soberba, porque escarneceram, e se engrandeceram contra o povo do Senhor dos Exercitos.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será terrivel contra elles, porque emmagrecerá a todos os deuses da terra; e cada um se inclinará a elle desde o seu logar; todas as ilhas das nações.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vós, ó ethiopes, sereis mortos com a minha espada.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Estenderá tambem a sua mão contra o norte, e destruirá a Assyria; e fará de Ninive uma assolação, terra secca como o deserto.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meio d'ella repousarão os rebanhos, todos os animaes dos povos; e alojar-se-hão nos seus capiteis assim o pelicano como o ouriço: a voz do seu canto retinirá nas janellas, a assolação estará no umbral, quando tiver descoberto a sua obra de cedro.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Sofonias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cidade que salta de alegria, que habita segura, que diz no seu coração: Eu sou, e não ha mais do que eu: como se tornou em assolação em pousada de animaes! qualquer que passar por ella assobiará, e meneará a sua mão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