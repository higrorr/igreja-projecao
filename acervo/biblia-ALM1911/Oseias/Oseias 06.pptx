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e tornemos ao Senhor, porque elle despedaçou, e nos sarará, feriu, e nos atará a ferida.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 dois dias nos dará a vida: ao terceiro dia nos resuscitará, e viveremos diante d'elle.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conheceremos, e proseguiremos em conhecer, ao Senhor: como a alva, está apparelhada a sua saida: e elle a nós virá como a chuva, como chuva serodia que rega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farei, ó Ephraim? que te, farei, ó Judah? visto que a vossa beneficencia é como a nuvem da manhã, e como o orvalho da madrugada, que passa.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os cortei pelos prophetas: pela palavras da minha bocca os matei; e os teus juizos sairão como a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eu quero é a misericordia, e não o sacrificio; e o conhecimento de Deus, mais do que os holocaustos.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traspassaram o concerto, como Adão; ali se portaram aleivosamente contra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Gilead é uma cidade dos que obram iniquidade, calcada de sangue.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tropas dos salteadores a alguns esperam, assim é a companhia dos sacerdotes; matam no caminho para Sichem, porque fazem abominações.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Vejo uma coisa horrenda na casa de Israel: ali está a fornicação d'Ephraim; Israel é contaminado.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para ti, ó Judah, foi assignada uma sega; quando eu tornar o captiveiro do meu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