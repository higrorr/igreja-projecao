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Dizei a vossos irmãos, Ammi, e a vossas irmãs, Ruhama: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Contendei com vossa mãe, contendei, porque ella não é minha mulher, e eu não sou seu marido, e tire ella as suas fornicações da sua face e os seus adulterios de entre os seus peitos.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eu não a despoje despida, e a ponha como no dia em que nasceu, e a faça como um deserto, e a ponha como uma terra secca, e a mate á sede,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me apiede de seus filhos, porque são filhos de fornicações.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sua mãe fornicou: aquella que os concebeu houve-se torpemente, porque diz: Irei atraz de meus namorados, que me dão o meu pão e a minha agua, a minha lã e o meu linho, o meu oleo e as minhas bebidas.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cercarei o teu caminho com espinhos; e levantarei uma parede de sebe, e não achará as suas veredas.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irá em seguimento de seus amantes, mas não os alcançará; e buscal-os-ha, mas não os achará: então dirá: Ir-me-hei, e tornar-me-hei a meu primeiro marido, porque melhor me ia então do que agora.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Ella pois não reconhece que eu lhe dei o grão, e o mosto, e o oleo, e lhe multipliquei a prata e o oiro, do que usaram para Baal.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tornar-me-hei, e a seu tempo tirarei o meu grão e o meu mosto ao seu determinado tempo; e arrebatarei a minha lã e o meu linho, que tinha dado para cobrir a sua nudez.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descobrirei a sua vileza diante dos olhos dos seus namorados, e ninguem a livrará da minha mão.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cessar todo o seu gozo, as suas festas, as suas luas novas, e os seus sabbados, e todas as suas festividades.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assolarei a sua vide e a sua figueira, de que ella diz: Estas são a minha paga que me deram os meus amantes: eu pois farei d'ellas um bosque, e as bestas feras do campo as devorarão.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ella visitarei os dias de Baal, em que lhe queimou incenso, e se adornou dos seus pendentes e das suas gargantilhas, e andou atraz de seus namorados, mas de mim se esqueceu, diz 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eu a attrahirei, e a levarei para o deserto, e lhe fallarei ao coração.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 darei as suas vinhas d'ali, e o valle de Achor, para porta de esperança; e ali cantará, como nos dias da sua mocidade, e como no dia em que subiu da terra do Egypto.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n'aquelle dia, diz o Senhor, que me chamarás: Meu marido; e não me chamarás mais: Meu Baal.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sua bocca tirarei os nomes de Baalim, e os seus nomes não virão mais em memoria.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dia lhes farei alliança com as bestas feras do campo, e com as aves do céu, e com os reptis da terra; e da terra quebrarei o arco, e a espada, e a guerra, e os farei deitar em segurança.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desposar-te-hei comigo para sempre: desposar-te-hei comigo em justiça, e em juizo, e em benignidade, e em misericordias.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desposar-te-hei comigo em fidelidade, e conhecerás ao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 n'aquelle dia que eu responderei, diz o Senhor, eu responderei aos céus, e estes responderão á terra.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terra ouvirá ao trigo, como tambem ao mosto, e ao oleo, e estes responderão a Jezreel.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semeal-a-hei para mim na terra, e apiedar-me-hei de Lo-ruhama; e a Lo-ammi direi: Tu és meu povo; e elle dirá: Ó meu Deus!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