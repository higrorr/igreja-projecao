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a trombeta á tua bocca; elle vem como a aguia contra a casa do Senhor, porque traspassaram o meu concerto, e se rebellaram contra a minha lei.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mim clamarão: Deus meu! nós, Israel, te conhecemos.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 rejeitou o bem: o inimigo perseguil-o-ha.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fizeram reis, porém não de mim: constituiram principes, porém eu não o soube: da sua prata e do seu oiro fizeram idolos para si, para serem destruidos.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bezerro, ó Samaria, te rejeitou: a minha ira se accendeu contra elles; até quando serão elles incapazes da innocencia?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isso é de Israel, um artifice o fez, e não é Deus, mas em pedaços será desfeito o bezerro de Samaria.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vento semearam, e segarão tormenta: seara não haverá, a herva não dará farinha: se a der, tragal-a-hão os estrangeiros.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 foi tragado: agora entre as nações será tido como um vaso em que ninguem tem prazer.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subiram á Assyria, como um jumento montez, por si só: mercou Ephraim amores.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elles merquem entre as nações, agora as congregarei: já começaram a ser diminuidos por causa da carga do rei dos principes.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Ephraim multiplicou os altares para peccar; teve altar para peccar.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Escrevi-lhe as grandezas da minha lei, porém essas são estimadas como coisa estranha.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sacrificios dos meus dons, sacrificam carne, e a comem, mas o Senhor não se deleitou n'elles: agora se lembrará da sua injustiça, e visitará os seus peccados: elles voltarão para o Egypto.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Israel se esqueceu do seu Creador, e edificou templos, e Judah multiplicou cidades fortes; mas eu enviarei um fogo contra as suas cidades, que consumirá os seus palacios.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