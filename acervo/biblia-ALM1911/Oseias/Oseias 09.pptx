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alegres, ó Israel, até saltar, como os povos; porque pela fornicação abandonaste o teu Deus: amaste a paga de meretriz sobre todas as eiras de trigo.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eira e o lagar não os manterão; e o mosto lhe faltará.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do Senhor não permanecerão; mas Ephraim tornará ao Egypto, e na Assyria comerão o immundo.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derramarão vinho ao Senhor, nem lhe serão suaves: os seus sacrificios lhes serão como pão de pranto; todos os que d'elle comerem serão immundos, porque o seu pão é por sua alma; não entrará na casa do Senhor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fareis vós no dia da solemnidade, e no dia da festa do Senhor?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elles se foram por causa da destruição: o Egypto os recolherá, Memphis os sepultará: o desejavel da sua prata as ortigas o possuirão por herança, espinhos haverá nas suas moradas.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chegaram os dias da visitação, já chegaram os dias da retribuição; os de Israel o saberão: o propheta é louco, o homem de espirito é furioso; por causa da abundancia da tua iniquidade tambem abundará o odio.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era o vigia com o meu Deus, mas o propheta é como um laço de caçador de aves em todos os seus caminhos, odio na casa do seu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profundamente se corromperam, como nos dias de Gibeah: lembrar-se-ha das suas injustiças, visitará os peccados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a Israel como uvas no deserto, vi a vossos paes como a fructa temporã da figueira no seu principio; porém entraram a Baalpeor, e se apartaram para essa vergonha, e se tornaram abominaveis como aquillo que amaram.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Ephraim, a sua gloria como ave voará desde o nascimento, e desde o ventre, e desde o concebimento.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venham a crear seus filhos, comtudo os privarei d'elles d'entre os homens, porque tambem, ai d'elles! quando me apartar d'elles.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Ephraim, assim como vi a Tyro, plantada está n'um logar deleitoso; mas Ephraim tirará para fóra seus filhos para o matador.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Dá-lhes, ó Senhor; que pois lhes darás? dá-lhes uma madre que aborte e seios seccos.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sua malicia se acha em Gilgal, porque ali os aborreci pela malicia das suas obras: lançal-os-hei para fóra de minha casa; não os amarei mais: todos os seus principes são rebeldes.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foi ferido, seccou-se a sua raiz; não darão fructo: e, ainda que gerem, todavia matarei os desejaveis do seu ventre.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Deus os rejeitará, porque não o ouvem, e vagabundos andarão entre as nações.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