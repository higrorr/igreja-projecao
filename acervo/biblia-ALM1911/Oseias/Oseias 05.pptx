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isto, ó sacerdotes, e escutae, ó casa de Israel, e escutae, ó casa do rei, porque a vós toca este juizo, visto que fostes um laço para Mispah, e rede estendida sobre Tabor.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matando sacrificios errados, abaixaram até ao profundo; mas eu serei a correcção de todos 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conheço a Ephraim, e Israel não se me esconde; porque agora tens fornicado, ó Ephraim, e se contaminou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querem ordenar as suas acções afim de voltarem para o seu Deus, porque o espirito das fornicações está no meio d'elles, e não conhecem ao Senhor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soberba de Israel testificará pois no seu rosto: e Israel e Ephraim cairão pela sua injustiça, e Judah cairá juntamente com 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irão com as suas ovelhas, e com as suas vaccas, para buscarem ao Senhor, mas não o acharão: elle se retirou d'elles.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Aleivosamente se houveram contra o Senhor, porque geraram filhos estranhos: agora a lua nova os consumirá com as suas porções.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Tocae a buzina em Gibeath, a trombeta em Rama: gritae altamente em Beth-aven; após ti, a Benjamin.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será para assolação no dia do castigo: entre as tribus de Israel manifestei o que certo está.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principes de Judah foram feitos como os que traspassam os limites: derramarei pois o meu furor sobre elles como agua.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opprimido e quebrantado é no juizo, porque assim quiz: andou após o mandamento.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 Ephraim serei como a traça, e á casa de Judah como a podridão.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Ephraim a sua enfermidade, e Judah a sua inchação, subiu Ephraim á Assyria e enviou ao rei Jareb; mas elle não poderá sarar-vos, nem vos curará a inchação.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Ephraim serei como um leão, e como um leãosinho á casa de Judah!: eu, eu o despedaçarei, e ir-me-hei embora; eu levarei, e não haverá quem livre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Andarei, e tornarei ao meu logar, até que se reconheçam culpados e busquem a minha face: estando elles angustiados, de madrugada me buscarão.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