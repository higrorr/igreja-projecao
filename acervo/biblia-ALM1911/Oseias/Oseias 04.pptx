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 palavra do Senhor, vós, filhos de Israel, porque o Senhor tem uma contenda com os habitantes da terra, porque não ha verdade, nem benignidade, nem conhecimento de Deus na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perjurar, e o mentir, e o matar, e o furtar, e o adulterar, prevalecem, e os homicidios se tocaram com homicidios.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a terra se lamentará, e qualquer que morar n'ella desfallecerá, com os animaes do campo e com as aves do céu; e até os peixes do mar serão tirados.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ninguem contenda, nem reprehenda a alguem, porque o teu povo é como os que contendem com o sacerdote.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cairás de dia, e o propheta comtigo cairá de noite, e destruirei a tua mãe.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povo foi destruido, porque lhe faltou o conhecimento: porque tu rejeitaste o conhecimento, tambem eu te rejeitarei, para que não sejas sacerdote diante de mim; e, visto que te esqueceste da lei do teu Deus, tambem eu me esquecerei de teus filhos.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elles se multiplicaram, assim contra mim peccaram: eu mudarei a sua honra em vergonha.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Comem do peccado do meu povo, e da sua maldade d'elle teem desejo ardente.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como o povo, assim será o sacerdote; e visitarei sobre elle os seus caminhos, e lhe recompensarei as suas obras.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Comerão, mas não se fartarão; fornicarão, mas não se multiplicarão; porque deixaram de olhar para 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fornicação, e o vinho, e o mosto tiram o coração.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povo consulta a sua madeira, e a sua vara lhe responde, porque o espirito de fornicações os engana, e fornicam, apartando-se da sujeição do seu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Sacrificam sobre os cumes dos montes, e queimam incenso sobre os outeiros, debaixo do carvalho, e do alamo, e do olmeiro, porque é boa a sua sombra: por isso vossas filhas fornicam, e as vossas noras adulteram.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visitarei sobre vossas filhas, que fornicam, nem sobre vossas noras, que adulteram, porque elles mesmos com as prostitutas se desviam, e com as meretrizes sacrificam; pois o povo que não tem entendimento será transtornado.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tu, ó Israel, queres fornicar, ao menos não se faça culpado Judah: não venhaes a Gilgal, e não subaes a Beth-aven, e não jureis, dizendo: Vive 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como uma vacca rebelde se rebellou Israel: agora o Senhor os apascentará como a um cordeiro n'um logar espaçoso.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 é dado a idolos; deixa-o.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bebida se foi: fornicando, fornicam; certamente amaram a vergonha os seus principes.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vento os atou nas suas azas, e envergonhar-se-hão por causa dos seus sacrificios.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