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Sarando eu a Israel, se descobriu a iniquidade d'Ephraim, como tambem as maldades de Samaria, porque obraram a falsidade; e o ladrão entra, e a tropa dos salteadores despoja por fóra.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dizem no seu coração que eu me lembro de toda a sua maldade: agora, pois, os cercam as suas obras; diante da minha face estão.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sua malicia alegram ao rei, e com as suas maneiras aos principes.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juntamente adulteram: similhantes são ao forno acceso pelo padeiro, que cessa de vigiar, depois que amassou a massa, até que seja levedada.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dia do nosso rei os principes o fazem adoecer, por esquentamento do vinho: estende a sua mão com os escarnecedores.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um forno, applicaram o coração, emboscando-se; toda a noite dorme o seu padeiro, pela manhã arde como fogo de chamma.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juntos se esquentam como o forno, e consomem os seus juizes: todos os seus reis caem, ninguem entre elles ha que clame a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com os povos se mistura; Ephraim é um bolo que não foi virado.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Estrangeiros lhe comeram a força, e não o sabe; tambem as cãs se espalharam sobre elle, e não o sabe.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soberba de Israel testificará em sua face; e não voltarão para o Senhor seu Deus, nem o buscarão em tudo isto.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Ephraim é como uma pomba enganada, sem entendimento: invocam o Egypto, vão para a Assyria.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forem, sobre elles estenderei a minha rede, e como aves do céu os farei descer: castigal-os-hei, conforme ao que elles teem ouvido na sua congregação.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d'elles, porque fugiram de mim: destruição sobre elles, porque se rebellaram contra mim: eu os remi, porém fallam mentiras contra mim.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clamaram a mim do seu coração, quando davam uivos nas suas camas; para o trigo e para o vinho se ajuntam, mas contra mim se rebellam.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os castiguei, e lhes esforcei os braços, mas pensam mal contra mim.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Tornaram-se, mas não ao Altissimo. Fizeram-se como um arco enganoso: caem á espada os seus principes, por causa da colera da sua lingua; este será o seu escarneo na terra do Egypto.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