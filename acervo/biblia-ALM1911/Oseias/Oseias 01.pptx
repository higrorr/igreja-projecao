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Palavra do Senhor, que foi dita a Oseas, filho de Beeri, nos dias d'Uzias, Jothão, Achaz, Ezequias, reis de Judah, e nos dias de Jeroboão, filho de Joás, rei de 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principio da palavra do Senhor por Oseas: disse pois o Senhor a Oseas: Vae, toma uma mulher de fornicações, e filhos de fornicações; porque a terra fornicando fornica, desviando-se de após 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foi-se, e tomou a Gomer, filha de Diblaim, e ella concebeu, e lhe pariu um filho.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o Senhor: Chama o seu nome Jezreel; porque d'aqui a pouco visitarei o sangue de Jezreel sobre a casa de Jehu, e farei cessar o reino da casa de 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n'aquelle dia que quebrarei o arco de Israel no valle de Jezreel.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ella a conceber, e pariu uma filha; e elle disse: Chama o seu nome Lo-ruhama; porque eu não me tornarei mais a compadecer da casa de Israel, mas tudo lhe tirarei.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da casa de Judah me apiedarei, e os salvarei pelo Senhor seu Deus, pois não os salvarei pelo arco, nem pela espada, nem pela guerra, nem pelos cavallos nem pelos cavalleiros.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depois de haver desmamado a Lo-ruhama, concebeu e pariu um filho.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Chama o seu nome Lo-ammi; porque vós não sois meu povo, nem eu serei vosso Deus.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o numero dos filhos de Israel será como a areia do mar, que não pode medir-se nem contar-se; e acontecerá que no logar onde se lhes dizia: Vós não sois meu povo, se lhes dirá: Vós sois filhos do Deus vivo.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Judah e os filhos de Israel juntos se congregarão, e constituirão sobre si uma unica cabeça, e subirão da terra; porque grande será o dia de Jezreel.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