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disse: Vae outra vez, ama uma mulher, amada de seu amigo, comtudo adultera, como o Senhor ama os filhos de Israel; mas elles olham para outros deuses, e amam os frascos das uvas.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comprei para mim por quinze dinheiros de prata, e um homer de cevada, e meio homer de cevada;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disse: Tu ficarás para mim muitos dias (não fornicarás, nem serás de outro homem), e tambem eu ficarei para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filhos de Israel ficarão por muitos dias sem rei, e sem principe, e sem sacrificio, e sem estatua, e sem ephod, e sem teraphim.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tornarão os filhos de Israel, e buscarão ao Senhor seu Deus, e a David, seu rei; e temerão ao Senhor, e á sua bondade, no fim dos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