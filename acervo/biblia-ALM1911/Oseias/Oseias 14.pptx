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Converte-te, ó Israel, ao Senhor teu Deus; porque pelos teus peccados tens caido.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Tomae comvosco palavras, e convertei-vos ao Senhor: dizei-lhe: Tira toda a iniquidade, e recebe o bem; e pagaremos os bezerros dos nossos labios.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nos salvará a Assyria, não iremos montados em cavallos, e á obra das nossas mãos não diremos mais: Tu és o nosso Deus; porque por ti o orphão alcançará misericordia.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sararei a sua perversão, eu voluntariamente os amarei; porque a minha ira se apartou d'elles.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serei a Israel como orvalho, elle florescerá como o lirio, e espalhará as suas raizes como o Libano.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Estender-se-hão as suas vergonteas, e a sua gloria será como a da oliveira, e cheirará como o Libano.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Voltarão os que se assentarem debaixo da sua sombra; serão vivificados como o trigo, e florescerão como a vide; a sua memoria será como o vinho do Libano.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Ephraim então dirá: Que mais tenho eu com os idolos? eu o tenho ouvido, e olharei para elle: ser-lhe-hei como a faia verde: de mim é achado o teu fructo.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é sabio, para que entenda estas coisas; quem é prudente, para que as saiba? porque os caminhos do Senhor são rectos, e os justos andarão n'elles, mas os transgressores cairão n'elles.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