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12:1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Ephraim se apascenta de vento, e segue o vento leste: todo o dia multiplica a mentira e a destruição; e fazem alliança com a Assyria, e o azeite se leva ao Egypto.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12:2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tambem com Judah tem contenda, e fará visitação sobre Jacob segundo os seus caminhos; segundo as suas obras lhe recompensará.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12:3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ventre pegou do calcanhar de seu irmão, e pela sua força como principe se houve com Deus.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12:4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principe se houve com o anjo, e prevaleceu; chorou, e lhe supplicou: em Beth-el o achou, e ali fallou comnosco,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12:5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saber, o Senhor, o Deus dos Exercitos: o Senhor é o seu memorial.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12:6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Tu, pois, converte-te a teu Deus: guarda a beneficencia e o juizo, e em teu Deus espera sempre.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12:7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mão do mercador está uma balança enganosa; ama a oppressão.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12:8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Ainda diz Ephraim: Comtudo eu estou enriquecido, e tenho adquirido para mim grandes bens: em todo o meu trabalho não acharão em mim iniquidade alguma que seja peccado.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12:9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eu sou o Senhor teu Deus desde a terra do Egypto: eu ainda te farei habitar em tendas, como nos dias do ajuntamento.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12:10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fallarei aos prophetas, e multiplicarei a visão; e pelo ministerio dos prophetas proporei similes.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12:11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não é Gilead iniquidade? pura vaidade são: em Gilgal sacrificam bois: os seus altares como montões de pedras são nos regos dos campos.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12:12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Jacob fugiu para o campo da Syria, e Israel serviu por sua mulher, e por sua mulher guardou o gado.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12:13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 Senhor por um propheta fez subir a Israel do Egypto, e por um propheta foi elle guardado.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12:14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Ephraim porém mui amargosamente o irou: portanto deixará ficar sobre elle o seu sangue, e o seu Senhor lhe recompensará o seu opprobrio.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