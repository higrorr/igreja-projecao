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Ephraim fallava, tremia-se; foi exalçado em Israel; mas quando se fez culpado em Baal, então morreu.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accumularam peccados sobre peccados, e da sua prata fizeram uma imagem de fundição, idolos segundo o seu entendimento, que todos são obra de artifices, dos quaes dizem: Os homens que sacrificam beijem os bezerros.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serão como a nuvem de manhã, e como orvalho da madrugada, que passa: como folhelho que a tempestade lança da eira, e como o fumo da chaminé.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pois sou o Senhor teu Deus desde a terra do Egypto; portanto não reconhecerás outro Deus fóra de mim, porque não ha Salvador senão 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conheci no deserto, na terra mui secca.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elles se fartaram á proporção do seu pasto; estando pois fartos, ensoberbeceu-se o seu coração, por isso se esqueceram de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serei para elles como leão; como leopardo espiarei no caminho.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urso que tem perdido seus filhos, os encontrarei, lhes romperei as teias do seu coração, e ali os devorarei como leão; as feras do campo os despedaçarão.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Isso te lançou a perder, ó Israel, que te rebellaste contra mim, a saber, contra a tua ajuda.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está agora o teu rei, para que te guarde em todas as tuas cidades? e os teus juizes, dos quaes disseste: Dá-me rei e principes?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Dei-te um rei na minha ira, e t'o tirarei no meu furor.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iniquidade de Ephraim está atada, o seu peccado está enthesourado.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Dôres de mulher de parto lhe virão: elle é um filho insensato: porque não permanece o seu tempo na paridura.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pois os remirei da violencia do inferno, e os resgatarei da morte: onde estão, ó morte, as tuas pestes? onde está ó inferno, a tua perdição? o arrependimento será escondido de meus olhos.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elle dê fructo entre os irmãos, virá o vento leste, vento do Senhor, subindo do deserto, e seccar-se-ha a sua veia, e seccar-se-ha a sua fonte: elle saqueará o thesouro de todos os vasos desejaveis.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Samaria virá a ser deserta, porque se rebellou contra o seu Deus: cairão á espada, seus filhos serão despedaçados, e as suas gravidas serão fendidas pelo meio.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