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Israel é uma vide vasia; dá fructo para si mesmo: segundo a multidão do seu fructo, multiplicou os altares, segundo a bondade da sua terra, fizeram boas as estatuas.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Lisonjeia-os o seu coração, agora serão culpados: cortará os seus altares, e destruirá as suas estatuas.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agora dirão: Não temos rei, porque não tememos ao Senhor: que, pois, nos faria o rei?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Fallaram palavras, jurando falsamente, fazendo um concerto: e florescerá o juizo como herva peçonhenta nos regos dos campos.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moradores de Samaria serão atemorisados pelo bezerro de Beth-aven; porque o seu povo lamentará por causa d'elle, como tambem os seus sacerdotes (que por causa d'elle se alegravam), por causa da sua gloria, que pois se foi d'ella.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Assyria será levada como um presente ao rei Jareb: Ephraim ficará confuso, e Israel se envergonhará por causa do seu conselho.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rei de Samaria será cortado como a escuma sobre a face da agua.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altos de Aven, peccado de Israel, serão destruidos: espinhos e cardos crescerão sobre os seus altares; e dirão aos montes: Cobri-nos! e aos outeiros: Cahi sobre nós!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os dias de Gibeah peccaste, ó Israel; ali pararam: a peleja em Gibeah contra os filhos da perversidade não os accommetterá.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os castigarei á medida do meu desejo; e congregar-se-hão contra elles os povos, quando os atar nos seus dois regos.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Ephraim é uma bezerra acostumada, que gosta de trilhar; passei sobre a formosura do seu pescoço: porventura deixarei andar a cavallo Ephraim? Judah lavrará, Jacob lhe desfará os torrões.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Semeae para vós a justiça, segae para beneficencia, e lavrae o campo de lavoura; porque o tempo é de buscar ao Senhor, até que venha e chova a justiça sobre vós.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Lavrastes a impiedade, segastes a perversidade, e comestes o fructo da mentira; porque confiaste no teu caminho, na multidão dos teus valentes.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entre os seus povos se levantará um grande tumulto, e todas as tuas fortalezas serão destruidas, como Shalman destruiu a Beth-arbel no dia da guerra: a mãe ali foi despedaçada com os filhos.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Oséias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vos fará Beth-el, por causa da malicia de vossa malicia: o rei de Israel de madrugada será totalmente destruido.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