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dos descançados em Sião, e dos seguros no monte de Samaria: que teem nome entre as primeiras das nações, e aos quaes se foi a casa de Israel!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Passae a Calne, e vêde; e d'ali ide á grande Hamath; e descei a Gath dos philisteos, se são melhores que estes reinos, ou maior o seu termo do que o vosso termo.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que affastaes o dia mau, e achegaes o assento de violencia.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dormem em camas de marfim, e se estendem sobre os seus leitos, e comem os cordeiros do rebanho, e os bezerros do meio da manada: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cantam ao som do alaúde, e inventam para si instrumentos musicos, assim como David: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bebem vinho de taças, e se ungem com o mais excellente oleo: mas não se affligem pela quebra de José: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agora irão em captiveiro entre os primeiros dos que forem em captiveiro, e cessarão os festins dos estendidos.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Jurou o Senhor Jehovah pela sua alma (diz o Senhor Deus dos exercitos): Tenho em abominação a soberba de Jacob, e aborreço os seus palacios; e entregarei a cidade e a sua plenitude.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acontecerá que, ficando de resto dez homens n'uma casa, morrerão.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alguem tomará o seu tio, ou o que o queima, para levar os ossos fóra da casa; e dirá ao que estiver nos cantos da casa: Está ainda alguem comtigo? E elle dirá: Nenhum. E dirá este: Cala-te, porque não convem fazer menção do nome do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eis que o Senhor dá ordem, e ferirá a casa grande de quebraduras, e a casa pequena de fendas.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correrão cavallos na rocha? arar-se-ha n'ella com bois? porque haveis vós tornado o juizo em fel, e o fructo da justiça em alosna?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que vos alegraes de nada, vós que dizeis: Não nos temos nós tornado poderosos por nossa força?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eis que eu levantarei sobre vós, ó casa de Israel, um povo, diz o Senhor Deus dos Exercitos, e opprimir-vos-hão, desde a entrada de Hamath até ao ribeiro da planicie.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