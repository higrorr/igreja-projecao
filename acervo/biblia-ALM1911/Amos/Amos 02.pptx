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Moab, e por quatro, não o afastarei, porque queimou os ossos do rei de Edom, até os tornar em 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 Moab, e consumirá os palacios de Querioth: e Moab morrerá com grande estrondo, com alarido, com sonido de buzina.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exterminarei o juiz do meio d'elle, e a todos os seus principes com elle matarei, diz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Judah, e por quatro, não o afastarei, porque rejeitaram a lei do Senhor, e não guardaram os seus estatutos, e as suas mentiras os enganaram, após as quaes andaram seus paes.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 Judah, e consumirá os palacios de Jerusalem.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Israel, e por quatro, não o afastarei, porque vendem o justo por dinheiro, e o necessitado por um par de sapatos,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Suspirando pelo pó da terra sobre a cabeça dos pobres, e pervertem o caminho dos mansos; e o homem e seu pae entram a uma mesma moça, para profanarem o meu sancto nome.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deitam junto a qualquer altar sobre as roupas empenhadas, e bebem o vinho dos multados na casa de seus deuses.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obstante eu ter destruido o amorrheo diante d'elles, cuja altura foi como a altura dos cedros, e foi forte como os carvalhos; mas destrui o seu fructo por cima, e as suas raizes por baixo.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vos fiz subir da terra do Egypto, e quarenta annos vos guiei no deserto, para que possuisseis a terra do amorrheo.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alguns d'entre vossos filhos suscitei para prophetas, e alguns d'entre os vossos mancebos para nazireos; e não é isto assim, filhos de Israel?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aos nazireos déstes vinho a beber, e aos prophetas mandastes, dizendo: Não prophetizareis.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vos apertarei no vosso logar como se aperta um carro cheio de manolhos.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perecerá a fugida ao ligeiro; nem o forte corroborará a sua força, nem o valente livrará a sua vida.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ficará em pé o que leva o arco, nem o ligeiro de pés se livrará, nem tão pouco o que vae montado a cavallo livrará a sua alma.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mais animoso entre os valentes fugirá nú n'aquelle dia, disse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