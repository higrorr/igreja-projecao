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Jehovah assim me mostrou: e eis aqui um cesto de fructos do verão.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Que vês, Amós? E eu disse: Um cesto de fructos do verão. Então o Senhor me disse: Tem vindo o fim sobre o meu povo Israel; d'aqui por diante nunca mais passarei por elle.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os canticos do templo serão ouvidos n'aquelle dia, diz o Senhor Jehovah: multiplicar-se-hão os cadaveres, em todos os logares, serão lançados fóra em silencio.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 isto, vós que anhelaes o abatimento do necessitado; e isto para destruirdes os miseraveis da terra: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Quando passará a lua nova, para vendermos o grão? e o sabbado, para abrirmos os celleiros de trigo? diminuindo o epha, e augmentando o siclo, e falsificando as balanças enganosas;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comprarmos os pobres por dinheiro, e os necessitados por um par de sapatos? então venderemos as cascas do trigo.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Jurou o Senhor pela gloria de Jacob: Eu me não esquecerei de todas as suas obras para sempre.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causa d'isto não se commoveria a terra? e não choraria todo aquelle que habita n'ella? certamente levantar-se-ha toda como um rio, e será arrojada, e será fundida como pelo rio do Egypto.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succederá que, n'aquelle dia, diz o Senhor, farei que o sol se ponha ao meio dia, e a terra se entenebreça no dia da luz.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tornarei as vossas festas em luto, e todos os vossos canticos em lamentações, e farei pôr sacco sobre todos os lombos, e calva sobre toda a cabeça; e farei que isso seja como luto do filho unico, e o seu fim como dia de amarguras.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veem dias, diz o Senhor Jehovah, em que enviarei fome sobre a terra, não fome de pão, nem sêde de agua, mas de ouvir as palavras do Senhor.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irão vagabundos de um mar até outro mar, e do norte até ao oriente: correrão por toda a parte, buscando a palavra do Senhor, mas não a acharão.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as virgens formosas e os mancebos desmaiarão á sêde.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Amós 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que juram pelo delicto de Samaria, e dizem: Vive o teu deus, ó Dan, e: Vive o caminho de Berseba; e cairão, e não se levantarão mais.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