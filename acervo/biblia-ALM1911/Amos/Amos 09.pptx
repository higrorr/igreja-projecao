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o Senhor, que estava em pé sobre o altar, e me disse: Fere o capitel, e estremeçam os umbraes, e corta-lhes em pedaços a cabeça a todos elles; e eu matarei á espada até ao ultimo d'elles: o que fugir d'entre elles não escapará, nem o que escapar d'entre elles se salvará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cavem até ao inferno, a minha mão os tirará d'ali, e, se subirem ao céu, d'ali os farei descer.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se esconderem no cume do Carmelo, buscal-os-hei, e d'ali os tirarei; e, se se occultarem aos meus olhos no fundo do mar, ali darei ordem á serpente, e ella os morderá.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forem em captiveiro diante de seus inimigos, ali darei ordem á espada que os mate; e eu porei o meu olho sobre elles para mal, e não para bem.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Jehovah dos Exercitos é o que toca a terra, e ella se derreterá, e todos os que habitam n'ella chorarão; e ella subirá toda como um rio, e submergirá como pelo rio do Egypto.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é o que edifica os seus degraus no céu, e o seu esquadrão fundou na terra, e o que chama as aguas do mar, e as derrama sobre a terra: o Senhor é o seu nome.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sois, vós, ó filhos de Israel, como os filhos dos ethiopes? diz o Senhor; não fiz eu subir a Israel da terra do Egypto, e aos philisteos de Caphtor, e aos syrios de Kir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os olhos do Senhor Jehovah estão contra este reino peccador, e eu o destruirei de sobre a face da terra, excepto que não destruirei de todo a casa de Jacob, diz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darei ordem, e sacudirei a casa de Israel entre todas as nações, assim como se sacode grão no crivo, sem que caia na terra um só grão.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peccadores do meu povo morrerão á espada, os que dizem: Não se avisinhará nem nos encontrará o mal.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tornarei a levantar a caida tenda de David, e cercarei as suas aberturas, e tornarei a levantar as suas ruinas, e a edificarei como nos dias da antiguidade;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possuam o restante de Edom, e todas as nações que são chamadas pelo meu nome, diz o Senhor, que faz isto.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dias, diz o Senhor, em que o que lavra alcançará ao que sega, e o que piza as uvas ao que semeia a semente, e os montes distillarão mosto, e todos os outeiros se derreterão.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o captiveiro do meu povo Israel, e reedificarão as cidades assoladas, e n'ellas habitarão, e plantarão vinhas, e beberão o seu vinho, e farão jardins, e lhes comerão o fructo.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plantarei na sua terra, e não serão mais arrancados da sua terra que lhes dei, diz o Senhor teu Deus.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