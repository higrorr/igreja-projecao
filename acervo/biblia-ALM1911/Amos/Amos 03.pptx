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esta palavra que o Senhor falla contra vós, filhos de Israel, a saber, contra toda a geração que fiz subir da terra do Egypto,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todas as gerações da terra a vós vos conheci só; portanto, todas as vossas injustiças visitarei sobre vós.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andarão dois juntos, se não estiverem de concerto?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Bramará o leão no bosque, sem que elle tenha preza? levantará o leãosinho a sua voz da sua cova, se nada tiver apanhado?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Cairá a ave no laço em terra, se não houver laço para ella? levantar-se-ha o laço da terra, sem que tenha apanhado alguma coisa?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Tocar-se-ha a buzina na cidade; e o povo não estremecerá? Succederá algum mal na cidade, o qual o Senhor não haja feito?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o Senhor Jehovah não fará coisa alguma, sem ter revelado o seu segredo aos seus servos, os prophetas.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Bramou o leão, quem não temerá? Fallou o Senhor Jehovah, quem não prophetizará?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Fazei-o ouvir nos palacios de Asdod, e nos palacios da terra do Egypto, e dizei: Ajuntae-vos sobre os montes de Samaria, e vêde os grandes alvoroços no meio d'ella, e os opprimidos dentro d'ella.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sabem fazer o que é recto, diz o Senhor, enthesourando nos seus palacios a violencia e a destruição.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o Senhor Jehovah diz assim: O inimigo virá, e cercará a terra, derribará de ti a tua fortaleza, e os teus palacios serão saqueados.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Assim como o pastor livra da bocca do leão as duas pernas, ou um pedacinho da orelha, assim serão livrados os filhos de Israel que habitam em Samaria, no canto da cama, e na barra do leito.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e protestae na casa de Jacob, diz o Senhor Jehovah, o Deus dos Exercitos: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dia, em que eu visitar as transgressões de Israel sobre elle, tambem farei visitação sobre os altares de Beth-el; e os cornos do altar serão cortados, e cairão em terra.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ferirei a casa de inverno com a casa de verão; e as casas de marfim perecerão, e as grandes casas terão fim, diz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