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de Amós, que era d'entre os pastores de Tecoa, as quaes viu sobre Israel, nos dias de Uzias, rei de Judah, e nos dias de Jeroboão, filho de Joás, rei de Israel, dois annos antes do terremoto.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O Senhor bramará de Sião, e de Jerusalem dará a sua voz: as habitações dos pastores prantearão, e seccar-se-ha o cume do Carmelo.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tres transgressões de Damasco, e por quatro, não o afastarei, porque trilharam a Gilead com trilhos de ferro.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porei fogo á casa de Hazael, e consumirá os palacios de Benhadad.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quebrarei o ferrolho de Damasco, e exterminarei o morador de Biqueat-aven, e ao que tem o sceptro de Beth-eden; e o povo da Syria será levado em captiveiro a Kir, diz 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tres transgressões de Gaza, e por quatro, não o afastarei, porque levaram em captiveiro todos os captivos para os entregarem a Edom.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porei fogo ao muro de Gaza, que consumirá os seus palacios.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exterminarei o morador de Asdod, e o que tem o sceptro de Ascalon, e tornarei a minha mão contra Ecron; e o resto dos philisteos perecerá, diz o Senhor Jehovah.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tres transgressões de Tyro, e por quatro, não o afastarei, porque entregaram todos os captivos a Edom, e não se lembraram da alliança dos irmãos.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porei fogo ao muro de Tyro, que consumirá os seus palacios.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tres transgressões de Edom, e por quatro, não o afastarei, porque perseguiu a seu irmão á espada, e corrompeu as suas misericordias; e a sua ira despedaça eternamente, e retem a sua indignação para sempre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porei fogo a Teman, que consumirá os palacios de Bozra.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Por tres transgressões dos filhos de Ammon, e por quatro, não o afastarei, porque fenderam as gravidas de Gilead, para dilatarem os seus termos.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porei fogo ao muro de Rabba, que consumirá os seus palacios, com alarido no dia da batalha, com tempestade no dia da tormenta.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rei irá para o captiveiro, elle e os seus principes juntamente, diz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