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Jehovah assim me fez ver, e eis que formava gafanhotos no principio do arrebento da herva serodia, e eis que havia a herva serodia depois da segada do 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elles de todo tivessem comido a herva da terra, eu disse: Senhor Jehovah, ora perdoa: como se levantará Jacob? porque é pequeno.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se arrependeu d'isso. Isto não acontecerá, disse 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 mostrou o Senhor Jehovah, e eis que o Senhor Jehovah chamava, que queria contender por fogo; o consumiu o grande abysmo, e tambem consumiu uma parte d'elle.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disse: Senhor Jehovah, cessa agora; como se levantará Jacob? porque é pequeno.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se arrependeu d'isso. Nem isto acontecerá, disse o Senhor Jehovah.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Mostrou-me tambem assim; e eis que o Senhor estava sobre um muro, feito a prumo: e tinha um prumo na sua mão.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disse: Que vês tu, Amós? E eu disse: Um prumo. Então disse o Senhor: Eis que eu porei o prumo no meio do meu povo Israel, e d'aqui por diante nunca mais passarei por 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altos de Isaac serão assolados, e destruidos os sanctuarios de Israel; e levantar-me-hei com a espada contra a casa de Jeroboão.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Amazia, o sacerdote em Beth-el, enviou a Jeroboão, rei de Israel, dizendo: Amós tem conspirado contra ti, no meio da casa de Israel; a terra não poderá soffrer todas as suas palavras.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Amós: Jeroboão morrerá á espada, e Israel certamente será levado para fóra da sua terra em captiveiro.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Amazia disse a Amós: Vae-te, ó vidente, e foge para a terra de Judah, e ali come o pão, e ali prophetiza;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em Beth-el d'aqui por diante não prophetizarás mais, porque é o sanctuario do rei e a casa do reino.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Amós, e disse a Amazia: Eu não era propheta, nem filho de propheta, mas boieiro, e colhia figos bravos.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me tomou de detraz do gado, e o Senhor me disse: Vae-te, e prophetiza ao meu povo Israel.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pois, ouve a palavra do Senhor: Tu dizes: Não prophetizarás contra Israel, nem derramarás as tuas palavras contra a casa de Isaac.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Senhor: Tua mulher se prostituirá na cidade, e teus filhos e tuas filhas cairão á espada, e a tua terra será repartida a cordel, e tu morrerás na terra immunda, e Israel certamente será levado captivo para fóra da sua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