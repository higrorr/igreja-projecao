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 esta palavra, que levanto sobre vós uma lamentação, ó casa de Israel.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virgem de Israel caiu, nunca mais tornará a levantar-se: desamparada está na sua terra, não ha quem a levante.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diz o Senhor Jehovah: A cidade da qual saem mil conservará cem, e aquella da qual saem cem conservará dez á casa de Israel.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diz o Senhor á casa de Israel: Buscae-me, e vivei.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não busqueis a Beth-el, nem venhaes a Gilgal, nem passeis a Berseba, porque Gilgal certamente será levado captivo, e Beth-el será desfeito em nada.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Buscae ao Senhor, e vivei, para que não accommetta a casa de José como um fogo, e a consuma, e não haja em Beth-el quem o apague.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(Os que pervertem o juizo em alosna, e deitam na terra a justiça.)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faz o setestrello, e o orion, e torna a sombra da noite em manhã, e escurece o dia como a noite, que chama as aguas do mar, e as derrama sobre a terra, o Senhor é o seu nome.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esforça o despojado contra o forte: assim que venha a assolação contra a fortaleza.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porta aborrecem o que os reprehende, e abominam o que falla sinceramente.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visto que pizaes o pobre, e d'elle tomaes um cargo de trigo, edificastes casas de pedras lavradas, mas n'ellas não habitareis; vinhas desejaveis plantastes, mas não bebereis do seu vinho.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sei que são muitas as vossas transgressões, e grossos os vossos peccados: affligem o justo, tomam resgate, e rejeitam os necessitados na porta.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o prudente n'aquelle tempo se calará, porque o tempo será mau.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Buscae o bem, e não o mal, para que vivaes: e assim o Senhor, o Deus dos Exercitos, estará comvosco, como dizeis.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Aborrecei o mal, e amae o bem, e estabelecei o juizo na porta: porventura o Senhor, o Deus dos Exercitos, terá piedade do resto de José.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assim diz o Senhor Deus dos Exercitos, o Senhor: Em todas as ruas haverá pranto, e em todos os bairros dirão: Ai! ai! E ao lavrador chamarão a choro, e ao pranto aos que souberem prantear.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em todas as vinhas haverá pranto; porque passarei pelo meio de ti, diz o Senhor.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 d'aquelles que desejam o dia do Senhor! para que pois vos será este dia do Senhor? trevas será e não luz.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o que foge de diante do leão, e se encontra com elle o urso, ou como se entrasse n'uma casa, e a sua mão encostasse á parede, e fosse mordido d'uma cobra.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será pois o dia do Senhor trevas e não luz? e escuridade, sem que haja resplandor?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Aborreço, desprezo as vossas festas, e os vossos dias de prohibição não me darão bom cheiro.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5:22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ainda que me offereceis holocaustos, como tambem as vossas offertas de manjares, não me agrado d'ellas: nem attentarei para as offertas pacificas de vossos animaes gordos.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5:23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Affasta de mim o estrepito dos teus canticos; porque não ouvirei as psalmodias dos teus instrumentos.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5:24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Corra porém o juizo como as aguas, e a justiça como o ribeiro impetuoso.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5:25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Haveis-me porventura offerecido sacrificios e offertas no deserto por quarenta annos, ó casa de Israel?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5:26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 levastes a tenda de vosso Moloch, e a estatua das vossas imagens, a estrella do vosso deus, que fizestes para vós mesmos.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5:27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vos levarei captivos, para além de Damasco, diz o Senhor, cujo nome é o Deus dos exercitos.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