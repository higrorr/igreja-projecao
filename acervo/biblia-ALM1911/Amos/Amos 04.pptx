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esta palavra, vós, vaccas de Basan, vós, que estaes no monte de Samaria, vós, que opprimis aos pobres, que quebrantaes os necessitados, vós, que dizeis a seus senhores: Dae cá, para que bebamos.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Jurou o Senhor Jehovah, pela sua sanctidade, que eis que dias estão para vir sobre vós, em que vos levarão com anzoes e a vossos descendentes com anzoes de pesca.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saireis pelas brechas, uma após outra, e lançareis fóra o que levastes para o palacio, disse 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a Beth-el, e transgredi, em Gilgal augmentae as transgressões, e de manhã trazei os vossos sacrificios, e os vossos dizimos ao terceiro 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queimae o sacrificio de louvores do pão levedado, e apregoae os sacrificios voluntarios, fazei-o ouvir; porque assim o quereis, ó filhos de Israel, disse o Senhor Jehovah.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tambem vos dei limpeza de dentes em todas as vossas cidades, e falta de pão em todos os vossos logares; comtudo não vos convertestes a mim, disse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d'isso, retive de vós a chuva, faltando ainda tres mezes até á sega; e fiz chover sobre uma cidade, e sobre outra cidade não fiz chover; sobre um campo choveu, mas o outro, sobre o qual não choveu, se seccou.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andaram vagabundas duas ou tres cidades a uma cidade, para beberem agua, mas não se saciaram: comtudo não vos convertestes a mim, disse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Feri-vos com queimadura, e com ferrugem; a multidão das vossas hortas, e das vossas vinhas, e das vossas figueiras, e das vossas oliveiras, comeu a locusta; comtudo não vos convertestes a mim, disse 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Enviei a peste contra vós, á maneira do Egypto: os vossos mancebos matei á espada, e os vossos cavallos deixei levar presos, e o fedor dos vossos exercitos fiz subir aos vossos narizes; comtudo não vos convertestes a mim, disse 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Subverti a alguns d'entre vós, como Deus subverteu a Sodoma e Gomorrah, sendo vós como um tição arrebatado do incendio; comtudo não vos convertestes a mim, disse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te farei, ó Israel! Porquanto pois isto te farei, prepara-te, ó Israel, a encontrares o teu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o que fórma os montes, e cria o vento, e declara ao homem qual seja o seu pensamento, o que faz da manhã trevas, e piza os altos da terra, o Senhor Deus dos Exercitos é o seu nome.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