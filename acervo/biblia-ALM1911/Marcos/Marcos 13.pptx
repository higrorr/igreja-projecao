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elle do templo, disse-lhe um dos seus discipulos: Mestre, olha que pedras, e que edificios!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Jesus, disse-lhe: Vês estes grandes edificios? Não ficará pedra sobre pedra que não seja derribada.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assentando-se elle no monte das Oliveiras, defronte do templo, Pedro, e Thiago, e João e André lhe perguntaram em particular: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Dize-nos, quando serão essas coisas, e que signal haverá quando todas essas coisas se houverem de cumprir.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respondendo-lhes, começou a dizer: Olhae que ninguem vos engane;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muitos virão em meu nome, dizendo: Eu sou o Christo: e enganarão a muitos.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ouvirdes de guerras e de rumores de guerras, não vos turbeis; porque assim importa fazer-se; mas ainda não será o fim.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levantará nação contra nação, e reino contra reino, e haverá terremotos em diversos logares, e haverá fomes e alvoroços. Estas coisas serão o principio de dôres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olhae por vós mesmos, porque vos entregarão aos concilios e ás synagogas; sereis açoitados, e sereis apresentados ante presidentes e reis, por amor de mim, para lhes servir de testemunho.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importa que o evangelho se pregue primeiro entre todas as gentes.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vos conduzirem para vos entregarem, não estejaes solicitos d'antemão pelo que haveis de dizer; mas, o que vos fôr dado n'aquella hora, isso fallae; porque não sois vós os que fallaes, mas o Espirito Sancto.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irmão entregará á morte o irmão, e o pae o filho: e levantar-se-hão os filhos contra os paes, e os matarão.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sereis aborrecidos por todos por amor do meu nome; mas quem perseverar até ao fim esse será salvo.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quando vós virdes a abominação do assolamento, que foi predito, estando onde não deve estar (quem lê, entenda), então os que estiverem na Judea fujam para os montes.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estiver sobre o telhado não desça para casa, nem entre a tomar coisa alguma de sua casa;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estiver no campo não volte atraz, para tomar o seu vestido.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ai das gravidas, e das que criarem n'aquelles dias!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Orae pois, para que a vossa fugida não succeda no inverno;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n'aquelles dias haverá uma afflicção tal, qual nunca houve desde o principio da creação, que Deus creou, até agora, nem tão pouco haverá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Senhor não abreviasse aquelles dias, nenhuma carne se salvaria; mas, por causa dos escolhidos que escolheu, abreviou aquelles dias.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então, se alguem vos disser: Eis aqui está o Christo: ou, Eil-o ali está: não o acrediteis.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levantarão falsos christos, e falsos prophetas, e farão signaes e prodigios, para enganarem, se fôr possivel, até os escolhidos.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vede; eis que d'antemão vos tenho dito tudo.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n'aquelles dias, depois d'aquella afflicção, o sol se escurecerá, e a lua não dará o seu resplendor,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estrellas cairão do céu, e as forças que estão nos céus serão abaladas.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verão vir o Filho do homem nas nuvens, com grande poder e gloria.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enviará os seus anjos, e ajuntará os seus escolhidos, desde os quatro ventos, da extremidade da terra até á extremidade do céu.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Aprendei pois a parabola da figueira: Quando já o seu ramo se torna tenro, e brota folhas, bem sabeis que já está proximo o verão.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vós, quando virdes succederem estas coisas, sabei que já está junto ás portas.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vos digo que não passará esta geração, até que todas estas coisas aconteçam.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Passará o céu e a terra, mas as minhas palavras não passarão.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d'aquelle dia e hora ninguem sabe, nem os anjos que estão no céu, nem o Filho, senão o Pae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Olhae, vigiae e orae; porque não sabeis quando chegará o tempo.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homem, que, partindo para fóra da terra, deixou a sua casa, e deu auctoridade aos seus servos, e a cada um a sua obra, e mandou ao porteiro que vigiasse;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Vigiae pois, porque não sabeis quando virá o senhor da casa; se á tarde, se á meia noite, se ao cantar do gallo, se pela manhã,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venha de improviso, e vos ache dormindo.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coisas que vos digo digo-as a todos: Vigiae.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