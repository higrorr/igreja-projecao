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d'ali, e chegou á sua patria, e os seus discipulos o seguiram.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o sabbado, começou a ensinar na synagoga; e muitos, ouvindo-o, se admiravam, dizendo: D'onde veem a este estas coisas? e que sabedoria é esta que lhe foi dada? e taes maravilhas, que por suas mãos se fazem?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este o carpinteiro, filho de Maria, e irmão de Thiago, e de José, e de Judas e de Simão? e não estão aqui comnosco suas irmãs? E escandalizavam-se n'elle.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dizia: Não ha propheta sem honra senão na sua patria, entre os seus parentes, e na sua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podia fazer maravilha alguma; sómente curou alguns poucos enfermos, impondo-lhes as mãos.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maravilhado da incredulidade d'elles. E percorreu as aldeias visinhas, ensinando.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a si os doze, e começou a envial-os a dois e dois, e deu-lhes poder sobre os espiritos immundos;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ordenou-lhes que nada tomassem para o caminho, senão sómente um bordão; nem alforge, nem pão, nem dinheiro no cinto;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calçassem alparcas, e que não vestissem duas tunicas.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dizia-lhes: Aonde quer que entrardes n'alguma casa, ficae n'ella até sairdes de ali.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alguns vos não receberem, nem vos ouvirem, saindo d'ali, sacudi o pó que estiver debaixo dos vossos pés, em testemunho para com elles. Em verdade vos digo que haverá mais tolerancia no dia de juizo para Sodoma e Gomorrah do que para os d'aquella cidade.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elles, prégavam que se arrependessem.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expulsavam muitos demonios, e ungiam muitos enfermos com azeite, e os curavam.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isto o rei Herodes (porque o seu nome se tornára notorio), e disse: João, o que baptizava, resuscitou dos mortos, e por isso estas maravilhas operam n'elle.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Outros diziam: É Elias. E diziam outros: É um propheta, ou como um dos prophetas.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Herodes, porém, ouvindo isto, disse: Este é João, que mandei degolar, resuscitou dos mortos.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mesmo Herodes mandára prender a João, e encerral-o manietado no carcere, por causa de Herodias, mulher de Philippe, seu irmão, porquanto tinha casado com ella.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 João a Herodes: Não te é licito possuir a mulher de teu irmão.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Herodias o espiava, e queria matal-o, mas não podia,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Herodes temia a João, sabendo que era varão justo e sancto; e estimava-o, e fazia muitas coisas, attendendo-o, e de boamente o ouvia.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um dia opportuno em que Herodes, no dia dos seus annos dava uma ceia aos grandes, e tribunos, e principes da Galilea,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entrado a filha da mesma Herodias, e dançando, e agradando a Herodes e aos que estavam com elle á mesa, o rei disse á menina: Pede-me o que quizeres, e eu t'o darei.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jurou-lhe, dizendo: Tudo o que me pedires te darei, até metade do meu reino.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ella, disse a sua mãe: Que pedirei? E ella disse: A cabeça de João Baptista.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logo apressadamente, pediu ao rei, dizendo: Quero que immediatamente me dês n'um prato a cabeça de João Baptista.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entristeceu-se muito; todavia, por causa do juramento e dos que estavam com elle á mesa, não lh'a quiz negar.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enviando logo o rei o executor, mandou que lhe trouxessem ali a cabeça de João. E elle foi, e degolou-o na prisão;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 a cabeça n'um prato, e deu-a á menina, e a menina a deu a sua mãe.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discipulos, tendo ouvido isto, foram, tomaram o seu corpo, e o pozeram n'um sepulchro.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apostolos ajuntaram-se a Jesus, e contaram-lhe tudo, tanto o que tinham feito como o que tinham ensinado.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Vinde vós, aqui áparte, a um logar deserto, e repousae um pouco. Porque havia muitos que iam e vinham, e não tinham tempo para comer.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n'um barco para um logar deserto, em particular.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viu-os partir, e muitos o conheceram; e concorreram lá a pé de todas as cidades, e ali chegaram primeiro do que elles, e approximavam-se d'elle.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saindo, viu uma grande multidão, e teve compaixão d'elles, porque eram como ovelhas que não teem pastor; e começou a ensinar-lhes muitas coisas.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o dia fosse já muito adiantado, os seus discipulos se approximaram d'elle, e lhe disseram: O logar é deserto, e o dia está já muito adiantado;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Despede-os, para que vão aos logares e aldeias circumvisinhas, e comprem pão para si; porque não teem que comer.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lhes disse: Dae-lhes vós de comer. E elles disseram-lhe: Iremos nós, e compraremos duzentos dinheiros de pão para lhes darmos de comer?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Quantos pães tendes? Ide vêr. E, sabendo-o elles, disseram: Cinco e dois peixes.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ordenou-lhes que fizessem assentar a todos, em ranchos, sobre a herva verde.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assentaram-ce repartidos de cem em cem, e de cincoenta em cincoenta.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elle os cinco pães e os dois peixes, levantou os olhos ao céu, abençoou e partiu os pães, e deu-os aos seus discipulos para que os pozessem adiante d'elles. E repartiu os dois peixes por todos;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comeram, e ficaram fartos;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 doze cestos cheios de pedaços de pão e de peixes.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comeram os pães eram quasi cinco mil homens.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obrigou os seus discipulos a subir para o barco, e ir adiante, para a outra banda, defronte de Bethsaida, entretanto que elle despedia a multidão.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tendo-os despedido, foi ao monte a orar.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sobrevindo a tarde, estava o barco no meio do mar, e elle sósinho em terra.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que se fatigavam remando muito, porque o vento lhes era contrario, e perto da quarta vigilia da noite approximou-se d'elles, andando sobre o mar, e queria passar adiante d'elles.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o viram andar sobre o mar, cuidaram que era um phantasma, e deram grandes gritos.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 viam, e turbaram-se; mas logo fallou com elles, e disse-lhes: Tende bom animo; sou eu, não temaes.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para o barco para estar com elles, e o vento se aquietou; e entre si ficaram muito assombrados e maravilhados;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ainda não tinham comprehendido o milagre dos pães; porque o seu coração estava endurecido.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já estavam na outra banda, dirigiram-se á terra de Gennezareth, e ali tomaram porto.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elles do barco, logo o conheceram;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correndo toda a terra em redor, começaram a trazer-lhe em leitos, aonde quer que sabiam que estava, os que se achavam enfermos.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6:56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aonde quer que entrava, em cidade, ou aldeias, ou logares, apresentavam os enfermos nas praças, e rogavam-lhe que ao menos tocassem a orla do seu vestido; e todos os que lhe tocavam saravam.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