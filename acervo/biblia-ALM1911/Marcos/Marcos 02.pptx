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alguns dias depois entrou outra vez em Capernaum, e ouviu-se que estava em casa.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logo se ajuntaram tantos, que nem ainda nos logares junto á porta cabiam; e annunciava-lhes a palavra.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foram ter com elle uns que conduziam um paralytico, trazido por quatro,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não podendo approximar-se d'elle, por causa da multidão, descobriram o telhado onde estava, e, fazendo um buraco, baixaram o leito em que jazia o paralytico.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vendo a fé d'elles, disse ao paralytico: Filho, estão perdoados os teus peccados.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estavam ali assentados alguns dos escribas, que arrazoavam em seus corações, dizendo: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diz este assim blasphemias? Quem pode perdoar peccados, senão Deus?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conhecendo logo em seu espirito que assim arrazoavam entre si, lhes disse: Porque arrazoaes sobre estas coisas em vossos corações?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é mais fácil? dizer ao paralytico: Estão perdoados os teus peccados; ou dizer-lhe: Levanta-te, e toma o teu leito, e anda?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para que saibaes que o Filho do homem tem na terra poder para perdoar peccados (disse ao paralytico),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 te digo: Levanta-te, e toma o teu leito, e vae para tua casa.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levantou-se, e, tomando logo o leito, saiu em presença de todos, de sorte que todos se admiraram e glorificaram a Deus, dizendo: Nunca tal vimos.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tornou a sair para o mar, e toda a multidão ia ter com elle, e elle os ensinava.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passando, viu Levi, filho d'Alpheo, assentado na alfandega, e disse-lhe: Segue-me. E, levantando-se, o seguiu.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estando elle sentado á mesa em casa d'elle, tambem estavam assentados á mesa com Jesus e seus discipulos muitos publicanos e peccadores; porque eram muitos, e o tinham seguido.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escribas e phariseos, vendo-o comer com os publicanos e peccadores, disseram aos seus discipulos: Porque come e bebe elle com os publicanos e peccadores?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tendo ouvido isto, disse-lhes: Os sãos não necessitam de medico, mas, sim, os que estão doentes; eu não vim chamar os justos, mas sim os peccadores, ao arrependimento.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os discipulos de João e os dos phariseos jejuavam; e foram e disseram-lhe: Porque jejuam os discipulos de João e os dos phariseos, e não jejuam os teus discipulos?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disse-lhes: Podem porventura os filhos das bodas jejuar emquanto está com elles o esposo? Emquanto teem comsigo o esposo, não podem jejuar;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dias virão em que lhes será tirado o esposo, e então jejuarão n'aquelles dias.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Ninguém deita remendo de panno novo em vestido velho; d'outra sorte o mesmo remendo novo rompe o velho, e a rotura fica maior;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ninguem deita vinho novo em odres velhos; d'outra sorte, o vinho novo rompe os odres, o vinho entorna-se, e os odres estragam-se; porém o vinho novo deve ser deitado em odres novos.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passando elle n'um sabbado pelas searas, os seus discipulos, caminhando, começaram a colher espigas.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phariseos lhe disseram: Vês? porque fazem no sabbado o que não é licito?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 disse-lhes: Nunca lestes o que fez David quando estava em necessidade e teve fome, elle e os que com elle estavam?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entrou na casa de Deus, no tempo de Abiathar, summo sacerdote, e comeu os pães da proposição, dos quaes não era licito comer, senão aos sacerdotes, e tambem deu aos que com elle estavam?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O sabbado foi feito por causa do homem, e não o homem por causa do sabbado.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 o Filho do homem é Senhor até do sabbado.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