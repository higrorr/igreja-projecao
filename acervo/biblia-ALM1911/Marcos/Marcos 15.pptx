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ao amanhecer os principaes dos sacerdotes, com os anciãos, e os escribas, e todo o concilio, tiveram conselho; e, amarrando a Jesus, o levaram e entregaram a Pilatos.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lhe perguntou: Tu és o Rei dos Judeos? E elle, respondendo, disse-lhe: Tu o dizes.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principaes dos sacerdotes o accusavam de muitas coisas; porém elle nada respondia.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o interrogou outra vez, dizendo: Nada respondes? Vê quantas coisas testificam contra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nada mais respondeu, de maneira que Pilatos se maravilhava.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no dia da festa costumava soltar-lhes um preso qualquer que elles pedissem.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chamado Barabbás, que, preso com outros amotinadores, tinha n'um motim commettido uma morte.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multidão, dando gritos, começou a pedir que fizesse como sempre lhes tinha feito.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lhes respondeu, dizendo: Quereis que vos solte o Rei dos Judeos?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bem sabia que por inveja os principaes dos sacerdotes o tinham entregado.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principaes dos sacerdotes incitaram a multidão para que lhes soltasse antes Barabbás.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Pilatos, respondendo, lhes disse outra vez: Que quereis pois que faça d'aquelle a quem chamaes Rei dos Judeos?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tornaram a clamar: Crucifica-o.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Pilatos lhes disse: Pois que mal fez? E elles cada vez clamavam mais: Crucifica-o.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Pilatos, querendo satisfazer a multidão, soltou-lhes Barabbás, e, açoitado Jesus, o entregou para que fosse crucificado.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soldados o levaram dentro á sala, que é a da audiência, e convocaram toda a cohorte;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vestiram-n'o de purpura, e, tecendo uma corôa de espinhos, lh'a pozeram na cabeça.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saudal-o, dizendo: Salve, Rei dos Judeos!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feriram-n'o na cabeça com uma canna, e cuspiram n'elle, e, postos de joelhos, o adoraram.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escarnecido, despiram-lhe a purpura, e o vestiram com os seus proprios vestidos, e o levaram fóra para o crucificar.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constrangeram um certo Simão Cyreneo, pae de Alexandre e de Rufo, que por ali passava, vindo do campo, a que levasse a cruz.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levaram-n'o ao logar do Golgotha, que é, traduzido, logar da Caveira.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deram-lhe a beber vinho com myrrha, mas elle não o tomou.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crucificado, repartiram os seus vestidos, lançando sobre elles sortes, para saber o que cada um levaria.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hora terceira, e o crucificaram.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cima d'elle estava escripta a sua accusação: O REI DOS JUDEOS.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crucificaram com elle dois salteadores, um á sua direita, e outro á esquerda.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cumpriu-se a escriptura que diz: E com os malfeitores foi contado.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passavam blasphemavam d'elle, meneando as suas cabeças, e dizendo: Ah! tu que derribas o templo, e em tres dias o edificas,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Salva-te a ti mesmo, e desce da cruz.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mesma maneira tambem os principaes dos sacerdotes, com os escribas, diziam uns para os outros, zombando: Salvou os outros, e não pode salvar-se a si mesmo;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Christo, o Rei d'Israel, desça agora da cruz, para que o vejamos e acreditemos. Tambem os que com elle estavam crucificados o injuriavam.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hora sexta, foram feitas trevas sobre toda a terra até á hora nona.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á hora nona, Jesus exclamou com grande voz, dizendo: Eloi, Eloi, lama sabachthani? que, traduzido, é: Deus meu, Deus meu, porque me desamparaste?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que ali estavam, ouvindo isto, diziam: Eis que chama por Elias.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d'elles correu a encher uma esponja de vinagre, e, pondo-a n'uma canna, deu-lh'o a beber, dizendo: Deixae, vejamos se virá Elias tiral-o.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dando um grande brado, expirou.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véu do templo se rasgou em dois, d'alto a baixo.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centurião, que estava defronte d'elle, vendo que assim clamando expirára, disse: Verdadeiramente este homem era o Filho de Deus.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ali estavam algumas mulheres, olhando de longe, entre as quaes estavam tambem Maria Magdalena, e Maria, mãe de Thiago, o menor, e de José, e Salomé;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tambem o seguiam, e o serviam, quando estava na Galilea; e muitas outras, que tinham subido com elle a Jerusalem.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tarde, porquanto era o dia da preparação, isto é, a vespera do sabbado,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 José d'Arimathea, senador honrado, que tambem esperava o reino de Deus, e ousadamente foi a Pilatos, e pediu o corpo de Jesus.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Pilatos se maravilhou de que já estivesse morto. E, chamando o centurião, perguntou-lhe se já havia muito que tinha morrido.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tendo-se certificado pelo centurião, deu o corpo a José,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comprou um lençol fino, e, tirando-o da cruz, o envolveu no lençol, e o depositou n'um sepulchro lavrado n'uma rocha; e revolveu uma pedra para a porta do sepulchro.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Maria Magdalena e Maria mãe de José olhavam onde o punham.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