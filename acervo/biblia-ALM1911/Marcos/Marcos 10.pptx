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levantando-se d'ali, foi para os termos da Judea, além do Jordão, e a multidão se reuniu em torno d'elle; e tornou a ensinal-os, como tinha por costume.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approximando-se d'elle os phariseos, perguntaram-lhe, tentando-o: É licito ao homem repudiar sua mulher?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elle, respondendo, disse-lhes: Que vos mandou Moysés?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disseram: Moysés permittiu escrever-lhe carta de divorcio, e repudial-a.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respondendo, disse-lhes: Pela dureza dos vossos corações vos escreveu elle esse mandamento;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desde o principio da creação, Deus os fez macho e femea.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deixará o homem a seu pae e a sua mãe, e unir-se-ha a sua mulher,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serão os dois uma só carne: assim que já não serão dois, mas uma só carne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o que Deus ajuntou não o separe o homem.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casa tornaram os discipulos a interrogal-o ácerca d'isto mesmo.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disse: Qualquer que deixar a sua mulher e casar com outra adultéra contra ella.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 mulher deixar a seu marido, e casar com outro, adultéra.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traziam-lhe meninos para que os tocasse, mas os discipulos reprehendiam aos que lh'os traziam.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porém, vendo isto, indignou-se, e disse-lhes: Deixae vir os meninos a mim, e não os empeçaes; porque dos taes é o reino de Deus.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verdade vos digo que qualquer que não receber o reino de Deus como menino de maneira nenhuma entrará n'elle.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tomando-os nos seus braços, e impondo-lhes as mãos, os abençoou.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saindo para o caminho, correu para elle um, e, pondo-se de joelhos diante d'elle, perguntou-lhe: Bom Mestre, que farei para herdar a vida eterna?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lhe disse: Porque me chamas bom? ninguem ha bom senão um, que é Deus.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sabes os mandamentos: Não adulterarás; não matarás; não furtarás; não darás falsos testemunhos; não defraudarás alguem: honra a teu pae e a tua mãe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Elle, porém, respondendo, lhe disse: Mestre, tudo isso guardei desde a minha mocidade.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olhando para elle, o amou e lhe disse: Falta-te uma coisa: vae, vende tudo quanto tens, e dá-o aos pobres, e terás um thesouro no céu; e vem, segue-me.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elle, pezaroso d'esta palavra, retirou-se triste; porque possuia muitas propriedades.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Jesus, olhando em redor, disse aos seus discipulos: Quão difficilmente entrarão no reino de Deus os que teem riquezas!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discipulos se admiraram d'estas suas palavras; mas Jesus, tornando a fallar, disse-lhes: Filhos, quão difficil é, para os que confiam nas riquezas, entrar no reino de Deus!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mais facil passar um camelo pelo fundo de uma agulha, do que entrar um rico no reino de Deus.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se admiravam ainda mais, dizendo entre si: Quem poderá pois salvar-se?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porém, olhando para elles, disse: Para os homens é impossivel, mas não para Deus, porque para Deus todas as coisas são possiveis.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Pedro começou a dizer-lhe: Eis que nós tudo deixámos, e te seguimos.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respondendo, disse: Em verdade vos digo que ninguem ha, que tenha deixado casa, ou irmãos, ou irmãs, ou pae, ou mãe, ou mulher, ou filhos, ou campos, por amor de mim e do Evangelho,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não receba cem vezes tanto, agora n'este tempo, casas, e irmãos, e irmãs, e mães, e filhos, e campos, com perseguições; e no seculo futuro a vida eterna.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muitos primeiros serão derradeiros, e muitos derradeiros serão primeiros.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iam no caminho, subindo a Jerusalem: e Jesus ia adiante d'elles. E elles maravilhavam-se, e seguiam-n'o atemorisados. E, tornando a tomar comsigo os doze, começou a dizer-lhes as coisas que lhe deviam sobrevir,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Eis que nós subimos a Jerusalem, e o Filho do homem será entregue aos principes dos sacerdotes, e aos escribas, e o condemnarão á morte, e o entregarão aos gentios.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escarnecerão, e açoitarão, e cuspirão n'elle, e o matarão; e ao terceiro dia resuscitará.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approximaram-se d'elle Thiago e João, filhos de Zebedeo, dizendo: Mestre, quizeramos que nos fizesses o que pedirmos.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disse: Que quereis que vos faça?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lhe disseram: Concede-nos que na tua gloria nos assentemos, um á tua direita, e outro á tua esquerda.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Jesus lhes disse: Não sabeis o que pedis: podeis vós beber o calix que eu bebo, e ser baptizados com o baptismo com que eu sou baptizado?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lhe disseram: Podemos. Jesus, porém, disse-lhes: Em verdade, vós bebereis o calix que eu beber, e sereia baptizados com o baptismo com que eu sou baptizado;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assentar-se á minha direita, ou á minha esquerda, não me pertence a mim concedel-o, senão áquelles para quem está preparado.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dez, tendo ouvido isto, começaram a indignar-se contra Thiago e João.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Jesus, chamando-os a si, disse-lhes: Sabeis que os que julgam ser principes das gentes d'ellas se assenhoream, e os seus grandes usam de auctoridade sobre ellas;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entre vós não será assim; antes, qualquer que entre vós quizer ser grande, será vosso servo;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qualquer que d'entre vós quizer ser o primeiro será servo de todos.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Filho do homem tambem não veiu para ser servido, mas para servir e dar a sua vida em resgate por muitos.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foram para Jericó. E, saindo elle de Jericó com seus discipulos, e uma grande multidão, Bartimeo, o cego, filho de Timeo, estava assentado junto do caminho, mendigando.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ouvindo que era Jesus de Nazareth, começou a clamar, e a dizer: Jesus, filho de David! tem misericordia de mim.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muitos o reprehendiam, para que se calasse; mas elle clamava cada vez mais: Filho de David! tem misericordia de mim.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parando, disse que o chamassem; e chamaram o cego, dizendo-lhe: Tem bom animo; levanta-te, que elle te chama.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elle, lançando de si a sua capa, levantou-se, e foi ter com Jesus.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fallando, disse-lhe: Que queres que te faça? E o cego lhe disse: Mestre, que recupere a vista.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10:52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lhe disse: Vae, a tua fé te salvou. E logo viu, e seguiu a Jesus pelo caminho.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