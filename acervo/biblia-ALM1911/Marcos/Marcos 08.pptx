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dias, havendo mui grande multidão, e não tendo que comer, Jesus chamou a si os seus discipulos, e disse-lhes: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compaixão da multidão, porque ha já tres dias que estão comigo, e não teem que comer.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os deixar ir em jejum para suas casas, desfallecerão no caminho, porque alguns d'elles vieram de longe.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responderam-lhe: D'onde poderá alguem saciar estes de pão aqui no deserto?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perguntou-lhes: Quantos pães tendes? E disseram-lhe: Sete.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á multidão que se assentasse no chão. E, tomando os sete pães, e tendo dado graças, partiu-os, e deu-os aos seus discipulos, para que lh'os pozessem adiante, e pozeram-n'os adiante da multidão.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Tinham tambem uns poucos de peixinhos; e, tendo dado graças, ordenou que tambem lh'os pozessem adiante.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comeram, e saciaram-se; e dos pedaços que sobejaram levantaram sete alcofas.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comeram eram quasi quatro mil; e despediu-os.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logo no barco com os seus discipulos, foi para as partes de Dalmanutha.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sairam os phariseos, e começaram a disputar com elle, pedindo-lhe, para o tentarem, um signal do céu.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suspirando profundamente em seu espirito, disse: Porque pede esta geração um signal? Em verdade vos digo que a esta geração não se dará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deixando-os, tornou a entrar no barco, e foi para a outra banda.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se esqueceram de tomar pão, e no barco não tinham comsigo senão um pão.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ordenou-lhes, dizendo: Olhae, guardae-vos do fermento dos phariseos e do fermento de Herodes.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arrazoavam entre si, dizendo: É porque não temos pão.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conhecendo isto, disse-lhes: Para que arrazoaes, que não tendes pão? não considerastes, nem comprehendestes ainda? tendes ainda o vosso coração endurecido?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olhos, não vêdes? e, tendo ouvidos, não ouvis? e não vos lembraes?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parti os cinco pães entre os cinco mil, quantos cestos cheios de pedaços levantastes? Disseram-lhe: Doze.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parti os sete entre os quatro mil, quantas alcofas cheias de pedaços levantastes? E disseram-lhe: Sete.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Como não entendeis ainda?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Bethsaida; e trouxeram-lhe um cego, e rogaram-lhe que o tocasse.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 cego pela mão, levou-o para fóra da aldeia; e, cuspindo-lhe nos olhos, e impondo-lhe as mãos, perguntou-lhe se via alguma coisa.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elle os olhos, disse: Vejo os homens; pois os vejo como arvores que andam.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tornou a pôr-lhe as mãos nos olhos, e lh'os fez levantar; e ficou restabelecido, e viu ao longe e distinctamente a todos.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mandou-o para sua casa, dizendo: Não entres na aldeia.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Jesus e os seus discipulos para as as aldeias de Cesarea de Philippo; e no caminho perguntou aos seus discipulos, dizendo: Quem dizem os homens que eu sou?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responderam: João Baptista; e outros, Elias; e outros, Um dos prophetas.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Porém vós quem dizeis que eu sou? E, respondendo Pedro, lhe disse: Tu és o Christo.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admoestou-os, que a ninguem dissessem aquillo d'elle.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começou a ensinar-lhes que importava que o Filho do homem padecesse muito, e fosse rejeitado pelos anciãos e principes dos sacerdotes, e pelos escribas, e que fosse morto, e depois de tres dias resuscitasse.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abertamente estas palavras. E Pedro o tomou á parte, e começou a reprehendel-o.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elle, virando-se, e olhando para os seus discipulos, reprehendeu a Pedro, dizendo: Retira-te de diante de mim, Satanaz; porque não comprehendes as coisas que são de Deus, mas as que são dos homens.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a si a multidão, com os seus discipulos, disse-lhes: Se alguem quizer vir após mim, negue-se a si mesmo, e tome a sua cruz, e siga-me.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quizer salvar a sua vida perdel-a-ha, mas qualquer que perder a sua vida por amor de mim e do evangelho esse a salvará.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 aproveitaria ao homem, se ganhasse todo o mundo e perdesse a sua alma?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que dará o homem pelo resgate da sua alma?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que, entre esta geração adultera e peccadora, se envergonhar de mim e das minhas palavras, tambem o Filho do homem se envergonhará d'elle, quando vier na gloria de seu Pae, com os sanctos anjos.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