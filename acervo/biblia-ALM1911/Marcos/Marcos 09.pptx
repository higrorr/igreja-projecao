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Dizia-lhes tambem: Em verdade vos digo que, dos que aqui estão, alguns ha que não provarão a morte até que vejam vir o reino de Deus com poder.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seis dias depois Jesus tomou comsigo a Pedro, a Thiago, e a João, e os levou sós, em particular, a um alto monte; e transfigurou-se diante d'elles;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seus vestidos tornaram-se resplandecentes, mui brancos como a neve, taes como nenhum lavadeiro sobre a terra os poderia branquear.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appareceu-lhes Elias com Moysés, e fallavam com Jesus.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Pedro, tomando a palavra, disse a Jesus: Mestre, bom é que nós estejamos aqui, e façamos tres cabanas, uma para ti, uma para Moysés, e uma para Elias.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não sabia o que dizia, porque estavam assombrados.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desceu uma nuvem que os cobriu com a sua sombra, e saiu da nuvem uma voz que dizia: Este é o meu filho amado; a elle ouvi.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olhado em roda, ninguem mais viram, senão só Jesus com elles.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descendo elles do monte, ordenou-lhes que a ninguem contassem o que tinham visto, até que o Filho do homem resuscitasse dos mortos.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retiveram o caso entre si, perguntando uns aos outros que seria aquillo: resuscitar dos mortos.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interrogaram-n'o, dizendo: Porque dizem os escribas que é necessario que Elias venha primeiro?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respondendo elle, disse-lhes: Em verdade Elias virá primeiro, e todas as coisas restaurará: e, como está escripto do Filho do homem, convem que padeça muito e seja aviltado.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Digo-vos, porém, que Elias já veiu, e fizeram-lhe tudo o que quizeram, como d'elle está escripto.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se approximou dos discipulos, viu ao redor d'elles grande multidão, e alguns escribas que disputavam com elles.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logo toda a multidão, vendo-o, ficou espantada, e, correndo para elle, o saudaram.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perguntou aos escribas: Que questionaes com elles?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 da multidão, respondendo, disse: Mestre, trouxe-te o meu filho, que tem um espirito mudo;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onde quer que o apanha, despedaça-o, e elle escuma, e range os dentes, e vae-se seccando; e eu disse aos teus discipulos que o expulsassem, e não poderam.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elle, respondendo-lhes, disse: Ó geração incredula! até quando estarei comvosco? até quando vos soffrerei ainda? Trazei-m'o.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trouxeram-lh'o; e, quando o viu, logo o espirito o agitou com violencia, e, caindo por terra, revolvia-se, escumando.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perguntou ao pae d'elle: Quanto tempo ha que lhe succede isto? E elle disse-lhe: Desde a infancia;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muitas vezes o tem lançado no fogo, e na agua, para o destruir; mas, se tu podes fazer alguma coisa, tem compaixão de nós, e ajuda-nos.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 disse-lhe: Se tu podes crêr; tudo é possível ao que crê.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logo o pae do menino, clamando com lagrimas, disse: Eu creio, Senhor! ajuda a minha incredulidade.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vendo que a multidão concorria, reprehendeu o espirito immundo, dizendo-lhe: Espirito mudo e surdo, eu te ordeno: Sae d'elle, e não entres mais n'elle.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elle, clamando, e agitando-o com violencia, saiu; e ficou o menino como morto, de tal maneira que muitos diziam que estava morto.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Jesus, tomando-o pela mão, o ergueu, e elle se levantou.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entrou em casa, os seus discipulos lhe perguntaram á parte: Porque o não podemos nós expulsar?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Esta casta não pode sair por coisa alguma, senão pela oração e jejum.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partido d'ali, caminharam pela Galilea, e não queria que alguem o soubesse;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ensinava os seus discipulos, e lhes dizia: O Filho do homem será entregue nas mãos dos homens, e matal-o-hão; e, morto elle, resuscitará ao terceiro dia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elles não entendiam esta palavra, e temiam interrogal-o.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chegou a Capernaum, e, entrando em casa, perguntou-lhes: Que arrazoaveis entre vós pelo caminho?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elles calaram-se; porque pelo caminho tinham disputado entre si qual d'elles havia de ser o maior.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elle, assentando-se, chamou os doze, e disse-lhes: Se alguem quizer ser o primeiro, será o derradeiro de todos e o servo de todos.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lançando mão de um menino, pôl-o no meio d'elles, e, tomando-o nos seus braços, disse-lhes: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Qualquer que receber um d'estes meninos em meu nome a mim me recebe; e qualquer que a mim me receber recebe, não a mim, mas ao que me enviou.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João lhe respondeu, dizendo: Mestre, vimos um que em teu nome expulsava demonios, o qual não nos segue; e nós lh'o prohibimos, porque não nos segue.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porém, disse: Não lh'o prohibaes; porque ninguem ha que faça milagre em meu nome e possa logo fallar mal de mim.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quem não é contra nós é por nós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qualquer que vos der a beber um copo d'agua em meu nome, porque sois discipulos de Christo, em verdade vos digo que não perderá o seu galardão.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qualquer que escandalizar um d'estes pequeninos que crêem em mim melhor lhe fôra que lhe pozessem ao pescoço uma mó de atafona, e que fosse lançado no mar.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a tua mão te escandalizar, corta-a: melhor te é entrar na vida aleijado do que, tendo duas mãos, ir para o inferno, para o fogo que nunca se apaga;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o seu bicho não morre, e o fogo nunca se apaga.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o teu pé te escandalizar, corta-o; melhor te é entrar côxo na vida do que, tendo dois pés, ser lançado no inferno, no fogo que nunca se apaga;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o seu bicho não morre, e o fogo nunca se apaga.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o teu olho te escandalizar, lança-o fóra; melhor te é entrar no reino de Deus com um olho do que, tendo dois olhos, ser lançado no fogo do inferno;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o seu bicho não morre, e o fogo nunca se apaga.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cada um será salgado com fogo, e cada sacrificio será salgado com sal.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9:50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Bom é o sal; mas, se o sal se tornar insulso, com que o adubareis? tende sal em vós mesmos, e paz uns com os outros.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