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ajuntaram-se a elle os phariseos, e alguns dos escribas que tinham vindo de Jerusalem,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que alguns dos seus discipulos comiam pão com as mãos impuras, isto é, por lavar, os reprehendiam.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phariseos, e todos os judeos, conservando a tradição dos antigos, não comem sem lavar as mãos muitas vezes;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voltam do mercado, se não se lavarem, não comem. E muitas outras coisas ha que se encarregaram de observar, como lavar os copos, e os jarros, e os vasos de metal e as camas.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perguntaram-lhe os phariseos e os escribas: Porque não andam os teus discipulos conforme a tradição dos antigos, mas comem o pão com as mãos por lavar?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respondendo, disse-lhes: Bem prophetizou Isaias ácerca de vós, hypocritas, como está escripto: Este povo honra-me com os labios, mas o seu coração está longe de mim;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vão, porém, me honram, ensinando doutrinas, mandamentos de homens.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deixando o mandamento de Deus, retendes a tradição dos homens; como o lavar dos jarros e dos copos; e fazeis muitas outras coisas similhantes a estas.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dizia-lhes: Bem invalidaes o mandamento de Deus para guardardes a vossa tradição.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Moysés disse: Honra a teu pae e a tua mãe; e quem maldisser, ou o pae ou a mãe, morrerá de morte.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dizeis: Se um homem disser ao pae ou á mãe: Aquillo que poderias aproveitar de mim é Corban, isto é, offerta ao Senhor;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nada mais lhe deixaes fazer por seu pae ou por sua mãe,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Invalidando assim a palavra de Deus pela vossa tradição, que vós ordenastes. E muitas coisas fazeis similhantes a estas.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a si toda a multidão, disse-lhes: Ouvi-me vós todos, e comprehendei.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ha, fóra do homem, que, entrando n'elle, o possa contaminar; mas o que sae d'elle isso é que contamina o homem.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tem ouvidos para ouvir, ouça.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Depois, quando deixou a multidão, e entrou em casa, os seus discipulos o interrogavam ácerca d'esta parabola.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disse-lhes: Assim tambem vós estaes sem entendimento? Não comprehendeis que tudo o que de fóra entra no homem não o pode contaminar;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entra no seu coração, mas no estomago, e vae depois para um logar escuso, purificando todas as comidas?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dizia: O que sae do homem isso contamina o homem.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do interior do coração dos homens saem os maus pensamentos, os adulterios, as fornicações, os homicidios,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furtos, a avareza, as maldades, o engano, a dissolução, a inveja, a blasphemia, a soberba, a loucura.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males procedem de dentro e contaminam o homem,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d'ali, foi para os termos de Tyro e de Sidon. E, entrando n'uma casa, não queria que alguem o soubesse: mas não pôde esconder-se,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uma mulher, cuja filha tinha um espirito immundo, ouvindo fallar d'elle, foi, e lançou-se aos seus pés;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mulher era grega, syro-phenicia de nação, e rogava-lhe que expulsasse de sua filha o demonio.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disse-lhe: Deixa primeiro saciar os filhos; porque não convem tomar o pão dos filhos e lançal-o aos cachorrinhos.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Ella, porém, respondeu, e disse-lhe: Sim, Senhor; mas tambem os cachorrinhos comem, debaixo da mesa, as migalhas dos filhos.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disse-lhe: Por essa palavra, vae; o demonio já saiu de tua filha.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ella para sua casa, achou a filha deitada sobre a cama, e que o demonio já tinha saido.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tornando a sair dos termos de Tyro e de Sidon, foi para o mar da Galilea, pelos confins de Decapolis.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trouxeram-lhe um surdo, que fallava difficilmente; e rogaram-lhe que pozesse a mão sobre elle.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tirando-o á parte, de entre a multidão, metteu-lhe os dedos nos ouvidos; e, cuspindo, tocou-lhe a lingua.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 os olhos ao céu, suspirou, e disse: Ephphatha; isto é, Abre-te.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se abriram os seus ouvidos, e a prisão da lingua se desfez, e fallava perfeitamente.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ordenou-lhes que a ninguem o dissessem; mas, quanto mais lh'o prohibia, tanto mais o divulgavam.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admirando-se sobremaneira, diziam: Tudo faz bem: faz ouvir os surdos e fallar os mudos.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