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começou a fallar-lhes por parabolas: Um homem plantou uma vinha, e cercou-a de um vallado, e fundou n'ella um lagar, e edificou uma torre, e arrendou-a a uns lavradores, e partiu para fóra da terra;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chegado o tempo, mandou um servo aos lavradores para que recebesse, dos lavradores, do fructo da vinha.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elles, apoderando-se d'elle, o feriram e o mandaram embora vasio.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tornou a enviar-lhes outro servo; e elles, apedrejando-o, o feriram na cabeça, e o mandaram embora, tendo-o affrontado.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tornou a enviar-lhes outro, e a este mataram, e outros muitos, e feriram uns, e mataram outros.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Tendo elle pois ainda um seu filho amado, enviou-o tambem a estes por derradeiro, dizendo: Ao menos terão respeito ao meu filho.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aquelles lavradores disseram entre si: Este é o herdeiro; vamos, matemol-o, e a herança será nossa.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pegando d'elle, o mataram, e o lançaram fóra da vinha.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fará pois o Senhor da vinha? Virá, e destruirá os lavradores, e dará a vinha a outros.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Ainda não lestes esta Escriptura: A pedra, que os edificadores rejeitaram, esta foi posta por cabeça da esquina: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Isto foi feito pelo Senhor, e é coisa maravilhosa aos nossos olhos?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buscavam prendel-o, mas temiam a multidão, porque entendiam que contra elles dizia esta parabola: e, deixando-o, foram-se.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enviaram-lhe alguns dos phariseos e dos herodianos, para que o apanhassem n'alguma palavra.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chegando elles, disseram-lhe: Mestre, sabemos que és homem de verdade, e de ninguem se te dá, porque não olhas á apparencia dos homens, antes com verdade ensinas o caminho de Deus: é licito dar o tributo a Cesar, ou não? Daremos, ou não daremos?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ele, conhecendo a sua hypocrisia, disse-lhes: Porque me tentaes? trazei-me uma moeda, para que a veja.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elles lh'a trouxeram. E disse-lhes: De quem é esta imagem e inscripção? E elles lhe disseram: De Cesar.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Jesus, respondendo, disse-lhes: Dae pois a Cesar o que é de Cesar, e a Deus o que é de Deus. E maravilharam-se d'elle.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os sadduceos, que dizem que não ha resurreição, approximaram-se d'elle, e perguntaram-lhe, dizendo: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Mestre, Moysés nos escreveu que, se morresse o irmão de alguem, e deixasse mulher e não deixasse filhos, seu irmão tomasse a mulher d'elle, e suscitasse semente a seu irmão.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havia sete irmãos, e o primeiro tomou mulher, e morreu sem deixar semente;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12:21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segundo tambem a tomou e morreu, e nem este deixou semente; e o terceiro da mesma maneira;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12:22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tomaram-n'a todos os sete, sem, comtudo, deixarem semente. Finalmente, depois de todos, morreu tambem a mulher.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12:23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resurreição, pois, quando resuscitarem, de qual d'estes será a mulher? porque os sete a tiveram por mulher.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12:24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Jesus, respondendo, disse-lhes: Porventura não erraes vós, porque não sabeis as Escripturas nem o poder de Deus?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12:25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Porquanto, quando resuscitarem dos mortos, nem casarão, nem se darão em casamento, mas serão como os anjos que estão nos céus.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12:26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ácerca dos mortos que houverem de resuscitar, não tendes lido no livro de Moysés como Deus lhe fallou na sarça, dizendo: Eu sou o Deus de Abrahão, e o Deus de Isaac, e o Deus de Jacob?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12:27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Deus não é dos mortos, mas sim Deus dos vivos. Por isso vós erraes muito.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12:28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approximando-se d'elle um dos escribas que os tinha ouvido disputar, sabendo que lhes tinha respondido bem, perguntou-lhe: Qual é o primeiro de todos os mandamentos?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12:29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 respondeu-lhe: O primeiro de todos os mandamentos é: Ouve, Israel, o Senhor nosso Deus é o unico Senhor.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12:30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Amarás, pois, o Senhor teu Deus de todo o teu coração, e de toda a tua alma, e de todo o teu entendimento, e de todas as tuas forças: este é o primeiro mandamento.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12:31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segundo, similhante a este, é: Amarás o teu proximo como a ti mesmo. Não ha outro mandamento maior do que estes.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12:32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escriba lhe disse: Muito bem, Mestre, e com verdade disseste que ha um só Deus, e que não ha outro além d'elle;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12:33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que amal-o de todo o coração, e de todo o entendimento, e de toda a alma, e de todas as forças, e amar o proximo como a si mesmo, é mais do que todos os holocaustos e sacrificios.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12:34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Jesus, vendo que havia respondido sabiamente, disse-lhe: Não estás longe do reino de Deus. E já ninguem ousava perguntar-lhe mais nada.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12:35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fallando Jesus, dizia, ensinando no templo: Como dizem os escribas que o Christo é filho de David?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12:36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mesmo David disse pelo Espirito Sancto: O Senhor disse ao meu Senhor: Assenta-te á minha direita até que eu ponha os teus inimigos por escabello dos teus pés.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12:37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Pois, se David mesmo lhe chama Senhor, como é logo seu filho? E a grande multidão o ouvia de boa vontade.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12:38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ensinando-os, dizia-lhes: Guardae-vos dos escribas, que gostam de andar com vestidos compridos, e das saudações nas praças,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12:39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das primeiras cadeiras nas synagogas, e dos primeiros assentos nas ceias;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12:40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devoram as casas das viuvas, e isso com pretexto de largas orações. Estes receberão mais grave condemnação.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12:41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estando Jesus assentado defronte da arca do thesouro, observava a maneira como a multidão lançava o dinheiro na arca do thesouro; e muitos ricos deitavam muito.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12:42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chegando uma pobre viuva, deitou duas pequenas moedas, que valiam quatro réis.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12:43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chamando os seus discipulos, disse-lhes: Em verdade vos digo que esta pobre viuva deitou mais do que todos os que deitaram na arca do thesouro,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12:44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todos ali deitaram do que lhes sobejava, mas esta, da sua pobreza, deitou tudo o que tinha, todo o seu sustento.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