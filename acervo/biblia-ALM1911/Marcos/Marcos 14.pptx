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d'alli a dois dias era a paschoa, e a festa dos pães asmos, e os principaes dos sacerdotes e os escribas buscavam como o prenderiam com dolo, e o matariam.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diziam: Não na festa, para que porventura se não faça alvoroço entre o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em Bethania, assentado á mesa, em casa de Simão, o leproso, veiu uma mulher, que trazia um vaso de alabastro, com unguento de nardo puro, de muito preço, e, quebrando o vaso, lh'o derramou sobre a cabeça.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houve que em si mesmos se indignaram, e disseram: Para que se fez este desperdicio de unguento?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podia isto vender-se por mais de trezentos dinheiros, e dal-o aos pobres. E bramavam contra 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disse: Deixae-a, para que a molestaes? Ella fez-me uma obra boa.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sempre tendes os pobres comvosco, e podeis fazer-lhes bem, quando quizerdes; porém a mim nem sempre me tendes.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fez o que podia; antecipou-se a ungir o meu corpo para a sepultura.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que, em todas as partes do mundo onde este evangelho fôr prégado, tambem o que ella fez será contado para sua memoria.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Judas Iscariotes, um dos doze, foi ter com os principaes dos sacerdotes para lh'o entregar.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ouvindo-o, folgaram, e prometteram dar-lhe dinheiro; e buscava como o entregaria a tempo opportuno.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primeiro dia dos pães asmos, quando sacrificavam a paschoa, disseram-lhe os discipulos: Aonde queres que vamos preparar-te o necessario para comer a paschoa?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dois dos seus discipulos, e disse-lhes: Ide á cidade, e um homem, que leva um cantaro d'agua, vos encontrará; segui-o;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onde quer que entrar, dizei ao senhor da casa: O Mestre diz: Onde está o aposento em que hei de comer a paschoa com os meus discipulos?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vos mostrará um grande cenaculo mobilado e preparado; ali a preparae.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os seus discipulos, foram á cidade, e acharam como lhes tinha dito, e prepararam a paschoa.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tarde, foi com os doze,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estavam assentados á mesa, e comendo, disse Jesus: Em verdade vos digo que um de vos, que comigo come, ha de trahir-me.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começaram a entristecer-se e a dizer-lhe um após outro: Porventura sou eu, Senhor? e outro: Porventura sou eu, Senhor?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elle, respondendo, disse-lhes: É um dos doze que mette comigo a mão no prato.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o Filho do homem vae, como d'elle está escripto, mas ai d'aquelle homem por quem o Filho do homem é trahido! bom seria ao tal homem não haver nascido.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comendo elles, tomou Jesus pão, e, abençoando-o, o partiu e deu-lh'o, e disse: Tomae, comei, isto é o meu corpo.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 calix, e dando graças, deu-lh'o; e todos beberam d'elle.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Isto é o meu sangue, o sangue do Novo Testamento, que por muitos é derramado.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não beberei mais do fructo da vide, até áquelle dia em que o beber novo no reino de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cantado o hymno, sairam para o monte das Oliveiras.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Jesus: Todos vós esta noite vos escandalizareis em mim; porque escripto está: Ferirei o pastor, e as ovelhas se dispersarão.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depois que eu houver resuscitado, irei adiante de vós para a Galilea.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Pedro: Ainda que todos se escandalizem, nunca, porém, eu.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Jesus: Em verdade te digo que hoje, n'esta noite, antes que o gallo cante duas vezes, tres vezes me negarás.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dizia cada vez mais: Ainda que me seja necessario morrer comtigo, de modo nenhum te negarei. E da mesma maneira diziam todos tambem.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 um logar chamado Gethsemane, e disse aos seus discipulos: Assentae-vos aqui, até que ore.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comsigo a Pedro, e a Thiago, e a João, e começou a ter pavor, e a angustiar-se.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 minha alma está profundamente triste até á morte: ficae aqui, e vigiae.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ido um pouco mais adiante, prostrou-se em terra; e orou para que, se fosse possivel, passasse d'elle aquella hora.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Abba, Pae, todas as coisas te são possiveis; affasta de mim este calix; porém não o que eu quero, mas o que tu queres.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chegando, achou-os dormindo; e disse a Pedro: Simão, dormes? não podes vigiar uma hora?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Vigiae e orae, para que não entreis em tentação; o espirito, na verdade, está prompto, mas a carne é fraca.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 a ir, orou, dizendo as mesmas palavras.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tornando, achou-os outra vez dormindo, porque os seus olhos estavam carregados, e não sabiam que responder-lhe.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voltou terceira vez, e disse-lhes: Dormi agora, e descançae. Basta; é chegada a hora. Eis que o Filho do homem vae ser entregue nas mãos dos peccadores.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Levantae-vos, vamos; eis que está perto o que me trahe.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logo, fallando elle ainda, veiu Judas, que era um dos doze, da parte dos principaes dos sacerdotes, e dos escribas e dos anciãos, e com elle uma grande multidão com espadas e varapaus.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o que o trahia, tinha-lhes dado um signal, dizendo: Aquelle que eu beijar, esse é; prendei-o, e levae-o com segurança.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chegou, approximou-se d'elle, e disse-lhe: Rabbi, Rabbi. E beijou-o.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lançaram-lhe as mãos, e o prenderam.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dos que ali estavam presentes, puxando da espada, feriu o servo do summo sacerdote, e cortou-lhe a orelha.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disse-lhes: Saistes com espadas e varapaus a prender-me, como a um salteador?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estava comvosco ensinando no templo, e não me prendestes; mas assim se faz para que as Escripturas se cumpram.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deixando-o, todos fugiram.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certo mancebo o seguia, envolto em um lençol sobre o corpo nú. E os mancebos o prenderam;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largando o lençol, fugiu nú d'entre elles.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 Jesus ao summo sacerdote, e ajuntaram-se a elle todos os principaes dos sacerdotes, e os anciãos e os escribas.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o seguiu de longe até dentro do pateo do summo sacerdote, e estava assentado com os servidores, e aquentando-se ao lume.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principaes dos sacerdotes e todo o concilio buscavam algum testemunho contra Jesus, para o matar, e não o achavam.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testificavam falsamente contra elle, mas os testemunhos não eram conformes.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alguns, testificavam falsamente contra elle, dizendo: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ouvimos-lhe dizer: Eu derribarei este templo, construido pelas mãos, e em tres dias edificarei outro, não feito por mãos.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assim o seu testemunho era conforme.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o summo sacerdote no meio, perguntou a Jesus, dizendo: Nada respondes? Que testificam estes contra ti?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calou-se, e nada respondeu. O summo sacerdote lhe tornou a perguntar, e disse-lhe: És tu o Christo, Filho do Deus Bemdito?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disse-lhe: Eu o sou, e vereis o Filho do homem assentado á direita do poder de Deus, e vindo sobre as nuvens do céu.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summo sacerdote, rasgando os seus vestidos, disse: Para que necessitamos de mais testemunhas?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ouvistes a blasphemia; que vos parece? E todos o condemnaram como culpado de morte.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começaram a cuspir n'elle, e a cobrir-lhe o rosto, e a dar-lhe punhadas, e a dizer-lhe: Prophetiza. E os servidores davam-lhe bofetadas.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Pedro em baixo, no atrio, chegou uma das creadas do summo sacerdote;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a Pedro, que se estava aquentando, olhou para elle, e disse: Tu tambem estavas com Jesus Nazareno.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negou-o, dizendo: Não o conheço, nem sei o que dizes. E saiu fóra ao alpendre, e o gallo cantou.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creada, vendo-o outra vez, começou a dizer aos que ali estavam: Este é um dos taes.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o negou outra vez. E pouco depois os que ali estavam disseram outra vez a Pedro: Verdadeiramente tu és um d'elles, porque és tambem galileo, e a tua falla é similhante.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começou a imprecar, e a jurar, dizendo: Não conheço esse homem de quem fallaes,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14:72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gallo cantou segunda vez. E Pedro lembrou-se da palavra que Jesus lhe tinha dito: Antes que o gallo cante duas vezes, tres vezes me negarás tu. E, retirando-se d'ali, chorou.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