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chegaram á outra banda do mar, á provincia dos gadarenos.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elle do barco, lhe saiu ao seu encontro logo, dos sepulchros, um homem com espirito immundo;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tinha a sua morada nos sepulchros, e nem ainda com cadeias o podia alguem prender;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tendo sido muitas vezes preso com grilhões e cadeias, as cadeias foram por elle feitas em pedaços, e os grilhões em migalhas, e ninguem o podia amansar.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andava sempre, de dia e de noite, clamando pelos montes, e pelos sepulchros, e ferindo-se com pedras.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viu Jesus ao longe, correu e adorou-o.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clamando com grande voz, disse: Que tenho eu comtigo, Jesus, Filho do Deus Altissimo? conjuro-te por Deus que não me atormentes.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lhe dizia: Sae d'este homem, espirito immundo.)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perguntou-lhe: Qual é o teu nome? E lhe respondeu, dizendo: Legião é o meu nome, porque somos muitos.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rogava-lhe muito que os não enviasse para fóra d'aquella provincia.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andava ali pastando no monte uma grande manada de porcos.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aquelles demonios lhe rogaram, dizendo: Manda-nos para aquelles porcos, para que entremos n'elles.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logo lh'o permittiu. E, saindo aquelles espiritos immundos, entraram nos porcos; e a manada se precipitou por um despenhadeiro no mar (eram quasi dois mil), e afogaram-se no mar.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apascentavam os porcos fugiram, e o annunciaram na cidade e nos campos; e sairam a vêr o que era aquillo que tinha acontecido.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ter com Jesus, e viram o endemoninhado, o que tivera a legião, assentado, vestido e em perfeito juizo, e temeram.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aquillo tinham visto contaram-lhes o que acontecera ao endemoninhado; e ácerca dos porcos.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começaram a rogar-lhe que se fosse dos seus termos.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elle no barco, rogara-lhe o que fôra endemoninhado que o deixasse estar com elle.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não lh'o permittiu, mas disse-lhe: Vae para tua casa, para os teus, e annuncia-lhes quão grandes coisas o Senhor te fez, e como teve misericordia de 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foi, e começou a annunciar em Decapolis quão grandes coisas Jesus lhe fizera; e todos se maravilhavam.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Jesus outra vez n'um barco para a outra banda, ajuntou-se a elle uma grande multidão; e elle estava junto do mar.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eis que chegou um dos principaes da synagoga, por nome Jairo, e, vendo-o, prostrou-se aos seus pés,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rogava-lhe muito, dizendo: Minha filha está moribunda; rogo-te que venhas e lhe imponhas as mãos para que sare, e viva.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com elle, e seguia-o uma grande multidão, que o apertava.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certa mulher, que, havia doze annos tinha um fluxo de sangue,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havia padecido muito com muitos medicos, e dispendido tudo quanto tinha, nada lhe aproveitando, antes indo a peior;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fallar de Jesus, veiu por detraz, entre a multidão, e tocou o seu vestido.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dizia: Se tão sómente tocar os seus vestidos, sararei.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se lhe seccou a fonte do seu sangue; e sentiu no seu corpo estar já curada d'aquelle açoite.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Jesus, conhecendo que a virtude de si mesmo saira, voltando-se para a multidão, disse: Quem tocou os meus vestidos?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 os seus discipulos: Vês que a multidão te aperta, e dizes: Quem me tocou?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olhava em redor, para vêr a que isto fizera.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mulher, que sabia o que lhe tinha acontecido, temendo e tremendo, approximou-se, e prostrou-se diante d'elle, e disse-lhe toda a verdade.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Filha, a tua fé te salvou; vae em paz, e sê curada d'este teu açoite.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elle ainda fallando, chegaram alguns do principal da synagoga, dizendo: A tua filha está morta; para que enfadas mais o Mestre?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tendo ouvido esta palavra que se dizia, disse ao principal da synagoga: Não temas, crê sómente.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permittiu que alguem o seguisse, senão Pedro, e Thiago, e João, irmão de Thiago.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chegado a casa do principal da synagoga, viu o alvoroço, e os que choravam muito e pranteavam.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entrando, disse-lhes: Porque vos alvoroçaes e choraes? a menina não está morta, mas dorme.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riam-se d'elle; porém elle, tendo-os posto a todos fóra, tomou comsigo o pae e a mãe da menina, e os que com elle estavam, e entrou aonde a menina estava deitada.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a mão da menina, disse-lhe: Talitha cumi: que, traduzido é: Filhinha, a ti te digo, levanta-te.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a menina se levantou, e andava, pois já tinha doze annos: e assombraram-se com grande espanto.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mandou-lhes expressamente que ninguem o soubesse; e disse que lhe dessem de comer.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