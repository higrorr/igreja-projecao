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entrou na synagoga, e estava ali um homem que tinha uma das mãos mirrada.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observando-o se curaria no sabbado, para o accusarem.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 homem que tinha a mão secca: Levanta-te para o meio.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É licito no sabbado fazer bem, ou fazer mal? salvar a vida, ou matar? E elles calavam-se.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para elles em redor com indignação, condoendo-se da dureza do seu coração, disse ao homem: Estende a tua mão. E elle a estendeu, e foi-lhe restituida a sua mão, sã como a outra.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saido os phariseos, tomaram logo conselho com os herodianos contra elle, como o matariam.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retirou-se Jesus com os seus discipulos para o mar, e seguia-o uma grande multidão da Galilea e da Judea,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Jerusalem, e da Idumea, e d'além do Jordão; e de perto de Tyro e Sidon uma grande multidão, ouvindo quão grandes coisas fazia, veem ter com 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seus discipulos que lhe tivessem sempre prompto um barquinho junto d'elle, por causa da multidão, para que o não opprimisse,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tinha curado a muitos, de tal maneira que todos quantos tinham algum mal se arrojavam sobre elle, para o tocarem.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espiritos immundos, vendo-o, prostravam-se diante d'elle, e clamavam, dizendo: Tu és o Filho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os ameaçava muito, para que não o manifestassem.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ao monte, e chamou para si os que elle quiz; e vieram a 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aos doze que estivessem com elle, para que os mandasse a prégar,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tivessem o poder de curar as enfermidades e expulsar os demonios: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Simão, a quem poz o nome de Pedro,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Thiago, filho de Zebedeo, e a João, irmão de Thiago, aos quaes poz o nome de Boanerges, que significa: Filhos do trovão;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André, e a Philippe, e a Bartholomeo, e a Mattheus, e a Thomé, e a Thiago, filho de Alpheo, e a Thadeo, e a Simão, o cananeo,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Judas Iscariotes, o que o entregou.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para casa. E ajuntou-se outra vez a multidão, de tal maneira que nem sequer podiam comer pão.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os seus ouviram isto, sairam para o prender; porque diziam: Está fóra de si.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escribas, que tinham descido de Jerusalem, diziam: Tem Beelzebu, e pelo principe dos demonios expulsa os demonios.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chamando-os a si, disse-lhes por parabolas: Como pode Satanaz expulsar Satanaz?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um reino se dividir contra si mesmo, tal reino não pode subsistir.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uma casa se dividir contra si mesma, tal casa não pode subsistir.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Satanaz se levantar contra si mesmo, e fôr dividido, não pode subsistir; antes tem fim.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pode roubar as alfaias do valente, entrando-lhe em sua casa, se primeiro não manietar o valente; e então roubará a sua casa.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vos digo que todos os peccados serão perdoados aos filhos dos homens, e toda a sorte de blasphemias, com que blasphemarem;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Qualquer, porém, que blasphemar contra o Espirito Sancto, nunca obterá perdão para sempre, mas será réu do eterno juizo.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diziam: Tem espirito immundo.)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Chegaram então seus irmãos e sua mãe, e, estando de fóra, enviaram a elle, chamando-o.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estava assentada ao redor d'elle, e disseram-lhe: Eis que tua mãe e teus irmãos te buscam lá fóra.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respondeu, dizendo: Quem é minha mãe e meus irmãos?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em redor para os que estavam assentados junto d'elle, disse: Eis aqui minha mãe e meus irmãos.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qualquer que fizer a vontade de Deus esse é meu irmão, e minha irmã, e minha mãe.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