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passado o sabbado, Maria Magdalena, e Maria, mãe de Thiago, e Salomé, compraram aromas para irem ungil-o.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primeiro dia da semana, foram ao sepulchro, de manhã cedo, ao nascer do sol;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diziam umas ás outras: Quem nos revolverá a pedra da porta do sepulchro?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olhando, viram que já a pedra estava revolvida; porque era muito grande.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entrando no sepulchro, viram um mancebo assentado á direita, vestido de uma roupa comprida, branca; e ficaram espantadas.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disse-lhes: Não vos assusteis; buscaes a Jesus Nazareno, que foi crucificado; já resuscitou, não está aqui; eis aqui o logar onde o pozeram.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ide, dizei a seus discipulos, e a Pedro, que elle vae adiante de vós para a Galilea; ali o vereis, como elle vos disse.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saindo ellas apressadamente, fugiram do sepulchro, porque estavam possuidas de temor e assombro; e nada diziam a ninguem, porque temiam.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tendo resuscitado na manhã do primeiro dia da semana, appareceu primeiramente a Maria Magdalena, da qual tinha expulsado sete demonios.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ella, annunciou-o áquelles que tinham estado com elle, os quaes estavam tristes, e chorando.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elles que vivia, e que tinha sido visto por ella, não o creram.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manifestou-se n'outra fórma a dois d'elles, que iam de caminho para o campo.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indo estes, annunciaram-n'o aos outros, mas nem ainda estes creram.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Finalmente appareceu aos onze, estando elles assentados juntamente, e lançou-lhes em rosto a sua incredulidade e dureza de coração, por não haverem crido nos que o tinham visto já resuscitado.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Ide por todo o mundo, prégae o evangelho a toda a creatura: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crêr e fôr baptizado será salvo; mas quem não crêr será condemnado.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signaes seguirão aos que crêrem: Em meu nome expulsarão os demonios; fallarão novas linguas: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Pegarão nas serpentes; e, se beberem alguma coisa mortifera, não lhes fará damno algum; e porão as mãos sobre os enfermos, e os sararão.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Senhor, depois de lhes ter fallado, foi recebido acima no céu, e assentou-se á direita de Deus.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tendo partido, prégaram por todas as partes, cooperando com elles o Senhor, e confirmando a palavra com os signaes que se seguiram.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