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logo que se approximaram de Jerusalem, de Bethphagé e de Bethania, junto do monte das Oliveiras, enviou dois dos seus discipulos,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Ide á aldeia que está defronte de vós; e, logo que ali entrardes, encontrareis preso um jumentinho, sobre o qual ainda não montou homem algum; soltae-o, e trazei-m'o.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alguem vos disser: Porque fazeis isso? dizei-lhe que o Senhor precisa d'elle, e logo o deixará trazer para aqui.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foram, e encontraram o jumentinho preso fóra da porta, entre dois caminhos, e o soltaram.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dos que ali estavam lhes disseram: Que fazeis, soltando o jumentinho?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Elles, porém, disseram-lhes como Jesus lhes tinha mandado, e deixaram-n'os 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levaram o jumentinho a Jesus, e lançaram sobre elle os seus vestidos, e assentou-se sobre elle: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estendiam os seus vestidos pelo caminho, e outros cortavam ramos das arvores, e os espalhavam pelo caminho.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aquelles que iam adiante, e os que seguiam, clamavam, dizendo: Hosanna, bemdito o que vem em nome do Senhor;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o reino do nosso pae David, que vem em nome do Senhor; Hosanna nas alturas.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entrou em Jerusalem, no templo, e, tendo visto tudo em redor, e sendo já tarde, saiu para Bethania com os doze.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no dia seguinte, quando sairam de Bethania, teve fome,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de longe uma figueira que tinha folhas, foi vêr se n'ella acharia alguma coisa: e, chegando a ella, não achou senão folhas, porque não era tempo de figos.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fallando, disse á figueira: Nunca mais alguem coma fructo de ti, para sempre. E os seus discípulos ouviram isto.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a Jerusalem; e Jesus, entrando no templo, começou a expulsar os que vendiam e compravam no templo; e derribou as mesas dos cambiadores e as cadeiras dos que vendiam pombas.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consentia que alguem levasse algum vaso pelo templo.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ensinava, dizendo: Não está escripto: A minha casa será chamada por todas as nações casa de oração? Mas vós a tendes feito covil de ladrões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escribas e principes dos sacerdotes, tendo ouvido isto, buscavam occasião para o matar; pois elles o temiam, porque toda a multidão estava admirada ácerca da sua doutrina.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já tarde, saiu fóra da cidade.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elles, passando pela manhã, viram que a figueira se tinha seccado desde as raizes.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lembrando-se, disse-lhe: Mestre, eis que a figueira, que tu amaldiçoaste, seccou-se.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disse-lhes: Tende fé em Deus;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verdade vos digo que qualquer que disser a este monte: Ergue-te e lança-te no mar; e não duvidar em seu coração, mas crêr que se fará aquillo que diz, tudo o que disser lhe será feito.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vos digo que tudo o que pedirdes, orando, crêde que o recebereis, e tel-o-heis;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estiverdes orando, perdoae, se tendes alguma coisa contra alguém, para que vosso Pae, que está nos céus, vos perdôe as vossas offensas;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vós não perdoardes, tambem vosso Pae, que está nos céus, vos não perdoará as vossas offensas.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tornaram a Jerusalem, e, andando elle pelo templo, os principaes dos sacerdotes, e os escribas, e os anciãos se approximaram d'elle,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lhe disseram: Com que auctoridade fazes tu estas coisas? e quem te deu esta auctoridade para fazer estas coisas?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Más Jesus, respondendo, disse-lhes: Também eu vos perguntarei uma coisa, e respondei-me, e vos direi com que auctoridade faço estas coisas: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baptismo de João era do céu ou dos homens? respondei-me.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arrazoavam entre si, dizendo: Se dissermos: Do céu; elle nos dirá: Pois porque o não crêstes?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porém, dissermos: Dos homens; tememos o povo. Porque todos sustentavam que João verdadeiramente era propheta.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Marcos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respondendo, disseram a Jesus: Não sabemos. E Jesus, respondendo, lhes disse: Tambem eu vos não direi com que auctoridade faço estas coisas.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