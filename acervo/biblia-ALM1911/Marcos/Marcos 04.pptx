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começou a ensinar junto do mar, e juntou-se a elle uma grande multidão, de sorte que elle, entrando em um barco, se assentou dentro, no mar; e toda a multidão estava em terra junto do mar.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ensinava-lhes muitas coisas, e lhes dizia na sua doutrina: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Ouvi: Eis que saiu o semeador a semear;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semeando elle, uma parte da semente caiu junto do caminho, e vieram as aves do céu, e a comeram;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caiu sobre pedregaes, onde não havia muita terra, e nasceu logo, porque não tinha terra profunda;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saindo o sol, queimou-se; e, porque não tinha raiz, seccou-se.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caiu entre espinhos, e, crescendo os espinhos, a suffocaram e não deu fructo.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caiu em boa terra e deu fructo, que vingou e cresceu; e um produziu trinta, outro sessenta, e outro cem.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Quem tem ouvidos para ouvir, ouça.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se achou só, os que estavam junto d'elle com os doze interrogaram-n'o ácerca da parabola.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disse-lhes: A vós é dado saber os mysterios do reino de Deus, mas aos que estão de fóra todas estas coisas se dizem por parabolas,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vendo, vejam, e não percebam; e, ouvindo, ouçam, e não entendam; para que se não convertam, e lhes sejam perdoados os seus peccados.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Não sabeis esta parabola? como pois entendereis todas as parabolas?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semeia, semeia a palavra;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estão junto do caminho são aquelles em quem a palavra é semeada; mas, tendo-a ouvido, vem logo Satanaz e tira a palavra que foi semeada nos seus corações.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mesma sorte os que recebem a semente sobre pedregaes; os quaes, ouvindo a palavra, logo com prazer a recebem,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teem raiz em si mesmos, antes são temporãos; depois, sobrevindo tribulação ou perseguição por causa da palavra, logo se escandalizam.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outros são os que recebem a semente entre espinhos, os quaes ouvem a palavra,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cuidados d'este mundo, e os enganos das riquezas e as ambições d'outras coisas, entrando, soffocam a palavra, e fica infructifera.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recebem a semente em boa terra, são os que ouvem a palavra e a recebem, e dão fructo, um trinta, outro sessenta, outro cem.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Vem porventura a candeia para se metter debaixo do alqueire, ou debaixo da cama? não vem antes para se collocar no velador?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nada ha encoberto que não haja de ser manifesto; e nada se faz para ficar occulto, mas para ser descoberto.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alguém tem ouvidos para ouvir, ouça.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Attendei ao que ides ouvir. Com a medida com que medirdes ser-vos-ha medido, e ser-vos-ha accrescentado.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ao que tem, ser-lhe-ha dado; e, ao que não tem, até o que tem lhe será tirado.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dizia: O reino de Deus é assim como se um homem lançasse semente á terra,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dormisse, e se levantasse de noite e de dia, e a semente brotasse e crescesse, não sabendo elle como.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terra por si mesma fructifica, primeiro a herva, depois a espiga, e por ultimo o grão cheio na espiga.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já o fructo se mostra, mette-lhe logo a foice, porque está chegada a ceifa.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dizia: A que assimilharemos o reino de Deus? ou com que parabola o compararemos?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como um grão de mostarda, que, quando se semeia na terra, é a mais pequena de todas as sementes que ha na terra;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tendo sido semeado, cresce; e faz-se a maior de todas as hortaliças, e cria grandes ramos, de tal maneira que as aves do céu podem aninhar-se debaixo da sua sombra.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muitas parabolas taes lhes fallava a palavra, segundo o que podiam ouvir.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 parabolas nunca lhes fallava; porém tudo declarava em particular aos seus discipulos.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n'aquelle dia, sendo já tarde, disse-lhes: Passemos para a outra banda.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deixando a multidão, o levaram comsigo, assim como estava no barco; e havia tambem com elle outros barquinhos.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uma grande tempestade de vento, e subiam as ondas por cima do barco, de maneira que já se enchia.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estava na pôpa dormindo sobre uma almofada, e despertaram-n'o, e disseram-lhe: Mestre, não se te dá que pereçamos?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despertando, reprehendeu o vento, e disse ao mar: Cala-te, aquieta-te. E o vento se aquietou, e houve grande bonança.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Porque sois tão timidos? Porque não tendes fé?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sentiram um grande temor, e diziam uns aos outros: Mas quem é este, que até o vento e o mar lhe obedecem?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