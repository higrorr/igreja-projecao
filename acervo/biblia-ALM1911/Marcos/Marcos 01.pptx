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Principio do Evangelho de Jesus Christo, Filho de Deus;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 nos prophetas: Eis-que eu envio o meu anjo ante a tua face, o qual preparará o teu caminho diante de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do que clama no deserto: preparae o caminho do Senhor, endireitae as suas veredas.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João baptizando no deserto, e pregando o baptismo do arrependimento, para remissão dos peccados.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provincia da Judea e os de Jerusalem iam ter com elle; e todos eram baptizados por elle no rio Jordão, confessando os seus peccados.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João andava vestido de pellos de camelo, e com um cinto de coiro em redor de seus lombos, e comia gafanhotos e mel silvestre.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prégava, dizendo: Após mim vem aquelle que é mais forte do que eu, ao qual não sou digno de, encurvando-me, desatar a correia das suas alparcas.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em verdade, tenho-vos baptizado com agua; elle, porém, vos baptizará com o Espirito Sancto.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n'aquelles dias que Jesus, tendo ido de Nazareth, da Galilea, foi baptizado por João, no Jordão.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saiu da agua, viu os céus abertos, e o Espirito, que como pomba descia sobre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ouviu-se uma voz dos céus, que dizia: Tu és o meu Filho amado em quem me comprazo.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 Espirito o impelliu para o deserto,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ali no deserto quarenta dias, tentado por Satanaz. E estava com as féras, e os anjos o serviam.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que João foi entregue á prisão, veiu Jesus para a Galilea, prégando o Evangelho do reino de Deus,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O tempo está cumprido, e o reino de Deus está proximo. Arrependei-vos, e crede no Evangelho.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andando junto do mar da Galilea, viu Simão, e André, seu irmão, que lançavam a rede ao mar, porque eram pescadores.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disse: Vinde após mim, e eu farei que sejaes pescadores de homens.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deixando logo as suas redes, o seguiram.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d'ali um pouco mais adiante, viu Thiago, filho de Zebedeo, e João, seu irmão, que estavam no barco concertando as redes,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os chamou. E elles, deixando o seu pae Zebedeo no barco com os jornaleiros, foram após 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entraram em Capernaum, e, logo no sabbado, entrando na synagoga, ensinava.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maravilharam-se da sua doutrina, porque os ensinava como tendo auctoridade, e não como os escribas.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na synagoga d'elles um homem com um espirito immundo, e exclamou,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que temos comtigo, Jesus nazareno? Vieste destruir-nos? Bem sei quem és: o Sancto de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reprehendeu-o Jesus, dizendo: Cala-te, e sae d'elle.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immundo, despedaçando-o, e clamando com grande voz, saiu d'elle.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se admiraram, a ponto de perguntarem entre si, dizendo: Que é isto? que nova doutrina é esta? pois até com auctoridade ordena aos espiritos immundos, e elles lhe obedecem!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correu a sua fama por toda a provincia da Galilea.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logo, saindo da synagoga, foram a casa de Simão e de André com Thiago e João.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sogra de Simão estava deitada com febre; e logo lhe fallaram d'ella.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chegando-se a ella, tomou-a pela mão, e levantou-a: e logo a febre a deixou, e servia-os.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chegado a tarde, quando já se estava pondo o sol, trouxeram-lhe todos os que se achavam enfermos, e os endemoninhados.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cidade se ajuntou á porta.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curou muitos que se achavam enfermos de diversas enfermidades, e expulsou muitos demonios, porém não deixava fallar os demonios, porque o conheciam.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de manhã muito cedo, fazendo ainda escuro, saiu, e foi para um logar deserto, e ali orava.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seguiram-n'o Simão e os que com elle estavam.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achando-o, lhe disseram: Todos te buscam.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Vamos ás aldeias visinhas, para que eu ali tambem prégue; porque para isso vim.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prégava nas synagogas d'elles por toda a Galilea, e expulsava os demonios.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approximou-se d'elle um leproso, rogando-lhe, e pondo-se de joelhos diante d'elle, e dizendo-lhe: Se queres, podes limpar-me.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movido de grande compaixão, estendeu a mão, e tocou-o, e disse-lhe: Quero; sê limpo.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elle dito isto, logo a lepra desappareceu, e ficou limpo.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ameaçando-o, logo o despediu de si,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Olha, não digas nada a ninguem; porém vae, mostra-te ao sacerdote, e offerece pela tua purificação o que Moysés determinou, para lhes servir de testemunho.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tendo elle saido, começou a apregoar muitas coisas, e a divulgar o que acontecera; de sorte que Jesus já não podia entrar publicamente na cidade, mas conservava-se fóra em logares desertos: e de todas as partes iam ter com 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