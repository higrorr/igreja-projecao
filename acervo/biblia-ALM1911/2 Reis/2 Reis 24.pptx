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seus dias subiu Nabucodonosor, rei de Babylonia, e Joaquim ficou tres annos seu servo; depois se virou, e se rebellou contra elle.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enviou contra elle as tro-* *pas dos chaldeos, e as tropas dos syros, e as tropas dos moabitas, e as tropas dos filhos d'Ammon; e as enviou contra Judah, para o destruir, conforme a palavra do Senhor, que fallara pelo ministerio de seus servos, os prophetas.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na verdade, conforme o mandado do Senhor, assim succedeu a Judah, que a tirou de diante da sua face, por causa dos peccados de Manasseh, conforme tudo quanto fizera.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por causa do sangue innocente que derramou, enchendo a Jerusalem de sangue innocente: e por isso o Senhor não quiz perdoar.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Joaquim, e tudo quanto fez, porventura não está escripto no livro das chronicas dos reis de Judah?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Joaquim dormiu com seus paes: e Joachin, seu filho, reinou em seu logar.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do Egypto nunca mais saiu da sua terra; porque o rei de Babylonia tomou tudo quanto era do rei do Egypto, desde o rio do Egypto até ao rio Euphrates.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Joachin dezoito annos de edade quando começou a reinar, e reinou tres mezes em Jerusalem: e era o nome de sua mãe, Nehustha, filha de Elnathan, de Jerusalem.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Senhor, conforme tudo quanto fizera seu pae.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 subiram os servos de Nabucodonosor, rei de Babylonia, a Jerusalem, e a cidade foi cercada.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veiu Nabucodonosor, rei de Babylonia, contra a cidade, quando já os seus servos a estavam cercando.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Joachin, rei de Judah, ao rei de Babylonia, elle, e sua mãe, e seus servos, e seus principes, e seus eunuchos; e o rei de Babylonia o tomou preso, no anno oitavo do seu reinado.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tirou d'ali todos os thesouros da casa do Senhor, e os thesouros da casa do rei: e fendeu todos os vasos d'oiro, que fizera Salomão, rei de Israel, no templo do Senhor, como o Senhor tinha dito.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transportou a toda a Jerusalem, como tambem a todos os principes, e a todos os homens valorosos, dez mil presos, e a todos os carpinteiros e ferreiros: ninguem ficou senão o povo pobre da terra.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transportou Joachin a Babylonia; como tambem a mãe do rei, e as mulheres do rei, e os seus eunuchos, e os poderosos da terra levou presos de Jerusalem a Babylonia.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homens, valentes, até sete mil, e carpinteiros e ferreiros até mil, e todos os varões dextros na guerra, a estes o rei de Babylonia, levou presos para Babylonia.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de Babylonia estabeleceu a Mathanias, seu tio, rei em seu logar: e lhe mudou o nome em Zedekias.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Zedekias vinte e um annos de edade quando começou a reinar, e reinou onze annos em Jerusalem: e era o nome de sua mãe Hamutal, filha de Jeremias, de Libna.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Senhor, conforme tudo quanto fizera Joaquim.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succedeu por causa da ira do Senhor contra Jerusalem, e contra Judah, até os rejeitar de diante da sua face: e Zedekias se rebellou contra o rei de Babylonia.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