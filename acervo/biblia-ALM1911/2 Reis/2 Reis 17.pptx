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duodecimo de Achaz, rei de Judah, começou a reinar Hoseas, filho de Ela, e reinou sobre Israel, em Samaria, nove annos.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Senhor, comtudo não como os reis de Israel que foram antes d'elle.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elle subiu Salmanasar, rei da Assyria: e Hoseas ficou sendo servo d'elle, e pagava-lhe presentes.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da Assyria achou em Hoseas conspiração; porque enviara mensageiros a So, rei do Egypto, e não pagava presentes ao rei da Assyria cada anno, como d'antes: então o rei d'Assyria o encerrou e aprisionou na casa do carcere.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 da Assyria subiu por toda a terra, e veiu até Samaria, e a cercou tres annos.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nono de Hoseas, o rei da Assyria tomou a Samaria, e transportou a Israel para a Assyria: e fel-os habitar em Halah, e em Habor, junto ao rio de Gozan, e nas cidades dos medos.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succedeu, que os filhos de Israel peccaram contra o Senhor seu Deus, que os fizera subir da terra do Egypto, de debaixo da mão de Pharaó, rei do Egypto; e temeram a outros deuses,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andaram nos estatutos das nações que o Senhor lançara fóra de diante dos filhos de Israel, e nos dos reis de Israel, que elles fizeram.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Israel fizeram secretamente coisas que não eram rectas, contra o Senhor seu Deus; e edificaram altos em todas as suas cidades, desde a torre das atalaias até á cidade forte.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 estatuas e imagens do bosque, em todos os altos outeiros, e debaixo de todas as arvores verdes.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queimaram ali incenso em todos os altos, como as nações, que o Senhor transportara de diante d'elles: e fizeram coisas ruins, para provocarem á ira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serviram os idolos, dos quaes o Senhor lhes disséra: Não fareis estas coisas.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protestou a Israel e a Judah, pelo ministerio de todos os prophetas e de todos os videntes, dizendo: Converte-os de vossos maus caminhos, e guardae os meus mandamentos e os meus estatutos, conforme toda a lei que ordenei a vossos paes e que eu vos enviei pelo ministerio de meus servos, os prophetas.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deram ouvidos; antes endureceram a sua cerviz, como a cerviz de seus paes, que não creram no Senhor seu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rejeitaram os seus estatutos, e o seu concerto, que fizera com seus paes, como tambem os seus testemunhos, com que protestara contra elle: e andaram após a vaidade, e ficaram vãos; como tambem após as nações, que estavam em roda d'elles, das quaes o Senhor lhes tinha ordenado que não fizessem como ellas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deixaram todos os mandamentos do Senhor seu Deus, e fizeram imagens de fundição, dois bezerros: e fizeram um idolo do bosque, e se prostraram perante todo o exercito do céu, e serviram a Baal.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fizeram passar pelo fogo a seus filhos e suas filhas, e deram-se a adivinhações, e criam em agouros; e venderam-se para fazer o que parecia mal aos olhos do Senhor, para o provocarem á ira.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 muito se indignou sobre Israel, e os tirou de diante da sua face: nada mais ficou, senão só a tribu de Judah.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Judah não guardou os mandamentos do Senhor seu Deus; antes andaram nos estatutos de Israel, que elles fizeram.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 rejeitou a toda a semente de Israel, e os opprimiu, e os deu nas mãos dos despojadores, até que os tirou de diante da sua presença.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rasgou a Israel da casa de David, e fizeram rei a Jeroboão, filho de Nebat: e Jeroboão apartou a Israel de após o Senhor, e os fez peccar um grande peccado.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andaram os filhos de Israel em todos os peccados de Jeroboão, que tinha feito: nunca se apartaram d'elles.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o Senhor tirou a Israel de diante da sua presença, como fallara pelo ministerio de todos os seus servos, os prophetas: assim foi Israel transportado da sua terra a Assyria até ao dia de hoje.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da Assyria trouxe gente de Babel, e de Cutha, e de Ava, e de Hamath e Sefarvaim, e a fez habitar nas cidades de Samaria, em logar dos filhos d'Israel: e tomaram a Samaria em herança, e habitaram nas suas cidades.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principio da sua habitação ali, não temeram ao Senhor: e mandou entre elles o Senhor leões, que mataram a alguns d'elles.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fallaram ao rei da Assyria, dizendo: A gente que transportaste, e fizeste habitar nas cidades de Samaria, não sabe o costume do Deus da terra: pelo que mandou leões entre ellas, e eis que os matam, porquanto não sabem o culto do Deus da terra.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d'Assyria mandou dizer: Levae ali um dos sacerdotes que transportastes de lá; e vão-se, e habitem lá: e elle lhes ensine o costume do Deus da terra.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um dos sacerdotes que transportaram de Samaria, e habitou em Bethel, e lhes ensinou como deviam temer ao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cada nação fez os seus deuses, e os pozeram nas casas dos altos que os samaritanos fizeram, cada nação nas suas cidades, nas quaes habitavam.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 Babel fizeram Succoth-*benoth; e os de Cutha fizeram Nergal; e os de Hamath fizeram Asima.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aveos fizeram Nibha e Tartak: e os sepharvitas queimavam seus filhos a fogo, a Adram-melech, e a Anam-melech, deuses de Sepharvaim.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temiam ao Senhor: e dos mais baixos se fizeram sacerdotes dos logares altos, os quaes lhes faziam o ministerio nas casas dos logares altos.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ao Senhor temiam, e tambem a seus deuses serviam, segundo o costume das nações d'entre as quaes transportaram aquellas.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ao dia de hoje fazem segundo os primeiros costumes: não temem ao Senhor, nem fazem segundo os seus estatutos, e segundo as suas ordenanças, e segundo a lei, e segundo o mandamento que o Senhor ordenou aos filhos de Jacob, a quem deu o nome d'Israel.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o Senhor tinha feito um concerto com elles, e lhes ordenara, dizendo: Não temereis a outros deuses, nem vos inclinareis diante d'elles, nem os servireis, nem lhes sacrificareis.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Senhor, que vos fez subir da terra do Egypto com grande força e com braço estendido, a este temereis, e a elle vos inclinareis, e a elle sacrificareis.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estatutos, e as ordenanças, e a lei, e o mandamento, que vos escreveu, tereis cuidado de fazer todos os dias: e não temereis a outros deuses.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concerto que fiz comvosco vos não esquecereis: e não temereis a outros deuses.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 Senhor vosso Deus temereis, e elle vos livrará das mãos de todos os vossos inimigos.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não ouviram; antes fizeram segundo o seu primeiro costume.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estas nações temiam ao Senhor e serviam as suas imagens de esculptura: tambem seus filhos, e os filhos de seus filhos, como fizeram seus paes, assim fazem elles até ao dia de hoje.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