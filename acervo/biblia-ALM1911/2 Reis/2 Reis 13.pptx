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vinte e tres de Joás, filho d'Achazias, rei de Judah, começou a reinar Joachaz, filho de Jehu, sobre Israel, em Samaria, e reinou dezesete annos.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parecia mal aos olhos do Senhor; porque seguiu os peccados de Jeroboão, filho de Nebat, que fez peccar a Israel; não se apartou d'elles.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 ira do Senhor se accendeu contra Israel: e deu-os na mão de Hazael, rei da Syria, e na mão de Ben-hadad, filho de Hazael, todos aquelles dias.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Joachaz supplicou diante da face do Senhor: e o Senhor o ouviu; pois viu a oppressão de Israel, porque os opprimia o rei da Syria.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deu um salvador a Israel, e sairam de debaixo das mãos dos syros: e os filhos de Israel habitaram nas suas tendas, como d'antes.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(Comtudo não se apartaram dos peccados da casa de Jeroboão, que fez peccar a Israel; porém elle andou n'elles: e tambem o bosque ficou em pé em Samaria.)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deixou a Joachaz mais povo, senão só cincoenta cavalleiros, e dez carros, e dez mil homens de pé: porquanto o rei da Syria os tinha destruido e os tinha feito como o pó, trilhando-os.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Joachaz, e tudo quanto fez mais, e o seu poder, porventura não está escripto no livro das chronicas dos reis de Israel?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Joachaz dormiu com seus paes, e o sepultaram em Samaria: e Jehoás, seu filho, reinou em seu logar.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trinta e sete de Joás, rei de Judah, começou a reinar Jehoás, filho de Joachaz, sobre Israel, em Samaria, e reinou dezeseis annos.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parecia mal aos olhos do Senhor: não se apartou de nenhum dos peccados de Jeroboão, filho de Nebat, que fez peccar a Israel, porém andou n'elles.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Jehoás, e tudo quanto fez mais, e o seu poder, com que pelejou contra Amasias, rei de Judah, porventura não está escripto no livro das chronicas dos reis de Israel?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Jehoás dormiu com seus paes, e Jeroboão se assentou no seu throno: e Jehoás foi sepultado em Samaria, junto aos reis de Israel.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Eliseo estava doente da sua doença de que morreu: e Jehoás, rei de Israel, desceu a elle, e chorou sobre o seu rosto, e disse: Meu pae, meu pae, o carro de Israel, e seus cavalleiros!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Eliseo lhe disse: Toma um arco e frechas. E tomou um arco e frechas.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ao rei de Israel: Põe a tua mão sobre o arco. E poz sobre elle a sua mão; e Eliseo poz as suas mãos sobre as mãos do rei.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Abre a janella para o oriente. E abriu-a. Então disse Eliseo: Atira. E atirou; e disse: A frecha do livramento do Senhor é a frecha do livramento contra os syros; porque ferirás os syros em Afek, até os consumir.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mais: Toma as frechas. E tomou-as. Então disse ao rei de Israel: Fere a terra. E feriu-a tres vezes, e cessou.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homem de Deus se indignou muito contra elle, e disse: Cinco ou seis vezes a deverias ter ferido: então feririas os syros até os consumir: porém agora só tres vezes ferirás os syros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morreu Eliseo, e o sepultaram. Ora as tropas dos moabitas invadiram a terra á entrada do anno.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enterrando elles um homem, eis que viram uma tropa, e lançaram o homem na sepultura de Eliseo: e, caindo n'ella o homem, e tocando os ossos de Eliseo, reviveu, e se levantou sobre os seus pés.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Hazael, rei da Syria, opprimiu a Israel todos os dias de Jehoás.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teve misericordia d'elles, e se compadeceu d'elles, e tornou para elles, por amor do seu concerto em Abrahão, Isaac e Jacob: e não os quiz destruir, e não os lançou ainda da sua presença.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Hazael, rei da Syria: e Ben-hadad, seu filho, reinou em seu logar.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Jehoás, filho de Joachaz, tornou a tomar as cidades das mãos de Ben-hadad, que elle tinha tomado das mãos de Joachaz, seu pae, na guerra: tres vezes Jehoás o feriu, e recuperou as cidades de 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