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Athalia, mãe de Achazias, que seu filho era morto, levantou-se, e destruiu toda a semente real.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Josebath, filha do rei Jorão, irmã de Achazias, tomou a Joás, filho de Achazias, e o furtou d'entre os filhos do rei, aos quaes matavam, e o poz, a elle e á sua ama na recamara, e o escondeu d'Athalia, e assim não o mataram.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esteve com ella escondido na casa do Senhor seis annos: e Athalia reinava sobre a terra.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setimo anno enviou Joiada, e tomou os centuriões, com os capitães, e com os da guarda, e os metteu comsigo na casa do Senhor: e fez com elles um concerto e os ajuramentou na casa do Senhor, e lhes mostrou o filho do rei.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deu-lhes ordem, dizendo: Esta é a obra que vós haveis de fazer: uma terça parte de vós, que entra no sabbado, fará a guarda da casa do rei: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outra terça parte estará á porta Sur; e a outra terça parte á porta detraz dos da guarda: assim fareis a guarda d'esta casa, affastando a todos.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duas partes de vós, a saber, todos os que saem no sabbado, farão a guarda da casa do Senhor junto ao rei.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rodeareis o rei, cada um com as suas armas nas mãos, e aquelle que entrar entre as fileiras o matarão; e vós estareis com o rei quando sair e quando entrar.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Fizeram pois os centuriões conforme tudo quanto ordenara o sacerdote Joiada, tomando cada um os seus homens, tanto aos que entravam no sabbado como aos que sahiam no sabbado; e vieram ao sacerdote Joiada.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sacerdote deu aos centuriões as lanças, e os escudos que haviam sido do rei David, que estavam na casa do Senhor.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da guarda se pozeram, cada um com as armas na mão, desde o lado direito da casa até ao lado esquerdo da casa, da banda do altar, e da banda da casa, junto ao rei em redor.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elle tirou o filho do rei, e lhe poz a corôa, e lhe deu o testemunho; e o fizeram rei, e o ungiram, e bateram as mãos, e disseram: Viva o rei!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Athalia, ouvindo a voz dos da guarda e do povo, entrou ao povo na casa do Senhor.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olhou, e eis que o rei estava junto á columna, conforme o costume, e os capitães e as trombetas junto ao rei, e todo o povo da terra estava alegre e tocava as trombetas: então Athalia rasgou os seus vestidos, e clamou: Traição! Traição!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sacerdote Joiada deu ordem aos centuriões que commandavam as tropas, e disse-lhes: Tirae-a para fóra das fileiras, e a quem a seguir matae-o á espada. Porque o sacerdote disse: Não a matem na casa do Senhor.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lançaram-lhe as mãos a ella, e foi pelo caminho da entrada dos cavallos á casa do rei, e ali a mataram.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Joiada fez um concerto entre o Senhor e o rei e o povo, que seria o povo do Senhor; como tambem entre o rei e o povo.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todo o povo da terra entrou na casa de Baal, e a derribaram, como tambem os seus altares, e as suas imagens totalmente quebraram, e a Mattan, sacerdote de Baal, mataram perante os altares: então o sacerdote poz officiaes sobre a casa do Senhor.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 os centuriões, e os capitães, e os da guarda, e todo o povo da terra: e conduziram da casa do Senhor o rei, e vieram, pelo caminho da porta dos da guarda, á casa do rei, e se assentou no throno dos reis.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povo da terra se alegrou, e a cidade repousou, depois que mataram a Athalia á espada junto á casa do rei.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 Joás da edade de sete annos quando o fizeram rei.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