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Josias oito annos d'edade quando começou a reinar, e reinou trinta e um annos em Jerusalem: e era o nome de sua mãe, Jedida, filha de Adais, de Boskath.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Senhor; e andou em todo o caminho de David, seu pae, e não se apartou d'elle nem para a direita nem para a esquerda.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no anno decimo oitavo do rei Josias, o rei mandou ao escrivão Saphan, filho de Asalias, filho de Mesullam, á casa do Senhor,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 a Hilkias, o summo sacerdote, para que tome o dinheiro que se trouxe á casa do Senhor, o qual os guardas do umbral da porta ajuntaram do povo,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dêem na mão dos que teem cargo da obra, e estão encarregados da casa do Senhor; para que o dêem áquelles que fazem a obra que ha na casa do Senhor, para repararem as quebraduras da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carpinteiros, e aos edificadores, e aos pedreiros: e para comprar madeira e pedras lavradas, para repararem 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com elles se não fez conta do dinheiro que se lhes entregara nas suas mãos, porquanto obravam com fidelidade.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summo sacerdote Hilkias, ao escrivão Saphan: Achei o livro da lei na casa do Senhor. E Hilkias deu o livro a Saphan, e elle o leu.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escrivão Saphan veiu ao rei, e referiu ao rei a resposta; e disse: Teus servos ajuntaram o dinheiro que se achou na casa, e o entregaram na mão dos que teem cargo da obra, que estão encarregados da casa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Saphan, o escrivão, fez saber ao rei, dizendo: O sacerdote Hilkias me deu um livro. E Saphan o leu diante do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ouvindo o rei as palavras do livro da lei, rasgou os seus vestidos.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mandou a Hilkias, o sacerdote, e a Ahikam, filho de Saphan, e a Acbor, filho de Micaias, e a Saphan, o escrivão, e a Asaias, o servo do rei,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e consultae ao Senhor por mim, e pelo povo, e por todo o Judah, ácerca das palavras d'este livro que se achou; porque grande é o furor do Senhor, que se accendeu contra nós; porquanto nossos paes não deram ouvidos ás palavras d'este livro, para fazerem conforme tudo quanto de nós está escripto.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o sacerdote Hilkias, e Ahikam, e Acbor, e Saphan, e Asaias á prophetiza Hulda, mulher de Sallum, filho de Tikva, o filho de Harhas, o guarda das vestiduras (e ella habitava em Jerusalem, na segunda parte,) e lhe fallaram.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lhes disse: Assim diz o Senhor, o Deus de Israel: Dizei ao homem que vos enviou a mim: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trarei mal sobre este logar, e sobre os seus moradores, a saber: todas as palavras do livro que leu o rei de Judah.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me deixaram, e queimaram incenso a outros deuses, para me provocarem á ira por todas as obras das suas mãos, o meu furor se accendeu contra este logar, e não se apagará.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rei de Judah, que vos enviou a consultar ao Senhor, assim lhe direis: Assim diz o Senhor o Deus de Israel ácerca das palavras, que ouviste: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teu coração se enterneceu, e te humilhaste perante o Senhor, quando ouviste o que fallei contra este logar, e contra os seus moradores, que seria para assolação e para maldição, e que rasgaste os teus vestidos, e choraste perante mim, tambem eu te ouvi, diz 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eis que eu te ajuntarei a teus paes, e tu serás ajuntado em paz á tua sepultura, e os teus olhos não verão todo o mal que hei de trazer sobre este logar. Então tornaram a trazer ao rei a resposta.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