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setimo de Jehu começou a reinar Joás, e quarenta annos reinou em Jerusalem: e era o nome de sua mãe Zibia, de Berseba.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Joás o que era recto aos olhos do Senhor todos os dias em que o sacerdote Joiada o dirigia.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os altos se não tiraram: porque ainda o povo sacrificava e queimava incenso nos altos.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Joás aos sacerdotes: Todo o dinheiro das coisas sanctas que se trouxer á casa do Senhor, a saber, o dinheiro d'aquelle que passa o arrolamento, o dinheiro de cada uma das pessoas, segundo a sua avaliação, e todo o dinheiro que trouxer cada um voluntariamente para a casa do Senhor,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sacerdotes o recebam, cada um dos seus conhecidos; e elles reparem as quebraduras da casa, segundo toda a quebradura que se achar n'ella.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porém que, no anno vinte e tres do rei Joás, os sacerdotes ainda não tinham reparado as quebraduras da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Joás chamou o sacerdote Joiada e os mais sacerdotes, e lhes disse: Porque não reparaes as quebraduras da casa? Agora, pois, não tomeis mais dinheiro de vossos conhecidos, mas dae-o pelas quebraduras da casa.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consentiram os sacerdotes em não tomarem mais dinheiro do povo, nem em repararem as quebraduras da casa.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Porem o sacerdote Joiada tomou uma arca, e fez um buraco na tampa; e a poz ao pé do altar, á mão direita dos que entravam na casa do Senhor: e os sacerdotes que guardavam a entrada da porta mettiam ali todo o dinheiro que se trazia á casa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vendo elles que já havia muito dinheiro na arca, o escrivão do rei subia com o summo sacerdote, e contavam e ensacavam o dinheiro que se achava na casa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dinheiro, depois de pesado, davam nas mãos dos que faziam a obra, que tinham a seu cargo a casa do Senhor: e elles o distribuiam aos carpinteiros, e aos edificadores que reparavam a casa do Senhor;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aos pedreiros e aos cabouqueiros, e para se comprar madeira e pedras de cantaria para repararem as quebraduras da casa do Senhor, e para tudo quanto para a casa se dava para a repararem.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do dinheiro que se trazia á casa do Senhor não se faziam nem taças de prata, nem garfos, nem bacias, nem trombetas, nem nenhum vaso de oiro ou vaso de prata para a casa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davam aos que faziam a obra, e reparavam com elle a casa do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não pediam contas aos homens em cujas mãos entregavam aquelle dinheiro, para o dar aos que faziam a obra, porque obravam com fidelidade.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dinheiro de sacrificio por delictos, e o dinheiro por sacrificio de peccados, se não trazia á casa do Senhor; porém era para os sacerdotes.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Hazael, rei da Syria, e pelejou contra Gath, e a tomou: depois Hazael fez rosto a marchar contra Jerusalem.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Joás, rei de Judah, tomou todas as coisas sanctas que Josaphat, e Jorão, e Achazias, seus paes, reis de Judah, consagraram, como tambem todo o oiro que se achou nos thesouros da casa do Senhor e na casa do rei: e o mandou a Hazael, rei da Syria; e então se retirou de Jerusalem.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Joás, e tudo quanto fez mais,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os seus servos, e conspiraram contra elle: e feriram a Joás na casa de Millo, que desce para Silla.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Jozacar, filho de Simeath, e Jozabad, filho de Somer, seus servos, o feriram, e morreu, e o sepultaram com seus paes na cidade de David: e Amasias,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