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dezesete de Peka, filho de Remalias, começou a reinar Achaz, filho de Jothão,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Achaz vinte annos de edade quando começou a reinar, e reinou dezeseis annos em Jerusalem, e não fez o que era recto aos olhos do Senhor seu Deus, como David, seu pae.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andou no caminho dos reis de Israel: e até a seu filho fez passar pelo fogo, segundo as abominações dos gentios que o Senhor lançára fóra de diante dos filhos de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sacrificou, e queimou incenso nos altos e nos outeiros, como tambem debaixo de todo o arvoredo.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subiu Resin, rei da Syria, com Peka, filho de Remalias, rei de Israel, a Jerusalem, á peleja; e cercaram a Achaz, porém não o poderam vencer.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tempo Resin, rei da Syria, restituiu Elath á Syria, e lançou fóra de Elath os judeus: e os syros vieram a Elath, e habitaram ali até ao dia d'hoje.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Achaz enviou mensageiros a Tiglath-pileser, rei da Assyria, dizendo: Eu sou teu servo e teu filho; sobe, e livra-me das mãos do rei da Syria, e das mãos do rei de Israel, que se levantam contra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Achaz a prata e o oiro que se achou na casa do Senhor e nos thesouros da casa do rei, e mandou um presente ao rei da Assyria.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da Assyria lhe deu ouvidos; pois o rei da Assyria subiu contra Damasco, e tomou-a, e levou-os presos a Kir, e matou a Resin.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Achaz foi a Damasco, a encontrar-se com Tiglath-pileser, rei da Assyria, e, vendo um altar que estava em Damasco, o rei Achaz enviou ao sacerdote Urias a similhança do altar, e o modelo, conforme toda a sua feição.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Urias, o sacerdote, edificou um altar conforme tudo o que o rei Achaz tinha ordenado de Damasco; assim o fez o sacerdote Urias, entretanto que o rei Achaz viesse de Damasco.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o rei de Damasco, o rei viu o altar; e o rei se chegou ao altar, e sacrificou n'elle.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queimou o seu holocausto, e a sua offerta de manjares, e derramou a sua libação: e espargiu o sangue dos seus sacrificios pacificos n'aquelle altar.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altar de cobre, que estava perante o Senhor, tirou de diante da casa, de entre o seu altar e a casa do Senhor, e pôl-o ao lado do seu altar, da banda do norte.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Achaz mandou a Urias o sacerdote, dizendo: No grande altar queima o holocausto de pela manhã, como tambem a offerta de manjares de noite, e o holocausto do rei, e a sua offerta de manjares, e o holocausto de todo o povo da terra, a sua offerta de manjares, e as suas offertas de bebida e todo o sangue dos holocaustos, e todo o sangue dos sacrificios espargirás n'elle; porém o altar de cobre será para mim, para inquirir d'elle.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Urias, o sacerdote, conforme tudo quanto o rei Achaz lhe ordenara.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Achaz cortou as cintas das bases, e de cima d'ellas tomou a pia, e o mar tirou de sobre os bois de cobre, que estavam debaixo d'elle, e pôl-o sobre um soalho de pedra.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coberta do sabbado, que edificaram na casa, e a entrada de fóra do rei, retirou da casa do Senhor, por causa do rei da Assyria.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Achaz, e o que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Achaz com seus paes, e foi sepultado junto a seus paes, na cidade de David: e Ezequias,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