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25:1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que, no nono anno do seu reinado, no mez decimo, aos dez do mez, Nabucodonosor, rei de Babylonia, veiu contra Jerusalem, elle e todo o seu exercito, e se acampou contra ella, e levantaram contra ella tranqueiras em redor.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25:2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cidade foi sitiada até ao undecimo anno do rei Zedekias.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25:3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Aos nove do mez quarto, quando a cidade se via apertada da fome, nem havia pão para o povo da terra.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25:4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a cidade foi arrombada, e todos os homens de guerra fugiram de noite pelo caminho da porta, entre os dois muros que estavam junto ao jardim do rei (porque os chaldeos estavam contra a cidade em redor), e o rei se foi pelo caminho da campina.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25:5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o exercito dos chaldeos perseguiu o rei, e o alcançaram nas campinas de Jericó: e todo o seu exercito se dispersou d'elle.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25:6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tomaram o rei, e o fizeram subir ao rei de Babylonia, a Ribla: e procederam contra elle.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25:7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aos filhos de Zedekias degolaram diante dos seus olhos: e vasaram os olhos a Zedekias, e o ataram com duas cadeias de bronze, e o levaram a Babylonia.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25:8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no quinto mez no setimo dia do mez (este era o anno decimo nono de Nabucodonosor rei de Babylonia), veiu Nebuzaradan, capitão da guarda, servo do rei de Babylonia, a Jerusalem,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25:9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queimou a casa do Senhor e a casa do rei, como tambem todas as casas de Jerusalem, e todas as casas dos grandes, queimou.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25:10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todo o exercito dos chaldeos, que estava com o capitão da guarda, derribou os muros em redor de Jerusalem.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25:11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mais do povo que deixaram ficar na cidade, e os rebeldes que se renderam ao rei de Babylonia, e o mais da multidão, Nebuzaradan, o capitão da guarda, levou presos.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25:12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dos mais pobres da terra deixou o capitão da guarda ficar alguns para vinheiros e para lavradores.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25:13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Quebraram mais os chaldeos as columnas de cobre que estavam na casa do Senhor, como tambem as bases e o mar de cobre que estavam na casa do Senhor: e levaram o seu bronze para Babylonia.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25:14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tomaram as caldeiras, e as pás, e os apagadores, e os perfumadores, e todos os vasos de cobre, com que se ministrava.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25:15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o capitão da guarda tomou os braseiros, e as bacias, o que era de puro oiro, em oiro e o que era de prata, em prata.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25:16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duas columnas, um mar, e as bases, que Salomão fizera para a casa do Senhor: o cobre de todos estes vasos não tinha peso.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25:17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altura d'uma columna era de dezoito covados, e sobre ella havia um capitel de cobre, e de altura tinha o capitel tres covados; e a rede, e as romãs em roda do capitel, tudo era de cobre; e similhante a esta era a outra columna com a rede.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25:18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o capitão da guarda tomou a Seraias, primeiro sacerdote, e a Zephanias segundo sacerdote, e aos tres guardas do umbral da porta.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25:19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da cidade tomou a um eunucho, que tinha cargo da gente de guerra, e a cinco homens dos que viam a face do rei, e se acharam na cidade, como tambem ao escrivão-mór do exercito, que registrava o povo da terra para a guerra, e a sessenta homens do povo da terra, que se acharam na cidade.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25:20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tomando-os Nebuzaradan, o capitão da guarda, os trouxe ao rei de Babylonia, a Ribla.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25:21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rei de Babylonia os feriu e os matou em Ribla, na terra de Hamath: e Judah foi levado preso para fóra da sua terra.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25:22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Porém, quanto ao povo que ficava na terra de Judah, e Nabucodonosor, rei de Babylonia, deixou ficar, poz sobre elle por maioral a Gedalias, filho de Ahikam, filho de Saphan.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25:23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Ouvindo pois os capitães dos exercitos, elles e os seus homens, que o rei de Babylonia puzera a Gedalias por maioral, vieram a Gedalias, a Mispah, a saber: Ishmael, filho de Nethanias, e Johanan, filho de Kareath, e Seraias, filho de Tanhumeth, o netophatita, e Jazanias, filho do Maacatita, elles e os seus homens.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25:24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Gedalias jurou a elles e aos seus homens, e lhes disse: Não temaes ser servos dos chaldeos: ficae na terra, e servi ao rei de Babylonia, e bem vos irá.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25:25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Succedeu, porém, que, no setimo mez, veiu Ishmael, filho de Nethanias, o filho de Elisama, da semente real, e dez homens com elle, e feriram a Gedalias, e elle morreu, como tambem aos judeos, e aos chaldeos que estavam com elle em Mispah.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25:26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todo o povo se levantou, desde o mais pequeno até ao maior, como tambem os capitães dos exercitos, e vieram ao Egypto, porque temiam os chaldeos.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25:27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d'isto succedeu que, no anno trinta e sete do captiveiro de Joaquim, rei de Judah, no mez duodecimo, aos vinte e sete do mez, Evil-*merodac, rei de Babylonia, levantou, no anno em que reinou, a cabeça de Joaquim, rei de Judah, da casa da prisão.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25:28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lhe fallou benignamente: e poz o seu throno acima do throno dos reis que estavam com elle em Babylonia.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25:29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lhe mudou os vestidos da prisão, e de continuo comeu pão na sua presença todos os dias da sua vida.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25:30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quanto á sua subsistencia, pelo rei lhe foi dada subsistencia continua, a porção de cada dia no seu dia, todos os dias da sua vida.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