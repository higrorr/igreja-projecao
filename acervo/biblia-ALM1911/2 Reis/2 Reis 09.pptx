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propheta Eliseo chamou um dos filhos dos prophetas, e lhe disse: Cinge os teus lombos, e toma esta almotolia de azeite na tua mão, e vae-te a Ramoth de Gilead;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lá, vê onde está Jehu, filho de Josaphat, filho de Nimsi: e entra, e faze que elle se levante do meio de seus irmãos, e leva-o á camara interior.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 a almotolia de azeite, e derrama-o sobre a sua cabeça, e dize: Assim diz o Senhor: Ungi-te rei sobre Israel. Então abre a porta, e foge, e não te detenhas.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pois o mancebo, o joven propheta, a Ramoth de Gilead.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elle, eis que os capitães do exercito estavam assentados ali; e disse: Capitão, tenho uma palavra que te dizer. E disse Jehu: A qual de todos nós? E disse: A ti, capitão!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levantou, e entrou na casa, e derramou o azeite sobre a sua cabeça, e lhe disse: Assim diz o Senhor Deus de Israel: Ungi-te rei sobre o povo do Senhor, sobre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ferirás a casa de Achab, teu senhor, para que eu vingue o sangue de meus servos, os prophetas, e o sangue de todos os servos do Senhor da mão de Jezabel.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casa de Achab perecerá; e destruirei d'Achab todo o varão, tanto o encerrado como o desamparado em Israel.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á casa d'Achab hei de fazer como á casa de Jeroboão, filho de Nebat, e como á casa de Baása, filho d'Ahias.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cães comerão a Jezabel no pedaço de campo de Jizreel; não haverá quem a enterre. Então abriu a porta, e fugiu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Jehu aos servos do seu senhor, disseram-lhe: Vae tudo bem? porque veiu a ti este louco? E elle lhes disse: Bem conheceis o homem e o seu fallar.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disseram: É mentira; agora faze-nol-o saber. E disse: Assim e assim me fallou, dizendo: Assim diz o Senhor: Ungi-te rei sobre Israel.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apressaram, e tomou cada um o seu vestido, e o poz debaixo d'elle, no mais alto degrau: e tocaram a buzina, e disseram: Jehu reina!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Jehu, filho de Josaphat, filho de Nimsi, conspirou contra Jorão. Tinha porém Jorão cercado a Ramoth de Gilead, elle e todo o Israel, por causa de Hazael, rei da Syria.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rei Jorão voltou para se curar em Jizreel das feridas que os syros lhe fizeram, quando pelejou contra Hazael, rei da Syria. E disse Jehu: Se é da vossa vontade, ninguem saia da cidade, nem escape, para ir denunciar isto em Jizreel.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Jehu subiu a um carro, e foi-se a Jizreel, porque Jorão estava deitado ali: e tambem Achazias, rei de Judah, descera para vêr a Jorão.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atalaia estava na torre de Jizreel, e viu a tropa de Jehu, que vinha, e disse: Vejo uma tropa. Então disse Jorão: Toma um cavalleiro, e envia-lh'o ao encontro; e diga: Ha paz?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cavalleiro lhe foi ao encontro, e disse: Assim diz o rei: Ha paz? E disse Jehu: Que tens tu que fazer com a paz? Vira-te para traz de mim. E o atalaia o fez saber, dizendo: Chegou a elles o mensageiro, porém não volta.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outro cavalleiro; e, chegando este a elles, disse: Assim diz o rei: Ha paz? E disse Jehu: Que tens tu que fazer com a paz? Vira-te para traz de mim.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atalaia o fez saber, dizendo: Tambem este chegou a elles, porém não volta; e o andar parece como o andar de Jehu, filho de Nimsi, porque anda furiosamente.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Jorão: Apparelha o carro. E apparelharam o seu carro. E saiu Jorão, rei de Israel, e Achazias, rei de Judah, cada um em seu carro, e sairam ao encontro a Jehu, e o acharam no pedaço de campo de Naboth, o jizreelita.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vendo Jorão a Jehu, disse: Ha paz, Jehu? E disse elle: Que paz, emquanto as fornicações da tua mãe Jezabel e as suas feitiçarias são tantas?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Jorão voltou as mãos, e fugiu; e disse a Achazias: Traição ha, Achazias.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Jehu entesou o seu arco com toda a força, e feriu a Jorão entre os braços, e a frecha lhe saiu pelo coração; e se encurvou no seu carro.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Jehu disse a Bidkar, seu capitão: Toma-o, lança-o no pedaço do campo de Naboth, o jizreelita; porque, lembra-te de que, indo eu e tu juntos a cavallo após seu pae, Achab, o Senhor poz sobre elle esta carga, dizendo: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certo que se eu não visse hontem á tarde o sangue de Naboth e o sangue de seus filhos, diz o Senhor, tambem não t'o pagaria n'este pedaço de campo, diz o Senhor. Agora, pois, toma-o, e lança-o n'este pedaço de campo, conforme a palavra do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vendo Achazias, rei de Judah, fugiu pelo caminho da casa do jardim, porém Jehu seguiu após elle, e disse: Tambem feri a este no carro á subida de Gur, que está junto a Jibleam. E fugiu a Megiddo, e morreu ali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servos o levaram n'um carro a Jerusalem, e o sepultaram na sua sepultura junto a seus paes, na cidade de David.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(E no anno undecimo de Jorão, filho d'Achab, começou Achazias a reinar sobre Judah.)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Jehu veiu a Jizreel, o que ouvindo Jezabel, se pintou em volta dos olhos, e enfeitou a sua cabeça, e olhou pela janella.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Jehu pelas portas, disse ella: Teve paz Zimri, que matou a seu senhor?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 elle o rosto para a janella e disse: Quem é comigo? quem? E dois ou tres eunuchos olharam para elle.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Lançae-a d'alto abaixo. E lançaram-a d'alto abaixo: e foram salpicados com o seu sangue a parede e os cavallos, e elle a atropellou.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elle pois, e havendo comido e bebido, disse: Olhae por aquella maldita, e sepultae-a, porque é filha de rei.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para a sepultar; porém não acharam d'ella senão sómente a caveira, e os pés, e as palmas das mãos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voltaram, e lh'o fizeram saber; e elle disse: Esta é a palavra do Senhor, a qual fallou pelo ministerio de Elias, o tesbita, seu servo, dizendo: No pedaço do campo de Jizreel os cães comerão a carne de Jezabel.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cadaver de Jezabel será como esterco sobre o campo, no pedaço de Jizreel: que se não possa dizer: Esta é Jezabel.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