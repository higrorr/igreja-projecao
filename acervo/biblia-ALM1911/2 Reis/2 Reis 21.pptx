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Manasseh doze annos de edade quando começou a reinar, e cincoenta e cinco annos reinou em Jerusalem: e era o nome de sua mãe Hephsiba.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conforme as abominações dos gentios que o Senhor desterrara de suas possessões de diante dos filhos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tornou a edificar os altos que Ezequias, seu pae, tinha destruido, e levantou altares a Baal, e fez um bosque como o que fizera Achab, rei d'Israel, e se inclinou diante de todo o exercito dos céus, e os serviu.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altares na casa do Senhor, de que o Senhor tinha dito: Em Jerusalem porei o meu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altares a todo o exercito dos céus em ambos os atrios da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fez passar a seu filho pelo fogo, e adivinhava pelas nuvens, e era agoureiro, e ordenou adivinhos e feiticeiros: e proseguiu em fazer mal aos olhos do Senhor, para o provocar á ira.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poz uma imagem de esculptura, do bosque que tinha feito, na casa de que o Senhor dissera a David e a Salomão, seu filho: N'esta casa e em Jerusalem, que escolhi de todas as tribus d'Israel, porei o meu nome para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não farei mover o pé d'Israel d'esta terra que tenho dado a seus paes; comtanto sómente que tenham cuidado de fazer conforme tudo o que lhes tenho ordenado, e conforme toda a lei que Moysés, meu servo, lhes ordenou.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ouviram; porque Manasseh de tal modo os fez errar, que fizeram peior do que as nações, que o Senhor tinha destruido de diante dos filhos de 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fallou pelo ministerio de seus servos, os prophetas,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Manasseh, rei de Judah, fez estas abominações, fazendo peior do que quanto fizeram os amorrheos, que antes d'elle foram, e até tambem a Judah fez peccar com os seus idolos;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assim diz o Senhor Deus de Israel: Eis que hei de trazer um mal sobre Jerusalem e Judah, que qualquer que ouvir, lhe ficarão retinindo ambas as orelhas.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estenderei sobre Jerusalem o cordel de Samaria e o prumo da casa de Achab: e limparei a Jerusalem, como quem limpa a escudela, a limpa e a vira sobre a sua 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desampararei o resto da minha herança, entregal-os-hei na mão de seus inimigos; e far-se-hão roubo e despojo para todos os seus inimigos.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fizeram o que parecia mal aos meus olhos, e me provocaram á ira, desde o dia em que seus paes sairam do Egypto até hoje.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tambem Manasseh derramou muitissimo sangue innocente, até que encheu a Jerusalem de um ao outro extremo, afóra o seu peccado, com que fez peccar a Judah, fazendo o que parecia mal aos olhos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filhos de Manasseh, e a tudo quanto fez mais, e ao seu peccado, que peccou,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Manasseh dormiu com seus paes, e foi sepultado no jardim da sua casa, no jardim de Uza: e Amon, seu filho, reinou em seu logar.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Amon vinte e dois annos de edade quando começou a reinar, e dois annos reinou em Jerusalem: e era o nome de sua mãe Mesullemeth, filha d'Harus, de Jotba.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como fizera Manasseh, seu pae.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andou em todo o caminho em que andara seu pae: e serviu os idolos, a que seu pae tinha servido, e se inclinou diante d'elles.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deixou ao Senhor, Deus de seus paes, e não andou no caminho do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de Amon conspiraram contra elle, e mataram o rei em sua casa.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da terra feriu a todos os que conspiraram contra o rei Amon: e o povo da terra poz a Josias, seu filho, rei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Amon, que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sepultaram na sua sepultura, no jardim de Usa: e Josias,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