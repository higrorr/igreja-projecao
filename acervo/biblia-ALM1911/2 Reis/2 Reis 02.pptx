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que, havendo o Senhor de elevar a Elias n'um redemoinho ao céu, Elias partiu com Eliseo de Gilgal.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Elias a Eliseo: Fica-te aqui, porque o Senhor me enviou a Bethel. Porém Eliseo disse: Vive o Senhor, e vive a tua alma, que te não deixarei. E assim foram a Bethel.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filhos dos prophetas que estavam em Bethel sairam a Eliseo, e lhe disseram: Sabes que o Senhor hoje tomará o teu senhor por de cima da tua cabeça? E elle disse: Tambem eu bem o sei; calae-vos.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Elias lhe disse: Eliseo, fica-te aqui, porque o Senhor me enviou a Jericó. Porém elle disse: Vive o Senhor, e vive a tua alma, que te não deixarei. E assim vieram a Jericó.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filhos dos prophetas que estavam em Jericó se chegaram a Eliseo, e lhe disseram: Sabes que o Senhor hoje tomará o teu senhor por de cima da tua cabeça? E elle disse: Tambem eu bem o sei; calae-vos.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Elias disse: Fica-te aqui, porque o Senhor me enviou ao Jordão. Mas elle disse: Vive o Senhor, e vive a tua alma, que te não deixarei. E assim ambos foram juntos.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cincoenta homens dos filhos dos prophetas, e de longe pararam defronte: e elles ambos pararam junto ao Jordão.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Elias tomou a sua capa, e a dobrou, e feriu as aguas, as quaes se dividiram para as duas bandas: e passaram ambos em secco.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que, havendo elles passado, Elias disse a Eliseo: Pede-me o que queres que te faça, antes que seja tomado de ti. E disse Eliseo: Peço-te que haja porção dobrada de teu espirito sobre mim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Coisa dura pediste; se me vires quando fôr tomado de ti, assim se te fará, porém, se não, não se fará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indo elles andando e fallando, eis que um carro de fogo, com cavallos de fogo, os separou um do outro: e Elias subiu ao céu n'um redemoinho.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vendo Eliseo, clamou: Meu pae, meu pae, carros de Israel, e seus cavalleiros! E nunca mais o viu: e, travando dos seus vestidos, os rasgou em duas partes.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levantou a capa de Elias, que lhe caira: e tornou-se, e parou á borda do Jordão.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a capa de Elias, que lhe caira, e feriu as aguas, e disse: Onde está o Senhor, Deus de Elias? Então feriu as aguas, e se dividiram ellas d'uma e outra banda; e Eliseo passou.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Vendo-o pois os filhos dos prophetas que estavam defronte em Jericó, disseram: O espirito de Elias repousa sobre Eliseo. E vieram-lhe ao encontro, e se prostraram diante d'elle em terra.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disseram-lhe: Eis que com teus servos ha cincoenta homens valentes; ora deixa-os ir para buscar a teu senhor; pode ser que o elevasse o Espirito do Senhor, e o lançasse n'algum dos montes, ou n'algum dos valles. Porém elle disse: Não os envieis.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elles apertaram com elle, até se enfastiar; e disse-lhes: Enviae. E enviaram cincoenta homens, que o buscaram tres dias, porém não o acharam.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voltaram para elle, tendo elle ficado em Jericó: e disse-lhes: Eu não vos disse que não fosseis?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homens da cidade disseram a Eliseo: Eis que boa é a habitação d'esta cidade, como o meu senhor vê; porém as aguas são más, e a terra é esteril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disse: Trazei-me uma salva nova, e ponde n'ella sal. E lh'a trouxeram.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saiu elle ao manancial das aguas, e deitou sal n'elle; e disse: Assim diz o Senhor: Sararei a estas aguas; não haverá mais n'ellas morte nem esterilidade.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Ficaram pois sãs aquellas aguas até ao dia d'hoje, conforme á palavra que Eliseo tinha dito.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subiu d'ali a Bethel: e, subindo elle pelo caminho, uns moços pequenos sairam da cidade, e zombavam d'elle, e diziam-lhe: Sobe, calvo, sobe, calvo!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virando-se elle para traz, os viu, e os amaldiçoou no nome do Senhor: então duas ursas sairam do bosque, e despedaçaram d'elles quarenta e dois meninos.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foi-se d'ali para o monte Carmelo: e d'ali voltou para Samaria.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