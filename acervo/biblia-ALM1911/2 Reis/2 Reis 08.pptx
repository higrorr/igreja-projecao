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Eliseo áquella mulher cujo filho vivificara, dizendo: Levanta-te, e vae-te, tu e a tua familia, e peregrina onde poderes peregrinar; porque o Senhor chamou a fome, a qual tambem virá á terra por sete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a mulher, e fez conforme a palavra do homem de Deus: porque foi ella com a sua familia, e peregrinou na terra dos philisteos sete annos.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cabo dos sete annos, a mulher voltou da terra dos philisteos, e saiu a clamar ao rei pela sua casa e pelas suas terras.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rei fallava a Geazi, moço do homem de Deus, dizendo: Conta-me, peço-te, todas as grandes obras que Eliseo tem feito.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contando elle ao rei como vivificara a um morto, eis que a mulher cujo filho vivificara clamou ao rei pela sua casa e pelas suas terras: então disse Geazi: Ó rei meu senhor, esta é a mulher, e este o seu filho a quem Eliseo vivificou.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perguntou á mulher, e ella lh'o contou: então o rei lhe deu um eunucho, dizendo: Faze-lhe restituir tudo quanto era seu, e todas as rendas das terras desde o dia em que deixou a terra até agora.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veiu Eliseo a Damasco, estando Benhadad, rei da Syria, doente; e lh'o annunciaram, dizendo: O homem de Deus é chegado aqui.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disse a Hazael: Toma um presente na tua mão, e vae a encontrar-te com o homem de Deus; e pergunta por elle ao Senhor, dizendo: Hei de eu sarar d'esta doença?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 Hazael a encontrar-se com elle, e tomou um presente na sua mão, a saber: de todo o bom de Damasco, quarenta camelos carregados; e veiu, e se poz diante d'elle, e disse: Teu filho Benhadad, rei da Syria, me enviou a ti, a dizer: Sararei eu d'esta doença?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Eliseo lhe disse: Vae, e dize-lhe: Certamente não sararás. Porque o Senhor me tem mostrado que certamente morrerá.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affirmou a sua vista, e fitou os olhos n'elle até se envergonhar: e chorou o homem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Hazael: Porque chora, meu senhor? E elle disse: Porque sei o mal que has de fazer aos filhos d'Israel: porás fogo ás suas fortalezas, e os seus mancebos matarás á espada, e os seus meninos despedaçarás, e as suas prenhadas fenderás.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Hazael: Pois que é teu servo, que não é mais do que um cão, para fazer tão grande coisa? E disse Eliseo: O Senhor me tem mostrado que tu has de ser rei da Syria.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partiu de Eliseo, e veiu a seu senhor, o qual lhe disse: Que te disse Eliseo? E disse elle: Disse-me que certamente sararás.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ao outro dia que tomou um cobertor, e o molhou na agua, e o estendeu sobre o seu rosto, e morreu: e Hazael reinou em seu logar.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anno quinto de Jorão, filho de Achab, rei de Israel, reinando ainda Josaphat em Judah, começou a reinar Jehorão, filho de Josaphat, rei de Judah.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elle da edade de trinta e dois annos quando começou a reinar, e oito annos reinou em Jerusalem.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no caminho dos reis d'Israel, como tambem fizeram os da casa de Achab, porque tinha por mulher a filha de Achab, e fez o que parecia mal aos olhos do Senhor.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não quiz destruir a Judah por amor de David, seu servo, como lhe tinha dito que lhe daria para sempre uma lampada a seus filhos.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dias se rebellaram os edomitas de debaixo do mando de Judah, e pozeram sobre si um 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Jehorão passou a Zair, e todos os carros com elle: e elle se levantou de noite, e feriu os edomitas que estavam ao redor d'elle, e os capitães dos carros; e o povo se foi para as suas tendas.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os edomitas ficaram rebeldes de debaixo do mando de Judah até ao dia de hoje: então tambem se rebellou Libna no mesmo tempo.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mais dos successos de Jehorão, e tudo quanto fez, porventura não está escripto no livro das chronicas de Judah?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Jehorão dormiu com seus paes, e foi sepultado com seus paes na cidade de David: e Achazias, seu filho, reinou em seu logar.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doze de Jorão, filho de Achab, rei d'Israel, começou a reinar Achazias, filho de Jehorão, rei de Judah.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Achazias de vinte e dois annos de edade quando começou a reinar, e reinou um anno em Jerusalem: e era o nome de sua mãe Athalia, filha de Omri, rei d'Israel.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no caminho da casa de Achab, e fez mal aos olhos do Senhor, como a casa de Achab, porque era genro da casa de Achab.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com Jorão, filho de Achab, a Ramoth de Gilead, á peleja contra Hazael, rei da Syria; e os syros feriram a Jorão.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voltou o rei Jorão para se curar em Jizreel das feridas que os syros lhe fizeram em Rama, quando pelejou contra Hazael, rei da Syria: e desceu Achazias, filho de Jehorão, rei de Judah, para ver a Jorão, filho de Achab, em Jizreel, porquanto estava doente.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