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vinte e sete de Jeroboão, rei d'Israel, começou a reinar Azarias, filho d'Amasias, rei de Judah.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dezeseis annos quando começou a reinar, e cincoenta e dois annos reinou em Jerusalem: e era o nome de sua mãe Jecolia, de Jerusalem.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era recto aos olhos do Senhor, conforme tudo o que fizera Amasias, seu pae.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sómente os altos se não tiraram: porque ainda o povo sacrificava e queimava incenso nos altos.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feriu o rei, e ficou leproso até ao dia da sua morte; e habitou n'uma casa separada: porém Jothão, filho do rei, tinha o cargo da casa, julgando o povo da terra.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mais dos successos de Azarias, e tudo o que fez, porventura não está escripto no livro das chronicas dos reis de Judah?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Azarias dormiu com seus paes, e o sepultaram junto a seus paes, na cidade de David: e Jothão, seu filho, reinou em seu logar.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trinta e oito d'Azarias, rei de Judah, reinou Zacharias, filho de Jeroboão, sobre Israel, em Samaria, seis mezes.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parecia mal aos olhos do Senhor, como tinham feito seus paes; nunca se apartou dos peccados de Jeroboão, filho de Nebat, que fez peccar a Israel.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Sallum, filho de Jabés, conspirou contra elle e o feriu diante do povo, e o matou; e reinou em seu logar.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mais dos successos de Zacharias, eis que está escripto no livro das chronicas dos reis de Israel.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foi a palavra do Senhor, que fallou a Jehu, dizendo: Teus filhos, até á quarta geração, se assentarão sobre o throno d'Israel. E assim foi.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Sallum, filho de Jabés, começou a reinar no anno trinta e nove de Uzias, rei de Judah: e reinou um mez inteiro em Samaria.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Menahem, filho de Gadi, subiu de Tirza, e veiu a Samaria; e feriu a Sallum, filho de Jabés, em Samaria, e o matou, e reinou em seu logar.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mais dos successos de Sallum, e a conspiração que fez, eis que está escripto no livro das chronicas dos reis d'Israel.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Menahem feriu a Tiphsah, e a todos os que n'ella havia, como tambem a seus termos desde Tirza, porque não lhe tinham aberto; e os feriu pois, e a todas as mulheres gravidas fendeu pelo meio.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 anno trinta e nove de Azarias, rei de Judah, Menahem, filho de Gadi, começou a reinar sobre Israel, e reinou dez annos em Samaria.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parecia mal aos olhos do Senhor: todos os seus dias se não apartou dos peccados de Jeroboão, filho de Nebat, que fez peccar a Israel.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Pul, rei d'Assyria, contra a terra: e Menahem deu a Pul mil talentos de prata, para que a sua mão fosse com elle, a fim de firmar o reino na sua mão.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Menahem tirou este dinheiro d'Israel, de todos os poderosos e ricos, para o dar ao rei da Assyria, por cada homem cincoenta siclos de prata: assim voltou o rei d'Assyria, e não ficou ali na terra.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mais dos successos de Menahem, e tudo quanto fez, porventura não está escripto no livro das chronicas dos reis d'Israel?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Menahem dormiu com seus paes: e Pekaia, seu filho, reinou em seu logar.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cincoenta de Azarias, rei de Judah, começou a reinar Pekaia, filho de Menahem, e reinou sobre Israel, em Samaria, dois annos.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parecia mal aos olhos do Senhor: nunca se apartou dos peccados de Jeroboão, filho de Nebat, que fez peccar a Israel.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Peka, filho de Remalias, seu capitão, conspirou contra elle, e o feriu em Samaria, no paço da casa do rei, juntamente com Argob e com Arieh, e com elle cincoenta homens dos filhos dos gileaditas: e o matou, e reinou em seu logar.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mais dos successos de Pekaia, e tudo quanto fez, eis que está escripto no livro das chronicas dos reis d'Israel.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cincoenta e dois de Azarias, rei de Judah, começou a reinar Peka, filho de Remalias, e reinou sobre Israel, em Samaria, vinte annos.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parecia mal aos olhos do Senhor: nunca se apartou dos peccados de Jeroboão, filho de Nebat, que fez peccar a Israel.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dias de Peka, rei de Israel, veiu Tiglath-pileser, rei d'Assyria, e tomou a Ijon, e a Abel-beth-maaca, e a Janoah, e a Kedes, e a Hasor, e a Gilead, e a Galilea, e a toda a terra de Naphtali, e os levou a Assyria.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Hoseas, filho de Ela, conspirou contra Peka, filho de Remalias, e o feriu, e o matou, e reinou em seu logar, no vigesimo anno de Jothão, filho de Uzias.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mais dos successos de Peka, e tudo quanto fez, eis que está escripto no livro das chronicas dos reis d'Israel.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segundo de Peka, filho de Remalias, rei d'Israel, começou a reinar Jothão, filho de Uzias, rei de Judah.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vinte e cinco annos de edade quando começou a reinar, e reinou dezeseis annos em Jerusalem: e era o nome de sua mãe Jerusa, filha de Zadok.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era recto aos olhos do Senhor: fez conforme tudo quanto fizera seu pae Uzias.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sómente os altos se não tiraram; porque ainda o povo sacrificava e queimava incenso nos altos: este edificou a porta alta da casa do Senhor.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mais dos successos de Jothão, e tudo quanto fez, porventura não está escripto no livro das chronicas dos reis de Judah?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N'aquelles dias começou o Senhor a enviar contra Judah, a Resin, rei da Syria, e a Peka, filho de Remalias.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15:38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Jothão dormiu com seus paes, e foi sepultado junto a seus paes, na cidade de David, seu pae: e Achaz, seu filho, reinou em seu logar.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