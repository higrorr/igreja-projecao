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Naaman, chefe do exercito do rei da Syria, era um grande homem diante do seu senhor, e de muito respeito; porque por elle o Senhor déra livremente aos syros: e era este varão homem valoroso, porém leproso.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tropas da Syria, da terra d'Israel e, levaram presa uma menina que ficou ao serviço da mulher de Naaman.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esta á sua senhora: Oxalá que o meu senhor estivesse diante do propheta que está em Samaria: elle o restauraria da sua lepra.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Naaman e o notificou a seu senhor, dizendo: Assim e assim fallou a menina que é da terra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da Syria: Vae, anda, e enviarei a carta ao rei de Israel. E foi, e tomou na sua mão dez talentos de prata, e seis mil siclos de oiro e dez mudas de vestidos.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 a carta ao rei de Israel, dizendo: Logo, em chegando a ti esta carta, saibas que eu te enviei Naaman, meu servo, para que o restaures da sua lepra.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lendo o rei de Israel a carta, rasgou os seus vestidos, e disse: Sou eu Deus, para matar e para vivificar, para que este envie a mim, para eu restaurar a um homem da sua lepra? Pelo que devéras notae, peço-vos, e vede que busca occasião contra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porém que, ouvindo Eliseo, homem de Deus, que o rei de Israel rasgara os seus vestidos, mandou dizer ao rei: Porque rasgaste os teus vestidos? deixa-o vir a mim, e saberá que ha propheta em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Naaman com os seus cavallos, e com o seu carro, e parou á porta da casa de Eliseo.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Eliseo lhe mandou um mensageiro, dizendo: Vae, e lava-te sete vezes no Jordão, e a tua carne te tornará, e ficarás purificado.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Naaman muito se indignou, e se foi dizendo: Eis que eu dizia comigo: Certamente elle sairá, pôr-se-ha em pé, e invocará o nome do Senhor seu Deus, e passará a sua mão sobre o logar, e restaurará o leproso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são porventura Abana e Farfar, rios de Damasco, melhores do que todas as aguas de Israel? Não me poderia eu lavar n'elles, e ficar purificado? E voltou-se, e se foi com indignação.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chegaram-se a elle os seus servos, e lhe fallaram, e disseram: Meu pae, se o propheta te dissera alguma grande coisa, porventura não a farias? Quanto mais, dizendo-te elle: Lava-te, e ficarás purificado.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desceu, e mergulhou no Jordão sete vezes, conforme a palavra do homem de Deus: e a sua carne tornou, como a carne d'um menino, e ficou purificado.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voltou ao homem de Deus, elle e toda a sua comitiva, e veiu, e poz-se diante d'elle, e disse: Eis que tenho conhecido que em toda a terra não ha Deus senão em Israel: agora pois te peço que tomes uma benção do teu servo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Vive o Senhor, em cuja presença estou, que a não tomarei. E instou com elle para que a tomasse, mas elle recusou.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Naaman: Quando não, comtudo dê-se a este teu servo uma carga de terra d'um jugo de mulas; porque nunca mais offerecerá este teu servo holocausto nem sacrificio a outros deuses, senão ao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perdoe o Senhor a teu servo: quando meu senhor entra na casa de Rimmon para ali se encurvar, e elle se encosta na minha mão, e eu tambem me hei de encurvar na casa de Rimmon; quando assim me encurvar na casa de Rimmon, n'isto perdoe o Senhor a teu servo.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Vae em paz. E foi-se d'elle a uma pequena distancia.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Geazi, moço d'Eliseo, homem de Deus, disse: Eis que meu senhor impediu a este syro Naaman que da sua mão se désse alguma coisa do que trazia; porém, vive o Senhor que hei de correr atraz d'elle, e tomar d'elle alguma coisa.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Geazi em alcance de Naaman; e Naaman, vendo que corria atraz d'elle, saltou do carro a encontral-o, e disse-lhe: Vae tudo bem?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Tudo vae bem; meu senhor me mandou dizer: Eis que agora mesmo vieram a mim dois mancebos dos filhos dos prophetas da montanha d'Ephraim; dá-lhes pois um talento de prata e duas mudas de vestidos.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Naaman: Sê servido tomar dois talentos. E instou com elle, e amarrou dois talentos de prata em dois saccos, com duas mudas de vestidos; e pôl-os sobre dois dos seus moços, os quaes os levaram diante d'elle.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 á altura, tomou-os das suas mãos, e os depositou na casa: e despediu aquelles homens, e foram-se.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entrou, e poz-se diante de seu senhor. E disse-lhe Eliseo: D'onde vens, Geazi? E disse: Teu servo não foi nem a uma nem a outra parte.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Porventura não foi comtigo o meu coração, quando aquelle homem voltou de sobre o seu carro, a encontrar-te? Era isto tempo para tomares prata, e para tomares vestidos, e olivaes, e vinhas, e ovelhas, e bois e servos e servas?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 lepra de Naaman se pegará a ti e á tua semente para sempre. Então saiu de diante d'elle leproso, branco como a neve.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