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segundo anno de Jehoás, filho de Joachaz, rei de Israel, começou a reinar Amasias, filho de Joás, rei de Judah.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Tinha vinte e cinco annos quando começou a reinar, e vinte e nove annos reinou em Jerusalem. E era o nome de sua mãe Joaddan, de Jerusalem.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era recto aos olhos do Senhor, ainda que não como seu pae David: fez porém conforme tudo o que fizera Joás seu pae.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sómente os altos se não tiraram; porque ainda o povo sacrificava e queimava incenso nos altos.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pois que, sendo já o reino confirmado na sua mão, matou os seus servos que tinham morto o rei seu pae.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os filhos dos matadores não matou, como está escripto no livro da lei de Moysés, no qual o Senhor deu ordem, dizendo: Não matarão os paes por causa dos filhos, e os filhos não matarão por causa dos paes; mas cada um será morto pelo seu peccado.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feriu a dez mil edomitas no valle do Sal, e tomou a Sela na guerra: e chamou o seu nome Jocteel, até ao dia d'hoje.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Amasias, enviou mensageiros a Jehoás, filho de Joachaz, filho de Jehu, rei de Israel, dizendo: Vem, vejamo-nos cara a cara.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Jehoás, rei de Israel, enviou a Amasias, rei de Judah, dizendo: O cardo que está no Libano enviou ao cedro que está no Libano, dizendo: Dá tua filha por mulher a meu filho: mas os animaes do campo, que eram no Libano, passaram e pizaram o cardo.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 feriste os moabitas, e o teu coração se ensoberbeceu: gloria-te d'isso, e fica em tua casa; e porque te entremetterias no mal, para caires tu, e Judah comtigo?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Amasias não o ouviu: e subiu Jehoás, rei de Israel, e Amasias, rei de Judah, e viram-se cara a cara, em Beth-semes, que está em Judah.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Judah foi ferido diante de Israel, e fugiu cada um para as suas tendas.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Jehoás, rei de Israel, tomou a Amasias, rei de Judah, filho de Joás, filho de Achazias, em Beth-semes: e veiu a Jerusalem, e rompeu o muro de Jerusalem, desde a porta de Ephraim até á porta da esquina, quatrocentos covados.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tomou todo o oiro e a prata, e todos os vasos que se acharam na casa do Senhor e nos thesouros da casa do rei, como tambem os refens: e voltou para Samaria.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mais dos successos de Jehoás, o que fez, e o seu poder, e como pelejou contra Amasias, rei de Judah, porventura não está escripto no livro das chronicas dos reis d'Israel?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dormiu Jehoás com seus paes, e foi sepultado em Samaria, junto aos reis d'Israel: e Jeroboão, seu filho, reinou em seu logar.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viveu Amasias, filho de Jehoás, rei de Judah, depois da morte de Jehoás, filho de Joachaz, rei d'Israel, quinze annos.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mais dos successos de Amasias, porventura não está escripto no livro das chronicas dos reis de Judah?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conspiraram contra elle em Jerusalem, e fugiu para Lachis; porém enviaram após elle até Lachis, e o mataram ali.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trouxeram em cima de cavallos: e o sepultaram em Jerusalem, junto a seus paes, na cidade de David.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 o povo de Judah tomou a Azarias, que já era de dezeseis annos, e o fizeram rei em logar de Amasias, seu pae.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edificou a Elath, e a restituiu a Judah, depois que o rei dormiu com seus paes.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decimo quinto anno de Amasias, filho de Joás, rei de Judah, começou a reinar em Samaria, Jeroboão, filho de Jehoás rei de Israel e reinou quarenta e um annos.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parecia mal aos olhos do Senhor: nunca se apartou de nenhum dos peccados de Jeroboão, filho de Nebat, que fez peccar a Israel.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este restituiu os termos d'Israel, desde a entrada de Hamath até ao mar da planicie: conforme a palavra do Senhor, Deus d'Israel, a qual fallara pelo ministerio de seu servo Jonas, filho do propheta Amithai, o qual era de Gath-hepher.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viu o Senhor que a miseria d'Israel era mui amarga, e que nem havia encerrado, nem desamparado, nem quem ajudasse a Israel.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ainda não fallara o Senhor em apagar o nome d'Israel de debaixo do céu; porém os livrou por mão de Jeroboão, filho de Joás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mais dos successos de Jeroboão, tudo quanto fez, e seu poder, como pelejou, e como restituiu a Damasco e a Hamath, pertencentes a Judah, sendo rei em Israel, porventura não está escripto no livro das chronicas de Israel?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Jeroboão dormiu com seus paes, com os reis de Israel: e Zacharias, seu filho, reinou em seu logar.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