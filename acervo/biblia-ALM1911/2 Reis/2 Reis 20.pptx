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N'aquelles dias adoeceu Ezequias de morte: e o propheta Isaias, filho d'Amós, veiu a elle, e lhe disse: Assim diz o Senhor: Ordena a tua casa, porque morrerás, e não viverás.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virou o rosto para a parede, e orou ao Senhor, dizendo: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Ah, Senhor! Sê servido de te lembrar de que andei diante de ti em verdade, e com o coração perfeito, e fiz o que era recto aos teus olhos. E chorou Ezequias muitissimo.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não havendo Isaias ainda saido do meio do pateo, veiu a elle a palavra do Senhor, dizendo: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Volta, e dize a Ezequias, chefe do meu povo: Assim diz o Senhor Deus de teu pae David: Ouvi a tua oração, e vi as tuas lagrimas; eis que eu te sararei; ao terceiro dia subirás á casa do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accrescentarei aos teus dias quinze annos, e das mãos do rei d'Assyria te livrarei, a ti e a esta cidade; e ampararei esta cidade por amor de mim, e por amor de David, meu servo.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Isaias: Tomae uma pasta de figos. E a tomaram, e a pozeram sobre a chaga; e elle sarou.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Ezequias disse a Isaias: Qual é o signal de que o Senhor me sarará, e de que ao terceiro dia subirei á casa do Senhor?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Isaias: Isto te será signal, da parte do Senhor, de que o Senhor cumprirá a palavra que disse: Adiantar-se-ha a sombra dez graus, ou voltará dez graus atraz?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Ezequias: É facil que a sombra decline dez graus; não, mas volte a sombra dez graus atraz.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propheta Isaias clamou ao Senhor; e fez voltar a sombra dez graus atraz, pelos graus que tinha declinado nos graus do relogio de sol d'Achaz.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tempo enviou Berodac Baladan, filho de Baladan, rei de Babylonia, cartas e um presente a Ezequias; porque ouvira que Ezequias tinha estado doente.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Ezequias lhes deu ouvidos, e lhes mostrou toda a casa de seu thesouro, a prata, e o oiro, e as especiarias, e os melhores unguentos, e a sua casa d'armas, e tudo quanto se achou nos seus thesouros: coisa nenhuma houve que lhes não mostrasse, nem em sua casa, nem em todo o seu dominio.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propheta Isaias veiu ao rei Ezequias, e lhe disse: Que disseram aquelles homens, e d'onde vieram a ti? E disse Ezequias: De um paiz mui remoto vieram, de Babylonia.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elle: Que viram em tua casa? E disse Ezequias: Tudo quanto ha em minha casa viram: coisa nenhuma ha nos meus thesouros que eu lhes não mostrasse.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Isaias a Ezequias: Ouve a palavra do Senhor: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veem dias em que tudo quanto houver em tua casa, e o que enthesouraram teus paes até ao dia de hoje, será levado a Babylonia: não ficará coisa alguma, disse o Senhor.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ainda até de teus filhos, que procederem de ti, e que tu gerares, tomarão, para que sejam eunuchos no paço do rei de Babylonia.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Ezequias a Isaias: Boa é a palavra do Senhor que disseste. Disse mais: E pois não o seria? pois em meus dias haverá paz e verdade.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mais dos successos de Ezequias, e todo o seu poder, e como fez a piscina e o aqueducto, e como fez vir a agua á cidade, porventura não está escripto no livro das chronicas dos reis de Judah?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Ezequias dormiu com seus paes: e Manasseh, seu filho, reinou em seu logar.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