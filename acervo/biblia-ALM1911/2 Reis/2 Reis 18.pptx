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18:1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no terceiro anno de Hoseas, filho de Ela, rei de Israel, começou a reinar Ezequias, filho de Achaz, rei de Judah.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18:2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Tinha vinte e cinco annos de edade quando começou a reinar, e vinte e nove annos reinou em Jerusalem: e era o nome de sua mãe Abi, filha de Zacharias.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18:3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fez o que era recto aos olhos do Senhor, conforme tudo o que fizera David, seu pae.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18:4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 tirou os altos, e quebrou as estatuas, e deitou abaixo os bosques, e fez em pedaços a serpente de metal que Moysés fizera; porquanto até áquelle dia os filhos d'Israel lhe queimavam incenso, e lhe chamaram Nehustan.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18:5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Senhor Deus d'Israel confiou, de maneira que depois d'elle não houve seu similhante entre todos os reis de Judah, nem entre os que foram antes d'elle.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18:6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se chegou ao Senhor, não se apartou de após elle, e guardou os mandamentos que o Senhor tinha dado a Moysés.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18:7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foi o Senhor com elle; para onde quer que saiu se conduzia com prudencia: e se rebellou contra o rei da Assyria, e não o serviu.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18:8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 feriu os philisteos até Gaza, como tambem os termos d'ella, desde a torre dos atalaias até á cidade forte.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18:9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succedeu, no quarto anno do rei Ezequias (que era o setimo anno de Hoseas, filho de Ela, rei d'Israel), que Salmanasar, rei d'Assyria, subiu contra Samaria, e a cercou.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18:10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tomaram ao fim de tres annos, no anno sexto d'Ezequias, que era o anno nono de Hoseas, rei d'Israel, quando tomaram Samaria.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18:11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rei d'Assyria transportou a Israel para a Assyria: e os fez levar a Halah e a Habor, junto ao rio de Gozan, e ás cidades dos medos;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18:12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Porquanto não obedeceram á voz do Senhor seu Deus, antes traspassaram o seu concerto; e tudo quanto Moysés, servo do Senhor, tinha ordenado, nem o ouviram nem o fizeram.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18:13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no anno decimo quarto do rei Ezequias subiu Sanherib, rei d'Assyria, contra todas as cidades fortes de Judah, e as tomou.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18:14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Ezequias, rei de Judah, enviou ao rei d'Assyria, a Lachis, dizendo: Pequei; torna-te de mim; tudo o que me impozeres levarei. Então o rei d'Assyria impoz a Ezequias, rei de Judah, trezentos talentos de prata e trinta talentos de oiro.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18:15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deu Ezequias toda a prata que se achou na casa do Senhor e nos thesouros da casa do rei.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18:16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N'aquelle tempo cortou Ezequias o oiro das portas do templo do Senhor, e das hombreiras, de que Ezequias, rei de Judah, as cobrira, e o deu ao rei d'Assyria.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18:17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Comtudo enviou o rei d'Assyria a Tartan, e a Rabsaris, e a Rabsaké, de Lachis, com um grande exercito ao rei Ezequias, a Jerusalem: e subiram, e vieram a Jerusalem; e, subindo e vindo elle, pararam ao pé do aqueducto da piscina superior, que está junto ao caminho do campo do lavandeiro.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18:18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chamaram o rei, e saiu a elles Eliakim, filho de Hilkias, o mordomo, e Sebna, o escrivão, e Joah, filho d'Asaph, o chanceler.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18:19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Rabsaké lhes disse: Ora dizei a Ezequias: Assim diz o grande rei, o rei d'Assyria: Que confiança é esta em que confias?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18:20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Dizes tu (porém palavra de beiços é): Ha conselho e poder para a guerra. Em quem pois agora confias, que contra mim te rebellas?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18:21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agora tu confias n'aquelle bordão de cana quebrada, no Egypto, no qual, se alguem se encostar, entrar-lhe-ha pela mão e lh'a furará: assim é Pharaó, rei do Egypto, para com todos os que n'elle confiam.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18:22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porém me disserdes: No Senhor nosso Deus confiamos: porventura não é este aquelle cujos altos e cujos altares Ezequias tirou, e disse a Judah e a Jerusalem: Perante este altar vos inclinareis em Jerusalem?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18:23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pois dá agora refens ao meu senhor, o rei da Assyria, e dar-te-hei dois mil cavallos, se tu poderes dar cavalleiros para elles.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18:24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pois farias virar o rosto d'um só principe dos menores servos de meu senhor? Porém tu confias no Egypto, por causa dos carros e cavalleiros.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18:25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pois subi eu porventura sem o Senhor contra este logar, para o destruir? O Senhor me disse: Sobe contra esta terra, e destroe-a.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18:26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Eliakim, filho de Hilkias, e Sebna, e Joah, a Rabsaké: Rogamos-te que falles aos teus servos em syriaco; porque bem o entendemos; e não nos falles em judaico, aos ouvidos do povo que está em cima do muro.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18:27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Rabsaké lhes disse: Porventura mandou-me meu senhor só a teu senhor e a ti, para fallar estas palavras? e não antes aos homens, que estão sentados em cima do muro, para que juntamente comvosco comam o seu esterco e bebam a sua urina?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18:28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Rabsaké pois se poz em pé, e clamou em alta voz em judaico, e fallou, e disse: Ouvi a palavra do grande rei, do rei da Assyria.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18:29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rei: Não vos engane Ezequias; porque não vos poderá livrar da sua mão;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18:30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Nem tão pouco vos faça Ezequias confiar no Senhor, dizendo: Certamente nos livrará o Senhor, e esta cidade não será entregue na mão do rei da Assyria.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18:31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deis ouvidos a Ezequias; porque assim diz o rei da Assyria: Contratae comigo por presentes, e sahi a mim, e coma cada um da sua vide, e da sua figueira, e beba cada um a agua da sua cisterna,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18:32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Até que eu venha, e vos leve para uma terra como a vossa, terra de trigo e de mosto, terra de pão e de vinhas, terra de oliveiras, de azeite, e de mel; e assim vivereis, e não morrereis: e não deis ouvidos a Ezequias; porque vos incita, dizendo: O Senhor nos livrará.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18:33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os deuses das nações poderam livrar, cada um a sua terra, das mãos do rei da Assyria?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18:34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é feito dos deuses de Hamath e de Arpad? Que é feito dos deuses de Sepharvaim, Hena e Iva? porventura livraram a Samaria da minha mão?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18:35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Quaes são elles, d'entre todos os deuses das terras, que livraram a sua terra da minha mão? para que o Senhor livrasse a Jerusalem da minha mão?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18:36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calou-se o povo, e não lhe respondeu uma só palavra; porque mandado do rei havia, dizendo: Não lhe respondereis.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18:37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Eliakim, filho d'Hilkias, o mordomo, e Sebna, o escrivão, e Joah, filho de Asaph, o chanceler, vieram a Ezequias com os vestidos rasgados, e lhe fizeram saber as palavras de Rabsaké.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