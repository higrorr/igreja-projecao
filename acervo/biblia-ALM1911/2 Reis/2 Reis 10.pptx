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Achab tinha setenta filhos em Samaria: e Jehu escreveu cartas, e as enviou a Samaria, aos chefes de Jizreel, aos anciãos, e aos aios de Achab,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Logo, em chegando a vós esta carta, pois estão comvosco os filhos de vosso senhor, como tambem os carros, e os cavallos, e a cidade fortalecida, e as armas,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 pelo melhor e mais recto dos filhos de vosso senhor, o qual ponde sobre o throno de seu pae, e pelejae pela casa de vosso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elles temeram muitissimo, e disseram: Eis que dois reis não poderam parar diante d'elle: como pois poderemos nós resistir-lhe?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que tinha cargo da casa, e o que tinha cargo da cidade, e os anciãos, e os aios enviaram a Jehu, dizendo: Teus servos somos, e tudo quanto nos disseres faremos; a ninguem poremos rei: faze o que for bom aos teus olhos.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segunda vez lhe escreveu outra carta, dizendo: Se sois meus, e ouvirdes a minha voz, tomae as cabeças dos homens, filhos de vosso senhor, e ámanhã, a este tempo vinde a mim a Jizreel (e os filhos do rei, setenta homens, estavam com os grandes da cidade, que os mantinham.)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chegada a elles a carta, tomaram os filhos do rei, e os mataram, setenta homens: e pozeram as suas cabeças n'uns cestos, e lh'as mandaram a Jizreel.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mensageiro veiu, e lhe annunciou dizendo: Trouxeram as cabeças dos filhos do rei. E elle disse: Ponde-as em dois montões á entrada da porta, até ámanhã.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pela manhã, saindo elle, parou, e disse a todo o povo: Vós sois justos: eis que eu conspirei contra o meu senhor, e o matei; mas quem feriu a todos estes?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Sabei pois agora que, da palavra do Senhor, que o Senhor fallou contra a casa de Achab, nada cairá em terra, porque o Senhor tem feito o que fallou pelo ministerio de seu servo Elias.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Jehu feriu a todos os restantes da casa de Achab em Jizreel, como tambem a todos os seus grandes, e os seus conhecidos, e seus sacerdotes, até que nenhum lhe deixou ficar de resto.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e partiu, e foi a Samaria. E, estando no caminho, em Beth-eked dos pastores,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Jehu achou os irmãos de Achazias, rei de Judah, e disse: Quem sois vós? E elles disseram: Os irmãos de Achazias somos; e descemos a saudar os filhos do rei e os filhos da rainha.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Apanhae-os vivos. E elles os apanharam vivos, e os mataram junto ao poço de Beth-eked, quarenta e dois homens; e a nenhum d'elles deixou de resto.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partindo d'ali, encontrou a Jonadab, filho de Recab, que lhe vinha ao encontro, o qual saudou e lhe disse: Recto é o teu coração, como o meu coração é com o teu coração? E disse Jonadab: É. Então se é, dá-me a mão. E deu-lhe a mão, e fel-o subir comsigo ao carro.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Vae comigo, e verás o meu zelo para com o Senhor. E o pozeram no seu carro.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a Samaria, feriu a todos os que ficaram de Achab em Samaria, até que o destruiu, conforme a palavra do Senhor, que dissera a Elias.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ajuntou Jehu a todo o povo, e disse-lhe: Pouco serviu Achab a Baal; Jehu porém muito o servirá.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chamae-me agora todos os prophetas de Baal, todos os seus servos e todos os seus sacerdotes; não falte nenhum, porque tenho um grande sacrificio a Baal; todo aquelle que faltar não viverá. Porém Jehu fazia isto com astucia, para destruir os servos de Baal.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Jehu: Consagrae a Baal uma assembléa solemne. E a apregoaram.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Jehu enviou por todo o Israel: e vieram todos os servos de Baal, e nenhum homem d'elles ficou que não viesse: e entraram na casa de Baal, e encheu-se a casa de Baal, d'um lado ao outro.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ao que tinha cargo das vestimentas: Tira as vestimentas para todos os servos de Baal. E elle lhes tirou para fóra as vestimentas.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entrou Jehu com Jonadab, filho de Recab, na casa de Baal, e disse aos servos de Baal: Examinae, e vede bem, que porventura nenhum dos servos do Senhor aqui haja comvosco, senão sómente os servos de Baal.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elles a fazerem sacrificios e holocaustos, Jehu preparou da parte de fóra oitenta homens, e disse-lhes: Se escapar algum dos homens que eu entregar em vossas mãos, a vossa vida será pela vida d'elle.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acabando de fazer o holocausto, disse Jehu aos da sua guarda, e aos capitães: Entrae, feri-os, não escape nenhum. E os feriram ao fio da espada; e os da guarda e os capitães os lançaram fóra, e se foram á cidade, á casa de Baal.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tiraram as estatuas da casa de Baal, e as queimaram.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quebraram a estatua de Baal: e derrubaram a casa de Baal, e fizeram d'ella latrinas, até ao dia d'hoje.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Jehu destruiu a Baal de Israel.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se apartou Jehu de seguir os peccados de Jeroboão, filho de Nebat, que fez peccar a Israel, a saber: dos bezerros d'oiro, que estavam em Bethel e em Dan.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 o Senhor a Jehu: Porquanto bem obraste em fazer o que é recto aos meus olhos e, conforme tudo quanto eu tinha no meu coração, se fizesse á casa de Achab, teus filhos até á quarta geração se assentarão no throno de Israel.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Jehu não teve cuidado de andar com todo o seu coração na lei do Senhor Deus de Israel, nem se apartou dos peccados de Jeroboão, que fez peccar a Israel.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começou o Senhor a diminuir os termos d'Israel; porque Hazael os feriu em todas as fronteiras d'Israel,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Jordão até ao nascente do sol, a toda a terra de Gilead; os gaditas, e os rubenitas, e os manassitas, desde Aroer, que está junto ao ribeiro d'Arnon, a saber, Gilead, e Basan.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Jehu, e tudo quanto fez, e todo o seu poder, porventura não está escripto no livro das chronicas d'Israel?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Jehu dormiu com seus paes, e o sepultaram em Samaria: e Joachaz, seu filho, reinou em seu logar.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dias que Jehu reinou sobre Israel em Samaria foram vinte e oito annos.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