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Jorão, filho de Achab, começou a reinar sobre Israel em Samaria no decimo oitavo anno de Josaphat, rei de Judah: e reinou doze annos.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o que era mau aos olhos do Senhor; porém não como seu pae, nem como sua mãe; porque tirou a estatua de Baal, que seu pae fizera.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Comtudo adheriu aos peccados de Jeroboão, filho de Nebat, que fizera peccar a Israel; não se apartou d'elles.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Mesa, rei dos moabitas, era contratante de gado, e pagava ao rei de Israel cem mil cordeiros, e cem mil carneiros com a sua lã.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 porém que, morrendo Achab, se rebellou o rei dos moabitas contra o rei de Israel.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Jorão ao mesmo tempo saiu de Samaria, e fez revista de todo o Israel.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foi, e enviou a Josaphat, rei de Judah, dizendo: O rei dos moabitas se rebellou contra mim; irás tu comigo á guerra contra os moabitas? E disse elle: Subirei; e eu serei como tu, o meu povo como o teu povo, e os meus cavallos como os teus cavallos.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disse: Por que caminho subiremos? Então disse elle: Pelo caminho do deserto d'Edom.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partiu o rei de Israel, e o rei de Judah, e o rei de Edom; e andaram rodeando com uma marcha de sete dias, e o exercito, e o gado que os seguia não tinham agua.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o rei de Israel: Ah! que o Senhor chamou a estes tres reis, para os entregar nas mãos dos moabitas.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Josaphat: Não ha aqui algum propheta do Senhor, para que consultemos ao Senhor por elle? Então respondeu um dos servos do rei de Israel, e disse: Aqui está Eliseo, filho de Saphat, que deitava agua sobre as mãos de Elias.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Josaphat: Está com elle a palavra do Senhor. Então o rei de Israel, e Josaphat e o rei de Edom desceram a elle.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Eliseo disse ao rei de Israel: Que tenho eu comtigo? Vae aos prophetas de teu pae e aos prophetas de tua mãe. Porém o rei d'Israel lhe disse: Não, porque o Senhor chamou a estes tres reis para os entregar nas mãos dos moabitas.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Eliseo: Vive o Senhor dos Exercitos, em cuja presença estou, que se eu não respeitasse a presença de Josaphat, rei de Judah, não olharia para ti nem te veria.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Ora, pois, trazei-me um tangedor. E succedeu que, tangendo o tangedor, veiu sobre elle a mão do Senhor.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Assim diz o Senhor: Fazei n'este valle muitas covas;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diz o Senhor: Não vereis vento, e não vereis chuva; todavia este valle se encherá de tanta agua, que bebereis vós, e o vosso gado e os vossos animaes.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ainda isto é pouco aos olhos do Senhor: tambem entregará elle os moabitas nas vossas mãos.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ferireis a todas as cidades fortes, e a todas as cidades escolhidas, e todas as boas arvores cortareis, e entupireis todas as fontes d'agua, e damnificareis com pedras todos os bons campos.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 pela manhã, offerecendo-se a offerta de manjares, eis que vinham as aguas pelo caminho d'Edom: e a terra se encheu d'agua.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Ouvindo pois todos os moabitas que os reis tinham subido para pelejarem contra elles, convocaram a todos os que cingiam cinto e d'ahi para cima, e pozeram-se ás fronteiras.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levantando-se de madrugada, e saindo o sol sobre as aguas, viram os moabitas defronte d'elles as aguas vermelhas como o sangue.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disseram: Isto é sangue; certamente que os reis se destruiram á espada e se mataram um ao outro! agora pois á preza, moabitas!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3:24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chegando elles ao arraial de Israel, os israelitas se levantaram, e feriram os moabitas, os quaes fugiram diante d'elles: e ainda os feriram nas suas terras, ferindo ali tambem os moabitas.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3:25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arrazaram as cidades, e cada um lançou a sua pedra em todos os bons campos, e os entulharam, e entupiram todas as fontes d'aguas, e cortaram todas as boas arvores, até que só em Kir-hareseth deixaram ficar as pedras, mas os fundeiros a cercaram e a feriram.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3:26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vendo o rei dos moabitas que a peleja prevalecia contra elle, tomou comsigo setecentos homens que arrancavam espada, para romperem contra o rei de Edom, porém não poderam.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3:27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tomou a seu filho primogenito, que havia de reinar em seu logar, e o offereceu em holocausto sobre o muro; pelo que houve grande indignação em Israel: por isso retiraram-se d'elle, e voltaram para a sua terra.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