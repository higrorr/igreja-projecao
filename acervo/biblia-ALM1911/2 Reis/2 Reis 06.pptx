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os filhos dos prophetas a Eliseo: Eis que o logar em que habitamos diante da tua face, nos é estreito.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pois até ao Jordão, e tomemos de lá, cada um de nós, uma viga, e façamo-nos ali um logar, para habitar ali: e disse elle: 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um: Serve-te d'ires com os teus servos. E disse: Eu irei.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com elles: e, chegando elles ao Jordão, cortaram madeira.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derribando um d'elles uma viga, o ferro caiu na agua: e clamou, e disse: Ai, meu senhor! porque era emprestado.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homem de Deus: Onde caiu? E mostrando-lhe elle o logar, cortou um páo, e o lançou ali, e fez nadar o ferro.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Levanta-o. Então elle estendeu a sua mão e o tomou.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da Syria fazia guerra a Israel: e consultou com os seus servos, dizendo: Em tal e em tal logar estará o meu acampamento.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homem de Deus enviou ao rei de Israel, dizendo: Guarda-te de passares por tal logar; porque os syros desceram ali.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rei de Israel enviou áquelle logar, de que o homem de Deus lhe dissera, e de que o tinha avisado, e se guardou ali, não uma nem duas vezes.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turbou com este incidente o coração do rei da Syria, e chamou os seus servos, e lhes disse: Não me fareis saber quem dos nossos é pelo rei de Israel?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um dos seus servos: Não, ó rei meu senhor; mas o propheta Eliseo, que está em Israel, faz saber ao rei de Israel as palavras que tu fallas na tua camara de dormir.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Vae, e vê onde elle está, para que envie, e mande trazel-o. E fizeram-lhe saber, dizendo: Eis que está em Dothan.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para lá cavallos, e carros, e um grande exercito, os quaes vieram de noite, e cercaram a cidade.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moço do homem de Deus se levantou mui cedo, e saiu, e eis que um exercito tinha cercado a cidade com cavallos e carros; então o seu moço lhe disse: Ai, meu senhor! que faremos?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Não temas; porque mais são os que estão comnosco do que os que estão com elles.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orou Eliseo, e disse: Senhor, peço-te que lhe abras os olhos, para que veja. E o Senhor abriu os olhos do moço, e viu; e eis que o monte estava cheio de cavallos e carros de fogo, em redor de Eliseo.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desceram a elle, Eliseo orou ao Senhor, e disse: Fere, peço-te, esta gente de cegueira. E feriu-a de cegueira, conforme a palavra de Eliseo.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Eliseo lhes disse: Não é este o caminho, nem é esta a cidade; segui-me, e guiar-vos-hei ao homem que buscaes. E os guiou a Samaria.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chegando elles a Samaria, disse Eliseo: Ó Senhor, abre a estes os olhos para que vejam. O Senhor lhes abriu os olhos, para que vissem, e eis que estavam no meio de Samaria.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 rei de Israel os viu, disse a Eliseo: Feril-os-hei, feril-os-hei, meu pae?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disse: Não os ferirás; feririas tu os que tomasses prisioneiros com a tua espada e com o teu arco? põe-lhes diante pão e agua, para que comam e bebam, e se vão para seu senhor.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apresentou-lhes um grande banquete, e comeram e beberam; e os despediu e foram para seu senhor: e não entraram mais tropas de syros na terra d'Israel.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depois d'isto, que Ben-*hadad, rei da Syria, ajuntou todo o seu exercito: e subiu, e cercou a Samaria.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grande fome em Samaria, porque eis que a cercaram, até que se vendeu uma cabeça d'um jumento por oitenta peças de prata, e a quarta parte d'um cabo desterco de pombas por cinco peças de prata.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passando o rei pelo muro, uma mulher lhe bradou, dizendo: Acode-me, ó rei meu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Se o Senhor te não acode, d'onde te acudirei eu? da eira ou do lagar?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mais o rei: Que tens? E disse ella: Esta mulher me disse: Dá cá o teu filho, para que hoje o comamos, e ámanhã comeremos o meu filho.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Cozemos pois o meu filho, e o comemos; mas dizendo-lhe eu ao outro dia: Dá cá o teu filho, para que o comamos; escondeu o seu filho.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o rei as palavras d'esta mulher, rasgou os seus vestidos, e ia passando pelo muro; e o povo viu que eis que trazia cilicio por dentro, sobre a sua carne.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Assim me faça Deus, e outro tanto, se a cabeça de Eliseo, filho de Saphat, hoje ficar sobre elle.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 então Eliseo assentado em sua casa, e tambem os anciãos estavam assentados com elle. E enviou o rei um homem de diante de si; mas, antes que o mensageiro viesse a elle, disse elle aos anciãos: Vistes como o filho do homicida mandou tirar-me a cabeça? olhae pois que, quando vier o mensageiro lhe fecheis a porta, e o empuxeis para fóra com a porta; porventura não vem o ruido dos pés de seu senhor após elle?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 ainda fallando com elles, eis que o mensageiro descia a elle; e disse: Eis que este mal vem do Senhor, que mais pois esperaria do Senhor?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