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Eliseo: Ouvi a palavra do Senhor: assim diz o Senhor: Ámanhã, quasi a este tempo, uma medida de farinha haverá por um siclo, e duas medidas de cevada por um siclo, á porta de Samaria.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 capitão, em cuja mão o rei se encostava, respondeu ao homem de Deus e disse: Eis que ainda que o Senhor fizesse janellas no céu, poder-se-hia fazer isso? E elle disse: Eis que o verás com os teus olhos, porém d'ahi não comerás.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quatro homens leprosos estavam á entrada da porta, os quaes disseram uns aos outros: Para que estaremos nós aqui até morrermos?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dissermos: Entremos na cidade, ha fome na cidade, e morreremos ahi; e se ficarmos aqui, tambem morreremos: vamos nós pois agora, e demos comnosco no arraial dos syros: se nos deixarem viver, viveremos, e se nos matarem, tão sómente morreremos.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ao crepusculo, para se irem ao arraial dos syros: e, chegando á entrada do arraial dos syros, eis que não havia ali ninguem.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fizera ouvir no arraial dos syros ruido de carros e ruido de cavallos, como o ruido d'um grande exercito; de maneira que disseram uns aos outros: Eis que o rei d'Israel alugou contra nós os reis dos hetheos e os reis dos egypcios, para virem contra nós.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se levantaram, e fugiram no crepusculo, e deixaram as suas tendas, e os seus cavallos, e os seus jumentos, e o arraial como estava: e fugiram para salvarem a sua vida.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estes leprosos á entrada do arraial, entraram n'uma tenda, e comeram e beberam e tomaram d'ali prata, e oiro, e vestidos, e foram e os esconderam: então voltaram, e entraram em outra tenda, e d'ali tambem tomaram, e o esconderam.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uns para os outros: Não fazemos bem: este dia é dia de boas novas, e nos calamos; se esperarmos até á luz da manhã, algum mal nos sobrevirá; pelo que agora vamos, e o annunciemos á casa do rei.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pois, e bradaram aos porteiros da cidade, e lhes annunciaram, dizendo: Fomos ao arraial dos syros e eis que lá não havia ninguem, nem voz de homem, porém só cavallos atados, e jumentos atados, e as tendas como estavam d'antes.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chamaram os porteiros, e o annunciaram dentro da casa do 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se levantou de noite, e disse a seus servos: Agora vos farei saber o que é que os syros nos fizeram: bem sabem elles que esfaimados estamos, pelo que sairam do arraial, a esconder-se pelo campo, dizendo: Quando sairem da cidade, então os tomaremos vivos, e entraremos na cidade.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dos seus servos respondeu e disse: Tomem-se pois cinco dos cavallos do resto que ficaram aqui dentro (eis que são como toda a multidão dos israelitas que ficaram aqui de resto, e eis que são como toda a multidão dos israelitas que já pereceram) e enviemol-os, e vejamos.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pois dois cavallos de carro; e o rei os enviou após o exercito dos syros, dizendo: Ide, e vêde.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após elles até ao Jordão, e eis que todo o caminho estava cheio de vestidos e de aviamentos, que os syros, apressando-se, lançaram fóra: e voltaram os mensageiros, e o annunciaram ao rei: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o povo, e saqueou o arraial dos syros: e havia uma medida de farinha por um siclo, e duas medidas de cevada por um siclo, conforme a palavra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 o rei á porta o capitão em cuja mão se encostava; e o povo o atropellou na porta, e morreu, como fallara o homem de Deus, o que fallou quando o rei descera a 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succedeu como o homem de Deus fallara ao rei dizendo: Ámanhã, quasi a este tempo, haverá duas medidas de cevada por um siclo, e uma medida de farinha por um siclo, á porta de Samaria.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capitão respondeu ao homem de Deus, e disse: Eis que ainda que o Senhor fizesse janellas no céu, poder-se-hia isso fazer conforme essa palavra? E elle disse: Eis que o verás com os teus olhos, porém d'ahi não comerás.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lhe succedeu, porque o povo o atropellou á porta, e morreu.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