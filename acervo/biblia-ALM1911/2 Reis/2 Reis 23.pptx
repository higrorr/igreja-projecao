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rei enviou, e todos os anciãos de Judah e de Jerusalem se ajuntaram a elle.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rei subiu á casa do Senhor, e com elle todos os homens de Judah, e todos o moradores de Jerusalem, e os sacerdotes, e os prophetas, e todo o povo, desde o mais pequeno até ao maior: e leu aos ouvidos d'elles todas as palavras do livro do concerto, que se achou na casa do Senhor.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rei se poz em pé junto á columna, e fez o concerto perante o Senhor, para andarem atraz do Senhor, e guardarem os seus mandamentos, e os seus testemunhos, e os seus estatutos, com todo o coração, e com toda a alma, confirmando as palavras d'este concerto, que estavam escriptas n'aquelle livro; e todo o povo esteve por este concerto.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rei mandou ao summo sacerdote Hilkias, e aos sacerdotes da segunda ordem, e aos guardas do umbral da porta, que se tirassem do templo do Senhor todos os vasos que se tinham feito para Baal, e para o bosque, e para todo o exercito dos céus: e os queimou fóra de Jerusalem, nos campos de Cedron, e levou o pó d'elles a Bethel.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abrogou os sacerdotes que os reis de Judah estabeleceram para incensarem sobre os altos nas cidades de Judah, e ao redor de Jerusalem, como tambem os que incensavam a Baal, ao sol, e á lua, e aos mais planetas, e a todo o exercito dos céus.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tirou da casa do Senhor o bosque para fóra de Jerusalem até ao ribeiro de Cedron, e o queimou junto ao ribeiro de Cedron, e o desfez em pó, e lançou o seu pó sobre as sepulturas dos filhos do povo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derribou as casas dos rapazes escandalosos que estavam na casa do Senhor, em que as mulheres teciam casinhas para o bosque.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todos os sacerdotes trouxe das cidades de Judah, e profanou os altos em que os sacerdotes incensavam, desde Geba até Berseba: e derribou os altos das portas, o que estava á entrada da porta de Josué, o chefe da cidade, que estava á mão esquerda d'aquelle que entrava pela porta da cidade.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os sacerdotes dos altos não sacrificavam sobre o altar do Senhor em Jerusalem; porém comiam pães asmos no meio de seus irmãos.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profanou a Topheth, que está no valle dos filhos de Hinnom; para que ninguem fizesse passar a seu filho, ou sua filha, pelo fogo a Molech.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tirou os cavallos que os reis de Judah tinham ordenado para o sol, á entrada da casa do Senhor, perto da camara de Nathan-melech, o eunucho, que estava no precinto: e os carros do sol queimou a fogo.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o rei derribou os altares que estavam sobre o terraço do cenaculo de Achaz, os quaes fizeram os reis de Judah, como tambem o rei derribou os altares que fizera Manasseh nos dois atrios da casa do Senhor: e esmiuçados os tirou d'ali, e lançou o pó d'elles no ribeiro de Cedron.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rei profanou tambem os altos que estavam defronte de Jerusalem, á mão direita do monte de Mashith, os quaes edificara Salomão, rei d'Israel, a Astoreth, a abominação dos sidonios, e a Camos, a abominação dos moabitas, e a Milcom, a abominação dos filhos d'Ammon.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Similhantemente quebrou as estatuas, e cortou os bosques, e encheu o seu logar com ossos de homens.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tambem o altar que estava em Bethel, e o alto que fez Jeroboão, filho de Nebat, que tinha feito peccar a Israel, juntamente com aquelle altar tambem o alto derribou; queimando o alto, em pó o esmiuçou, e queimou o bosque.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virando-se Josias, viu as sepulturas que estavam ali no monte, e enviou, e tomou os ossos das sepulturas, e os queimou sobre aquelle altar, e assim o profanou, conforme palavra do Senhor, que apregoara o homem de Deus, quando apregoou estas palavras.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disse: Que é este monumento que vejo? E o homens da cidade lhe disseram: É a sepultura do homem de Deus que veiu de Judah, e apregoou estas coisas que fizeste contra este altar de Bethel.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disse: Deixae-o estar; ninguem mexa nos seus ossos. Assim deixaram estar os seus ossos com os ossos do propheta que viera de Samaria.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mais d'isto tambem Josias tirou todas as casas dos altos que havia nas cidades de Samaria, e que os reis d'Israel tinham feito para provocarem á ira; e lhes fez conforme todos os feitos que tinha feito em Bethel.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sacrificou todos os sacerdotes dos altos, que havia ali, sobre os altares, e queimou ossos de homens sobre elles: depois voltou a Jerusalem.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rei deu ordem a todo o povo, dizendo: Celebrae a paschoa ao Senhor vosso Deus, como está escripto no livro do concerto.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nunca se celebrou tal paschoa como esta desde os dias dos juizes que julgaram a Israel, nem em todos os dias dos reis d'Israel, nem tão pouco dos reis de Judah.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23:23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no anno decimo oitavo do rei Josias esta paschoa se celebrou ao Senhor em Jerusalem.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23:24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tambem os adivinhos, e os feiticeiros, e os terafins, e os idolos, e todas as abominações que se viam na terra de Judah e em Jerusalem, os extirpou Josias, para confirmar as palavras da lei, que estavam escriptas no livro que o sacerdote Hilkias achara na casa do Senhor.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23:25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antes d'elle não houve rei similhante, que se convertesse ao Senhor com todo o seu coração, e com toda a sua alma, e com todas as suas forças, conforme toda a lei de Moysés: e depois d'elle nunca se levantou outro tal.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23:26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Todavia o Senhor se não tornou do ardor da sua grande ira, com que ardia a sua ira contra Judah, por todas as provocações com que Manasseh o tinha provocado.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23:27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Senhor: Tambem a Judah hei de tirar de diante da minha face, como tirei a Israel, e rejeitarei esta cidade de Jerusalem que elegi, como tambem a casa de que disse: Estará ali o meu nome.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23:28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o mais dos successos de Josias, e tudo quanto fez, porventura não está escripto no livro das chronicas dos reis de Judah?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23:29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 seus dias subiu Pharaó Neco, rei do Egypto, contra o rei d'Assyria, ao rio Euphrates: e o rei Josias lhe foi ao encontro; e, vendo-o elle, o matou em Megiddo.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23:30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seus servos o levaram morto de Megiddo, e o trouxeram a Jerusalem, e o sepultaram na sua sepultura: e o povo da terra tomou a Joachaz, filho de Josias, e o ungiram, e o fizeram rei em logar de seu pae.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23:31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Tinha Joachaz vinte e tres annos de edade quando começou a reinar, e tres mezes reinou em Jerusalem: e era o nome de sua mãe Hamutal, filha de Jeremias, de Libna.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23:32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o que parecia mal aos olhos do Senhor, conforme tudo o que fizeram seus paes.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23:33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Pharaó Neco o mandou prender em Ribla, em terra de Hamath, para que não reinasse em Jerusalem: e á terra impoz pena de cem talentos de prata e um talento de oiro.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23:34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Pharaó Neco estabeleceu rei a Eliakim, filho de Josias, em logar de seu pae Josias, e lhe mudou o nome em Joaquim: porém a Joachaz tomou comsigo, e veiu ao Egypto e morreu ali.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23:35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Joaquim deu aquella prata e aquelle oiro a Pharaó; porém fintou a terra, para dar esse dinheiro conforme o mandado de Pharaó: a cada um segundo a sua avaliação demandou a prata e o oiro do povo da terra, para o dar a Pharaó Neco.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23:36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Tinha Joaquim vinte e cinco annos de edade quando começou a reinar, e reinou onze annos em Jerusalem: e era o nome de sua mãe Zebuda, filha de Pedaia, de Ruma.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23:37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o que parecia mal aos olhos do Senhor, conforme tudo quanto fizeram seus paes.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