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da morte de Achab, Moab se rebellou contra Israel.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caiu Achazias pelas grades d'um quarto alto, que tinha em Samaria, e adoeceu: e enviou mensageiros, e disse-lhes: Ide, e perguntae a Baal-zebub, deus de Ekron, se sararei d'esta doença.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anjo do Senhor disse a Elias tesbita: Levanta-te, sobe para encontrar-te com os mensageiros do rei de Samaria: e dize-lhes: Porventura não ha Deus em Israel, que vades consultar a Baal-zebub, deus de Ekron?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isso assim diz o Senhor; Da cama, a que subiste, não descerás, mas sem falta morrerás. Então Elias partiu.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mensageiros voltaram para elle; e elle lhes disse: Que ha, que voltastes?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lhe disseram: Um homem nos saiu ao encontro, e nos disse: Ide, voltae para o rei que vos mandou, e dizei-lhe: Assim diz o Senhor: Porventura não ha Deus em Israel, para que mandes consultar a Baal-zebub, deus de Ekron? Portanto da cama, a que subiste, não descerás, mas sem falta morrerás.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disse: Qual era o trajo do homem que vos veiu ao encontro e vos fallou estas palavras?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lhe disseram: Um homem era vestido de pellos, e com os lombos cingidos d'um cinto de coiro. Então disse elle: É Elias, o tesbita.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 enviou um capitão de cincoenta: e, subindo a elle, (porque eis que estava assentado no cume do monte), disse-lhe: Homem de Deus, o rei diz: Desce.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Elias respondeu, e disse ao capitão de cincoenta: Se eu pois sou homem de Deus, desça fogo do céu, e te consuma a ti e aos teus cincoenta. Então fogo desceu do céu, e o consumiu a elle e aos seus cincoenta.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tornou a enviar-lhe outro capitão de cincoenta, com os seus cincoenta; este lhe fallou, e disse: Homem de Deus, assim diz o rei: Desce depressa.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respondeu Elias, e disse-lhe: Se eu sou homem de Deus, desça fogo do céu, e te consuma a ti e aos teus cincoenta. Então fogo de Deus desceu do céu, e o consumiu a elle e aos seus cincoenta.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tornou a enviar outro capitão dos terceiros cincoenta, com os seus cincoenta: então subiu o capitão de cincoenta, e veiu, e poz-se de joelhos diante de Elias, e supplicou-lhe, e disse-lhe: Homem de Deus, seja, peço-te, preciosa aos teus olhos a minha vida, e a vida d'estes cincoenta teus servos.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fogo desceu do céu, e consumiu aquelles dois primeiros capitães de cincoenta, com os seus cincoenta: porém agora seja preciosa aos teus olhos a minha vida.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anjo do Senhor disse a Elias: Desce com este, não temas. E levantou-se, e desceu com elle ao rei.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disse-lhe: Assim diz o Senhor: Porque enviaste mensageiros a consultar a Baal-zebub, deus d'Ekron? Porventura é porque não ha Deus em Israel, para consultar a sua palavra? portanto d'esta cama, a que subiste, não descerás, mas certamente morrerás.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pois morreu, conforme á palavra do Senhor, que Elias fallara; e Jorão começou a reinar no seu logar no anno segundo de Jehorão, filho de Josaphat rei de Judah: porquanto não tinha filho.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Reis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mais dos feitos de Achazias, que tinha feito, porventura não está escripto no livro das chronicas dos reis de Israel?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