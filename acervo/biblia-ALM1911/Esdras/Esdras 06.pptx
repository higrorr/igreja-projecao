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rei Dario deu ordem, e buscaram na chancellaria, onde se mettiam os thesouros em Babylonia.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em Achmetha, no paço, que está na provincia de Media, se achou um rôlo, e n'elle estava escripto um memorial que dizia assim: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anno primeiro do rei Cyro, o rei Cyro deu esta ordem: A casa de Deus em Jerusalem, esta casa se edificará para logar em que se offereçam sacrificios, e seus fundamentos serão firmes: a sua altura de sessenta covados, e a sua largura de sessenta covados;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tres carreiras de grandes pedras, e uma carreira de madeira nova: e a despeza se fará da casa do rei.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mais d'isto, os vasos de oiro e de prata da casa de Deus, que Nabucodonosor transportou do templo que estava em Jerusalem, e levou para Babylonia, se tornarão a dar, para que vão ao seu logar, ao templo que está em Jerusalem, e os levarão á casa de Deus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 Tattenai, governador de além do rio, Sethar-boznai, e os seus companheiros, os apharsachitas, que estaes de além do rio, apartae-vos d'ali.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Deixa-os na obra d'esta casa de Deus; para que o governador dos judeos e os judeus edifiquem esta casa de Deus no seu logar.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por mim se decreta o que haveis de fazer com os anciãos dos judeos, para edificar esta casa de Deus, a saber: que da fazenda do rei dos tributos d'além do rio se dê promptamente a despeza a estes homens, para que não sejam impedidos.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que fôr necessario, como bezerros, e carneiros, e cordeiros, por holocausto ao Deus dos céus, trigo, sal, vinho e azeite, segundo o rito dos sacerdotes que estão em Jerusalem; e dê-se-lhes, de dia em dia, para que não haja falta.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offereçam sacrificios de cheiro suave ao Deus dos céus, e orem pela vida do rei e de seus filhos.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por mim se decreta que todo o homem que mudar este decreto, um madeiro se arrancará da sua casa, e, levantado, o pendurarão n'elle, e da sua casa se fará por isso um monturo.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Deus, pois, que fez habitar ali o seu nome derribe a todos os reis e povos que estenderem a sua mão para o mudarem e para destruirem esta casa de Deus, que está em Jerusalem. Eu, Dario, dei o decreto; apressuradamente se faça.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Tattenai, o governador de além do rio, Sethar-boznai e os seus companheiros, assim fizeram apressuradamente, conforme ao que decretara o rei Dario.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anciãos dos judeos iam edificando e prosperando pela prophecia do propheta Aggeo, e de Zacharias, filho d'Iddo: e a edificaram e aperfeiçoaram conforme ao mandado do Deus de Israel, e conforme ao mandado de Cyro e Dario, e d'Artaxerxes rei da Persia.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acabou-se esta casa no dia terceiro do mez d'Adar que era o sexto anno do reinado do rei Dario.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d'Israel, os sacerdotes, e os levitas, e o resto dos filhos do captiveiro, fizeram a consagração d'esta casa de Deus com alegria.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offereceram para a consagração d'esta casa de Deus cem novilhos, duzentos carneiros, quatrocentos cordeiros, e doze cabritos por expiação do peccado de todo o Israel; segundo o numero das tribus d'Israel.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pozeram os sacerdotes nas suas turmas e os levitas nas suas divisões, para o ministerio de Deus, que está em Jerusalem; conforme ao escripto do livro de Moysés.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que vieram do captiveiro celebraram a paschoa no dia quatorze do primeiro mez.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6:20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os sacerdotes e levitas se purificaram como se fossem um só homem, todos estavam limpos: e mataram o cordeiro da paschoa para todos os filhos do captiveiro, e para seus irmãos, os sacerdotes, e para si mesmos.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6:21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comeram os filhos d'Israel que tinham voltado do captiveiro, com todos os que a elles se apartaram da immundicia das gentes da terra, para buscarem o Senhor, Deus d'Israel: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6:22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celebraram a festa dos pães asmos os sete dias com alegria, porque o Senhor os tinha alegrado, e tinha mudado o coração do rei de Assyria a favor d'elles; para lhes esforçar as mãos na obra da casa de Deus, o Deus d'Israel.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