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passadas estas coisas do reinado d'Artaxerxes, rei da Persia, Esdras, filho de Seraias, filho d'Azarias, filho d'Hilkias,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de Sallum, filho de Zadok, filho d'Ahitub,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d'Amarias, filho d'Azarias, filho de Meraioth,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de Zerachias, filho de Uzi, filho de Bukki,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d'Abisua, filho de Phineas, filho d'Eleazar, filho d'Aarão, o summo sacerdote;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Esdras subiu de Babylonia; e era escriba habil na lei de Moysés, que deu o Senhor Deus d'Israel; e, segundo a mão do Senhor seu Deus, que estava sobre elle, o rei lhe deu tudo quanto lhe pedira.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subiram a Jerusalem alguns dos filhos d'Israel, e dos sacerdotes, e dos levitas, e dos cantores, e dos porteiros, e dos nethineos, no anno setimo do rei Artaxerxes.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mez quinto veiu a Jerusalem; que era o setimo anno d'este rei.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no primeiro dia do primeiro mez foi o principio da subida de Babylonia: e no primeiro dia do quinto mez chegou a Jerusalem, segundo a boa mão do seu Deus sobre elle.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Esdras tinha preparado o seu coração para buscar a lei do Senhor e para fazel-a e para ensinar em Israel os seus estatutos e os seus direitos.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pois a copia da carta que o rei Artaxerxes deu ao sacerdote Esdras, o escriba das palavras dos mandamentos do Senhor, e dos seus estatutos sobre Israel.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"Artaxerxes, rei dos reis, ao sacerdote Esdras, escriba da lei do Deus do céu, paz perfeita, e em tal tempo.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mim se decreta que no meu reino todo aquelle do povo d'Israel, e dos seus sacerdotes e levitas, que quizer ir comtigo a Jerusalem, vá.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da parte do rei e dos seus sete conselheiros és mandado, para fazeres inquirição em Judah e em Jerusalem, conforme á lei do teu Deus, que está na tua mão;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levares a prata e o oiro que o rei e os seus conselheiros voluntariamente deram ao Deus d'Israel, cuja habitação está em Jerusalem;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 a prata e o oiro que achares em toda a provincia de Babylonia, com as offertas voluntarias do povo e dos sacerdotes, que voluntariamente offerecerem, para a casa de seu Deus, que está em Jerusalem.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logo compra com este dinheiro novilhos, carneiros, cordeiros, com as suas offertas de manjares, e as suas libações, e offerece-as sobre o altar da casa de vosso Deus, que está em Jerusalem.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que a ti e a teus irmãos bem te parecer fazerdes do resto da prata e do oiro, o fareis conforme á vontade do vosso Deus.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vasos que te foram dados para o serviço da casa de teu Deus, restitue-os perante o Deus de Jerusalem.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resto do que fôr necessario para a casa de teu Deus, que te convenha dar, o darás da casa dos thesouros do rei.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mim mesmo, o rei Artaxerxes, se decreta a todos os thesoureiros que estão d'além do rio que tudo quanto vos pedir o sacerdote Esdras, escriba da lei do Deus dos céus, apressuradamente se faça,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cem talentos de prata, e até cem coros de trigo, e até cem batos de vinho, e até cem batos d'azeite; e sal sem conta.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quanto se ordenar, segundo o mandado do Deus do céu, promptamente se faça para a casa do Deus do céu: porque para que haveria grande ira sobre o reino do rei e de seus filhos?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vos fazemos saber ácerca de todos os sacerdotes e levitas, cantores, porteiros, nethineos, e ministros da casa d'este Deus, que se lhes não possa impôr, nem direito, nem antigo tributo, nem renda.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tu, Esdras, conforme á sabedoria do teu Deus, que está na tua mão, põe regedores e juizes, que julguem a todo o povo que está d'além do rio, a todos os que sabem as leis de teu Deus; e ao que as não sabe, as fareis saber.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aquelle que não fizer a lei do teu Deus e a lei do rei, logo se faça justiça d'elle: quer seja morte, quer degredo, quer multa sobre os seus bens, quer prisão.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Bemdito seja o Senhor Deus de nossos paes, que tal inspirou ao coração do rei, para ornarmos a casa do Senhor, que está em Jerusalem;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estendeu para mim a sua beneficencia perante o rei e os seus conselheiros e todos os principes poderosos do rei: assim me esforcei, segundo a mão do Senhor sobre mim, e ajuntei d'entre Israel uns chefes para subirem comigo."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