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4:1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Ouvindo pois os adversarios de Judah e Benjamin que os que tornaram do captiveiro, edificavam o templo ao Senhor Deus d'Israel,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4:2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Chegaram-se a Zorobabel e aos chefes dos paes, e disseram-lhes: Deixae-nos edificar comvosco, porque, como vós, buscaremos a vosso Deus; como tambem já lhe sacrificamos desde os dias d'Asar-haddon, rei d'Assur, que nos fez subir aqui.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4:3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Zorobabel, e Josué, e os outros chefes dos paes d'Israel lhes disseram: Não convem que vós e nós edifiquemos casa a nosso Deus; mas nós sós a edificaremos ao Senhor, Deus d'Israel, como nos ordenou o rei Cyro, rei da Persia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4:4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Todavia o povo da terra debilitava as mãos do povo de Judah, e inquietava-os no edificar.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4:5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alugaram contra elles conselheiros, para frustrarem o seu conselho, todos os dias de Cyro, rei da Persia, até ao reinado de Dario, rei da Persia.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4:6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sob o reino d'Ahasuero, no principio do seu reinado, escreveram uma accusação contra os habitantes de Judah e de Jerusalem.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4:7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nos dias d'Artaxerxes escreveu Bislam, Mithredath, Tabeel, e os outros da sua companhia, a Artaxerxes, rei da Persia: e a carta estava escripta em caracteres syriacos, e na lingua syriaca.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4:8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Escreveram pois Rhehum, o chanceller, e Simsai, o escrivão, uma carta contra Jerusalem, ao rei Artaxerxes, n'esta maneira: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4:9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escreveu Rhehum, o chanceller, e Simsai, o escrivão, e os outros da sua companhia: os dinaitas e apharsathehitas, tarpelitas, apharsitas, archevitas, babylonios, susanchitas, dehavitas, elamitas.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4:10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outros povos, que transportou o grande e afamado Asnappar, e que elle fez habitar na cidade de Samaria, e os outros d'áquem do rio, e em tal tempo.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4:11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Este pois é o teor da carta que ao rei Artaxerxes lhe mandaram: "Teus servos, os homens d'áquem do rio, e em tal tempo.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4:12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Saiba o rei que os judeos que subiram de ti vieram a nós a Jerusalem, e edificam aquella rebelde e malvada cidade, e vão restaurando os seus muros, e reparando os seus fundamentos.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4:13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Agora saiba o rei que, se aquella cidade se reedificar, e os muros se restaurarem, não pagarão os direitos, os tributos e as rendas; e assim se damnificará a fazenda dos reis.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4:14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Agora pois, porquanto assalariados somos do paço, e não nos convem ver a deshonra do rei, por isso mandamos dar aviso ao rei,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4:15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que se busque no livro das chronicas de teus paes, e acharás no livro das chronicas, e saberás que aquella foi uma cidade rebelde, e damnosa aos reis e provincias, e que n'ella fizeram rebellião de tempos antigos; pelo que foi aquella cidade destruida.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4:16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Nós pois fazemos notorio ao rei que, se aquella cidade se reedificar, e os seus muros se restaurarem, d'esta maneira não terás porção alguma d'esta banda do rio.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4:17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rei enviou esta resposta a Rhehum, o chanceller, e a Simsai, o escrivão, e aos mais da sua companhia, que habitavam em Samaria; como tambem ao resto dos que estavam d'além do rio: Paz hajaes! e em tal tempo.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4:18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carta que nos enviastes foi explicitamente lida diante de mim.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4:19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ordenando-o eu, buscaram e acharam, que de tempos antigos aquella cidade se levantou contra os reis, e n'ella se tem feito rebellião e sedição.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4:20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houve reis poderosos sobre Jerusalem que d'além do rio dominaram em todo o logar, e se lhes pagaram direitos, e tributos, e rendas.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4:21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Agora pois dae ordem para impedirdes aquelles homens, afim de que não se edifique aquella cidade, até que se dê uma ordem por mim.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4:22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guardae-vos de commetterdes erro n'isto; porque cresceria o damno para prejuizo dos reis?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4:23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Então, depois que a copia da carta do rei Artaxerxes se leu perante Rhehum, e Simsai, o escrivão, e seus companheiros, apressadamente foram elles a Jerusalem, aos judeos, e os impediram á força de braço e com violencia.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4:24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cessou a obra da casa de Deus, que estava em Jerusalem: e cessou até ao anno segundo do reinado de Dario rei da Persia.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