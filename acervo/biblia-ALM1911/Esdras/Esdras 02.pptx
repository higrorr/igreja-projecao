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da provincia, que subiram do captiveiro, dos transportados, que Nabucodonosor, rei de Babylonia, tinha transportado a Babylonia, e tornaram a Jerusalem e a Judah, cada um para a sua casa;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vieram com Zorobabel, Josué, Nehemias, Seraias, Reelaias, Mardocheo, Bilsan, Mispar, Bigvai, Rehum e Baana. O numero dos homens do povo de Israel: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Paros, dois mil, cento e setenta e dois.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Sephtias, trezentos e setenta e dois.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d'Arah, setecentos e setenta e cinco.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Pahath-moab, dos filhos de Jesua-joab, dois mil, oitocentos e doze.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d'Elam, mil, duzentos e cincoenta e quatro.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Zatthu, novecentos e quarenta e cinco.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Zaccai, setecentos e sessenta.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Bani, seiscentos e quarenta e dois.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Bebai, seiscentos e vinte e tres.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Azgad, mil, duzentos e vinte e dois.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Adonikam, seiscentos e sessenta e seis.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Bigvai, dois mil e cincoenta e seis.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Adin, quatrocentos e cincoenta e quatro.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d'Ater, d'Hizkia, noventa e oito.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Besai, trezentos e vinte e tres.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Jora, cento e doze.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Hasum, duzentos e vinte e tres.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Gibbar, noventa e cinco.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Bethlehem, cento e vinte e tres.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Netopha, cincoenta e seis.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d'Anathoth, cento e vinte e oito.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d'Azmaveth, quarenta e dois.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Kiriath-arim, Chephira e Bearoth, setecentos e quarenta e tres.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Rama, e Gibeah, seiscentos e vinte e um.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Micmas, cento e vinte e dois.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Bethel e Ai, duzentos e vinte e tres.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Nebo, cincoenta e dois.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Magbis, cento e cincoenta e seis.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do outro Elam, mil, duzentos e cincoenta e quatro.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d'Harim, trezentos e vinte.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Lod, Hadid e Ono, setecentos e vinte e cinco.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Jericó, trezentos e quarenta e cinco.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Senaa, tres mil, seiscentos e trinta.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sacerdotes: os filhos de Jedaias, da casa de Jesua, novecentos e setenta e tres.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d'Immer, mil e cincoenta e dois.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Pashur, mil, duzentos e quarenta e sete.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d'Harim, mil e dezesete.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levitas: os filhos de Jesua e Kadmiel, dos filhos d'Hodavias, setenta e quatro.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cantores: os filhos de Asaph, cento e vinte e oito.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dos porteiros: os filhos de Sallum, os filhos d'Ater, os filhos de Talmon, os filhos d'Akkub, os filhos d'Hatita, os filhos de Sobai: por todos, cento e trinta e nove.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nethineos: os filhos de Ziha, os filhos d'Hasupha, os filhos de Tabbaoth,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Keros, os filhos de Siaha, os filhos de Padon,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Lebana, os filhos d'Hagaba, os filhos d'Akkub,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d'Hagab, os filhos de Samlai, os filhos d'Hanan,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Giddel, os filhos de Gahar, os filhos de Reaias,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Resin, os filhos de Nekoda, os filhos de Gazam,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d'Uzar, os filhos de Paseah, os filhos de Besai,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d'Asna, os filhos dos meuneos, os filhos dos nephuseos,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Bakbuk, os filhos d'Hakupha, os filhos d'Harhur,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Basluth, os filhos de Mehida, os filhos d'Harsa,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Barkos, os filhos de Sisera, os filhos de Temah,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Nesiah, os filhos d'Hatipha.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dos servos de Salomão: os filhos de Sotai, os filhos de Sophereth, os filhos de Peruda,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Jaala, os filhos de Darkon, os filhos de Giddel,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Sephatias, os filhos d'Hattil, os filhos de Pochereth-hat-sebaim, os filhos de Ami.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nethineos, e os filhos dos servos de Salomão, trezentos e noventa e dois.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subiram de Tel-melah e Tel-harsa, Cherub, Addan e Immer: porém não poderam mostrar a casa de seus paes, e sua linhagem, se d'Israel eram.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Dalaias, os filhos de Tobias, os filhos de Nekoda, seiscentos e cincoenta e dois.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dos sacerdotes: os filhos d'Habaias, os filhos de Kos, os filhos de Barzillai, que tomou mulher das filhas de Barzillai, o gileadita, e que foi chamado do seu nome.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buscaram o seu registro entre os que estavam registrados nas genealogias, mas não se acharam n'ellas; pelo que por immundos foram rejeitados do sacerdocio.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tirsatha lhes disse que não comessem das coisas sagradas, até que houvesse sacerdote com Urim e com Thummim.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esta congregação junta foi, quarenta e dois mil trezentos e sessenta,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Afóra os seus servos e as suas servas, que foram sete mil, trezentos e trinta e sete: tambem tinha duzentos cantores e cantoras.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cavallos, setecentos e trinta e seis: os seus mulos, duzentos e quarenta e cinco;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camelos, quatrocentos e trinta e cinco: os jumentos, seis mil, setecentos e vinte.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chefes dos paes, vindo á casa do Senhor, que habita em Jerusalem, deram voluntarias offertas para a casa de Deus, para a fundarem no seu logar.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ao seu poder, deram para o thesouro da obra, em oiro, sessenta e um mil drachmas, e em prata cinco mil libras, e cem vestes sacerdotaes.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2:70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habitaram os sacerdotes e os levitas, e alguns do povo, tanto os cantores, como os porteiros, e os nethineos, nas suas cidades; como tambem todo o Israel nas suas cidades.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