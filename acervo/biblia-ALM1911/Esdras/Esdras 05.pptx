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Aggeo , propheta, e Zacharias, filho d'Iddo, prophetas, prophetizaram aos judeos que estavam em Judah, e em Jerusalem: em nome do Deus de Israel lhes prophetizaram.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 levantaram Zorobabel, filho de Sealtiel, e Josué, filho de Josadak, e começaram a edificar a casa de Deus, que está em Jerusalem; e com elles os prophetas de Deus, que os ajudavam.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tempo veiu a elles Tattenai, governador d'áquem do rio, e Sethar-boznai, e os seus companheiros, e disseram-lhes assim: Quem vos deu ordem para edificardes esta casa, e restaurardes este muro?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assim lhes dissemos: E quaes são os nomes dos homens que edificaram este edificio?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os olhos de Deus estavam sobre os anciãos dos judeos, e não os impediram, até que o negocio viesse a Dario, e então respondessem por carta sobre isso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Copia da carta que Tattenai, o governador d'áquem do rio, com Sethar-boznai e os seus companheiros, os apharsachitas, que estavam d'áquem do rio, enviaram ao rei Dario.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Enviaram-lhe uma relação; e assim estava escripto n'ella: "Toda a paz ao rei Dario.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Seja notorio ao rei, que nós fomos á provincia de Judah, á casa do grande Deus, que se edifica com grandes pedras, e já a madeira se está pondo sobre as paredes; e esta obra apressuradamente se faz, e se adianta em suas mãos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perguntámos aos anciãos, e assim lhes dissemos: Quem vos deu ordem para edificardes esta casa, e restaurardes este muro?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mais d'isto, lhes perguntámos tambem pelos seus nomes, para t'os declararmos: para que te podessemos escrever os nomes dos homens que são entre elles os chefes.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 resposta nos deram, dizendo: Nós somos servos de Deus dos céus e da terra, e reedificamos a casa que foi edificada muitos annos antes; porque um grande rei d'Israel a edificou e aperfeiçoou.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depois que nossos paes provocaram á ira o Deus dos céus, elle os entregou na mão de Nabucodonosor, rei de Babylonia, o chaldeo, o qual destruiu esta casa, e transportou o seu povo para Babylonia.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no primeiro anno de Cyro, rei de Babylonia, o rei Cyro deu ordem para que esta casa de Deus se edificasse.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até os vasos de oiro e prata, da casa de Deus, que Nabucodonosor tomou do templo que estava em Jerusalem e os metteu no templo de Babylonia, o rei Cyro os tirou do templo de Babylonia, e foram dados a um homem cujo nome era Sesbazar, a quem nomeou governador.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disse-lhe: Toma estes vasos, vae, e leva-os ao templo que está em Jerusalem, e faze edificar a casa de Deus, no seu logar.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veiu o dito Sesbazar, e poz os fundamentos da casa de Deus, que está em Jerusalem e desde então para cá se está edificando, e ainda não está acabada.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Agora, pois, se parece bem ao rei, busque-se lá na casa dos thesouros do rei, que está em Babylonia, se é verdade que se deu uma ordem pelo rei Cyro para edificar esta casa de Deus em Jerusalem; e sobre isto se nos manda saber a vontade do rei."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