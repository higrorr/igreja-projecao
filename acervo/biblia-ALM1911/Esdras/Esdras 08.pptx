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pois são os chefes de seus paes, com as suas genealogias, dos que subiram comigo de Babylonia no reinado do rei Artaxerxes: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Phineas, Gersom; dos filhos d'Ithamar, Daniel; dos filhos de David, Hatus;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Sechanias, e dos filhos de Pareos, Zacharias; e com elle por genealogias se contaram até cento e cincoenta homens.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Pahath-moab, Elie-*hoeni, filho de Zerachias; e com elle duzentos homens.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Sechanias, o filho de Jehaziel; e com elle trezentos homens.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filhos d'Adin, Ebed, filho de Jonathan; e com elle cincoenta homens.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filhos d'Elam, Jesaias, filho d'Athalias; e com elle setenta homens.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filhos de Sephatias, Zebadias, filho de Michael; e com elle oitenta homens.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Joab, Obadias filho de Jehiel; e com elle duzentos e dezoito homens.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filhos de Selomith, o filho de Josiphias; e com elle cento e sessenta homens.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filhos de Bebai, Zacharias, o filho de Bebai; e com elle vinte e oito homens.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filhos d'Azgad, Johanan, o filho de Katan; e com elle cento e dez homens.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ultimos filhos d'Adonikam, cujos nomes eram estes: Eliphelet, Jeiel e Semais; e com elles sessenta homens.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filhos de Bigvai, Uthai e Zabbud; e com elles setenta homens.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ajuntei-os para o rio que vae a Ahava, e ficámos ali acampados tres dias: então attentei para o povo e para os sacerdotes, e não achei ali nenhum dos filhos de Levi.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Enviei pois Eliezer, Ariel, Semaias, e Elnathan, e Jarib, e Elnathan, e Nethan, e Zacharias, e Mesullam, os chefes: como tambem a Joiarib, e a Elnathan, que eram sabios.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dei-lhes mandado para Iddo, chefe no logar de Casiphia: e lhes puz palavras na bocca para dizerem a Iddo, seu irmão, e aos nethineos, no logar de Casiphia, que nos trouxessem ministros para a casa do nosso Deus.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trouxeram-nos segundo a boa mão de Deus sobre nós, um homem entendido, dos filhos de Machli, filho de Levi, filho de Israel: a saber: Serebias, com os seus filhos e irmãos, dezoito;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Hasabias, e com elle Jesaias, dos filhos de Merari; com seus irmãos e os filhos d'elles, vinte;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nethineos que David e os principes deram para o ministerio dos levitas, duzentos e vinte nethineos: que todos foram expressos por seus nomes.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apregoei ali um jejum junto ao rio Ahava, para nos humilharmos diante da face de nosso Deus, para lhe pedirmos caminho direito para nós, e para nossos filhos, e para toda a nossa fazenda.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me envergonhei de pedir ao rei exercito e cavalleiros para nos defenderem do inimigo no caminho: porquanto tinhamos fallado ao rei, dizendo: A mão do nosso Deus é sobre todos os que o buscam para o bem d'elles, mas a sua força e a sua ira sobre todos os que o deixam.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pois jejuámos, e pedimos isto ao nosso Deus, e moveu-se pelas nossas orações.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separei doze dos maioraes dos sacerdotes: Serebias, Hasabias, e com elles dez dos seus irmãos.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pesei-lhes a prata, e o oiro, e os vasos: que era a offerta para a casa de nosso Deus, que offereceram o rei e os seus conselheiros, e os seus principes, e todo o Israel que ali se achou.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pesei em suas mãos seiscentos e cincoenta talentos de prata, e em vasos de prata cem talentos, e cem talentos de oiro.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vinte taças d'oiro, de mil drachmas, e dois vasos de bom metal lustroso, tão desejavel como oiro.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Consagrados sois do Senhor, e sagrados são estes vasos, como tambem esta prata e este oiro, offerta voluntaria, offerecida ao Senhor Deus de vossos paes,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Vigiae pois, e guardae-os até que os peseis na presença dos maioraes dos sacerdotes e dos levitas, e dos principes dos paes de Israel, em Jerusalem, nas camaras da casa de Deus.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receberam os sacerdotes e os levitas o peso da prata, e do oiro, e dos vasos, para o trazerem a Jerusalem, á casa de nosso Deus.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partimos do rio d'Ahava, no dia doze do primeiro mez, para irmos para Jerusalem: e a mão do nosso Deus estava sobre nós, e livrou-nos da mão dos inimigos, e dos que nos armavam ciladas no caminho.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viemos a Jerusalem, e repousámos ali tres dias.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dia quatro se pesou a prata, e o oiro, e os vasos, na casa do nosso Deus, por mão de Meremoth, filho do sacerdote Urias, e com elle Eleazar, filho de Phineas: e com elles Jozabad, filho de Jesué, e Noadias, filho de Binui, levitas;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Conforme ao numero e conforme ao peso de tudo aquillo; e todo o peso se descreveu no mesmo tempo.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transportados, que vieram do captiveiro, offereceram holocaustos ao Deus de Israel: doze novilhos por todo o Israel, noventa e seis carneiros, setenta e sete cordeiros, e doze bodes em sacrificio pelo peccado: tudo em holocausto ao Senhor.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8:36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deram as ordens do rei aos satrapas do rei, e aos governadores de áquem do rio; e ajudaram o povo e a casa de Deus.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