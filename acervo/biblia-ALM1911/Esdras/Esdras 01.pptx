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Esdras 1:1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 primeiro anno de Cyro, rei da Persia (para que se cumprisse a palavra do Senhor, por bocca de Jeremias) despertou o Senhor o espirito de Cyro, rei da Persia o qual fez passar pregão por todo o seu reino, como tambem por escripto, dizendo: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Esdras 1:2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diz Cyro, rei da Persia: O Senhor Deus dos céus me deu todos os reinos da terra: e elle me encarregou de lhe edificar uma casa em Jerusalem, que está em Judah.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Esdras 1:3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Quem ha entre vós, de todo o seu povo, seja seu Deus com elle, e suba a Jerusalem, que está em Judah, e edifique a casa do Senhor, Deus d'Israel; elle é o Deus que habita em Jerusalem.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Esdras 1:4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todo aquelle que ficar atraz em alguns logares em que andar peregrinando, os homens do seu logar o ajudarão com prata, e com oiro, e com fazenda, e com gados, afóra das dadivas voluntarias para a casa do Senhor, que habita em Jerusalem.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Esdras 1:5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se levantaram os chefes dos paes de Judah e Benjamin, e os sacerdotes e os levitas, com todos aquelles cujo espirito Deus despertou, para subirem a edificar a casa do Senhor, que está em Jerusalem.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Esdras 1:6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todos os que habitavam nos arredores lhes confortaram as mãos com vasos de prata, com oiro, com fazenda, e com gados, e com as coisas preciosas: afóra tudo o que voluntariamente se deu.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Esdras 1:7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Tambem o rei Cyro tirou os vasos da casa do Senhor, que Nabucodonosor tinha trazido de Jerusalem, e que tinha posto na casa de seus deuses.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Esdras 1:8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Estes tirou Cyro, rei da Persia, pela mão de Mithredath, o thesoureiro, que os deu por conta a Sesbazar, principe de Judah.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Esdras 1:9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este é o numero d'elles: trinta bacias d'oiro, mil bacias de prata, vinte e nove facas,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Esdras 1:10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Trinta taças d'oiro, mais outras quatrocentas e dez taças de prata, e mil outros vasos.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Esdras 1:11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Todos os vasos d'oiro e de prata foram cinco mil e quatrocentos: todos estes levou Sesbazar, quando os do captiveiro subiram de Babylonia para Jerusalem.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