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orando Esdras assim, e fazendo esta confissão, chorando, e prostrando-se diante da casa de Deus, ajuntou-se a elle d'Israel uma mui grande congregação, de homens e de mulheres, e de crianças; porque o povo chorava com grande choro.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Sechanias, filho de Jehiel, um dos filhos de Elam, e disse a Esdras: Nós temos transgredido contra o nosso Deus, e casámos com mulheres estranhas do povo da terra, mas, no tocante a isto, ainda ha esperança para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façamos concerto com o nosso Deus de que despediremos todas as mulheres, e tudo o que é nascido d'ellas, conforme ao conselho do Senhor, e dos que tremem ao mandado do nosso Deus; e faça-se conforme a lei.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pois, porque te pertence este negocio, e nós seremos comtigo; esforça-te, e obra.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Esdras se levantou, e ajuramentou os maioraes dos sacerdotes e dos levitas, e a todo o Israel, de que fariam conforme a esta palavra, e juraram.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Esdras se levantou de diante da casa de Deus, e entrou na camara de Johanan, filho de Eliasib: e, vindo lá, pão não comeu, e agua não bebeu; porque estava annojado pela transgressão dos do captiveiro.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passar pregão por Judah e Jerusalem, e todos os que vieram do captiveiro, para que se ajuntassem em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todo aquelle que em tres dias não viesse, segundo o conselho dos principes e dos anciãos, toda a sua fazenda se poria em interdicto, e elle seria separado da congregação dos do captiveiro.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homens de Judah e Benjamin em tres dias se ajuntaram em Jerusalem: era o nono mez, no dia vinte do mez: e todo o povo se assentou na praça da casa de Deus, tremendo por este negocio e por causa das grandes chuvas.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Esdras, o sacerdote, e disse-lhes: Vós tendes transgredido, e casastes com mulheres estranhas, multiplicando o delicto d'Israel.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fazei confissão ao Senhor Deus de vossos paes; e fazei a sua vontade; e apartae-vos dos povos das terras, e das mulheres estranhas.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toda a congregação, e disseram em altas vozes: Assim seja, conforme ás tuas palavras nos convem fazer.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é muito, e tambem é tempo de grandes chuvas, e não se pode estar aqui fóra: nem é obra d'um dia nem de dois, porque somos muitos os que transgredimos n'este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ponham-se os nossos principes, por toda a congregação sobre este negocio; e todos os que em nossas cidades casaram com mulheres estranhas venham em tempos apontados, e com elles os anciãos de cada cidade, e os seus juizes, até que desviemos de nós o ardor da ira do nosso Deus, por esta causa.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sómente Jonathan, filho d'Asael, e Jehazias, filho de Tikva, se pozeram sobre este negocio: e Mesullam, e Sabbethai, levita, os ajudaram.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o fizeram os que tornaram do captiveiro: e apartaram-se o sacerdote Esdras e os homens, cabeças dos paes, segundo a casa de seus paes, e todos pelos seus nomes; e assentaram-se no primeiro dia do decimo mez, para inquirirem n'este negocio.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acabaram-n'o com todos os homens que casaram com mulheres estranhas, até ao primeiro dia do primeiro mez.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acharam-se dos filhos dos sacerdotes que casaram com mulheres estranhas: dos filhos de Josué, filho de Josadak, e seus irmãos, Maaseias, e Eliezer, e Jarib, e Gadalias.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a sua mão de que despediriam suas mulheres: e, achando-se culpados, offereceram um carneiro do rebanho pelo seu delicto.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d'Immer: Hanani, e Zabadias.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d'Harim: Maaseias, e Elias, e Semaias, e Jehiel, e Uzias.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Pashur: Elioenai, Maseias, Ishmael, Nathanel, Jozabad, e Elasa.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levitas: Jozabad, e Simei, e Kelaias (este é Kelitas), Pethahias, Judah, e Eliezer.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cantores: Eliasib: e dos porteiros: Sallum, e Telem, e Uri.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d'Israel, dos filhos de Paros: Ramias, e Jezias, e Malchias, e Miamin, e Eleazer, e Malchias, e Benaias.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d'Elam: Matthanias, Zacharias, e Jehiel, e Abdi, e Jeremoth, e Elias.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Zattu: Elioenai Eliasib, Matthanias, e Jeremoth, e Zabad, e Aziza.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Bebai: Johanan, Hananias, Zabbai, Athlai.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Bani: Mesullam, Malluch, e Adaias, Jasub, e Seal, Jeremoth.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Pahath-moab: Adna, e Chelal, Benaias, Maseias, Matthanias, Besaleel, e Binnui, e Manasseh.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d'Harim: Eliezer, Jesias, Malchias, Semaias, Simeão,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Benjamin, Malluch, Semarias.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d'Hasum: Mathnai, Matthattha, Zabad, Eliphelet, Jeremai, Manasseh, Simei.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Bani: Maadai, Amram, e Uel,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Benaias, Bedias, Cheluhi,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Vanias, Meremoth, Eliasib,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Matthanias, Mathnai, e Jaasai,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Bani, e Binnui, Simei,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Selemias, e Nathan, e Adaias,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Machnadbai, Sasai, Sarai,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Azareel, e Selemias, Semarias,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Sallum, Amarias, José.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Nebo: Jeiel, Mattithias, Zabad, Zebina, Jaddai, Joel, e Benaias.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10:44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tomaram mulheres estranhas: e alguns d'elles tinham mulheres de quem alcançaram filhos.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