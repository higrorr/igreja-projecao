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pois o setimo mez, e estando os filhos d'Israel já nas cidades, se ajuntou o povo, como um só homem, em Jerusalem.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Josué, filho de Josadak, e seus irmãos, os sacerdotes, e Zorobabel, filho de Sealthiel, e seus irmãos, e edificaram o altar do Deus d'Israel, para offerecerem sobre elle holocausto, como está escripto na lei de Moysés, o homem de Deus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firmaram o altar sobre as suas bases, porque o terror estava sobre elles, por causa dos povos das terras: e offereceram sobre elle holocaustos ao Senhor, holocaustos de manhã e de tarde.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celebraram a festa dos tabernaculos, como está escripto: offereceram holocaustos de dia em dia por ordem, conforme ao rito, cada coisa no seu dia.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d'isto o holocausto continuo, e os das luas novas e de todas as solemnidades sanctificadas do Senhor; como tambem de qualquer que offerecia offerta voluntaria ao Senhor: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primeiro dia do setimo mez começaram a offerecer holocaustos ao Senhor: porém ainda não estavam postos os fundamentos do templo do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Deram pois o dinheiro aos cortadores e artifices, como tambem comida e bebida, e azeite aos sidonios, e aos tyrios, para trazerem do Libano madeira de cedro ao mar de Joppe, segundo a concessão que lhes tinha feito Cyro, rei da Persia.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segundo anno da sua vinda á casa de Deus em Jerusalem, no segundo mez, começaram Zorobabel, filho de Sealthiel, e Josué, filho de Josadak, e os outros seus irmãos, os sacerdotes e os levitas, e todos os que vieram do captiveiro a Jerusalem; e constituiram os levitas da edade de vinte annos e d'ahi para cima, para que aviassem a obra da casa do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Josué, seus filhos, e seus irmãos, Kadmiel e seus filhos, os filhos de Judah, como um só homem, para aviarem os que faziam a obra na casa de Deus, com os filhos d'Henadad, seus filhos e seus irmãos, os levitas.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os edificadores lançaram os alicerces do templo do Senhor, então apresentaram-se os sacerdotes, já vestidos e com trombetas, e os levitas, filhos d'Asaph, com psalterios, para louvarem ao Senhor, conforme á instituição de David, rei d'Israel.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cantavam a revezes, louvando e celebrando ao Senhor; porque é bom; porque a sua benignidade dura para sempre sobre Israel. E todo o povo jubilou com grande jubilo, quando louvaram ao Senhor, pela fundação da casa do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muitos dos sacerdotes, e levitas e chefes dos paes, já velhos, que viram a primeira casa, sobre o seu fundamento, vendo perante os seus olhos esta casa, choraram em altas vozes; mas muitos levantaram as vozes com jubilo e com alegria.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não discernia o povo as vozes do jubilo d'alegria, das vozes do choro do povo; porque o povo jubilava com tão grande jubilo, que as vozes se ouviam de mui longe.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