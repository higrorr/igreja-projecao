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Acabadas pois estas coisas, chegaram-se a mim os principes, dizendo: O povo de Israel, e os sacerdotes, e os levitas, se não teem separado dos povos d'estas terras; segundo as suas abominações, a saber: dos cananeos, dos hetheos, dos pherezeos, dos jebuseos, dos amonitas, dos moabitas, dos egypcios, e dos amorrheos.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tomaram das suas filhas para si e para seus filhos, e assim se misturou a semente sancta com os povos d'estas terras: e até a mão dos principes e magistrados foi a primeira n'esta transgressão.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ouvindo eu tal coisa, rasguei o meu vestido e o meu manto, e arranquei os cabellos da minha cabeça e da minha barba, e me assentei attonito.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se ajuntaram a mim todos os que tremiam das palavras do Deus d'Israel por causa da transgressão dos do captiveiro: porém eu me fiquei assentado attonito até ao sacrificio da tarde.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perto do sacrificio da tarde me levantei da minha afflicção, havendo já rasgado o meu vestido e o meu manto, e me puz de joelhos, e estendi as minhas mãos para o Senhor meu Deus;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disse: Meu Deus! Estou confuso e envergonhado, de levantar a ti a minha face, meu Deus: porque as nossas iniquidades se multiplicaram sobre a nossa cabeça, e a nossa culpa tem crescido até aos céus.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Desde os dias de nossos paes até ao dia de hoje estamos em grande culpa, e por causa das nossas iniquidades somos entregues, nós, os nossos reis, e os nossos sacerdotes, na mão dos reis das terras, á espada, ao captiveiro, e ao roubo, e á confusão do rosto, como hoje se vê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agora, como por um pequeno momento, se nos fez graça da parte do Senhor, nosso Deus, para nos deixar aquelles que escapem, e para dar-nos uma estaca no seu sancto logar: para nos alumiar os olhos, ó Deus nosso, e para nos dar uma pouca de vida na nossa servidão;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servos somos; porém na nossa servidão não nos desamparou o nosso Deus; antes estendeu sobre nós beneficencia perante os reis da Persia, para que nos desse vida, para levantarmos a casa do nosso Deus, e para restaurarmos as suas assolações; e para que nos desse uma parede em Judah e em Jerusalem.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pois, ó nosso Deus, que diremos depois d'isto? pois deixámos os teus mandamentos,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quaes mandaste pelo ministerio de teus servos, os prophetas, dizendo: A terra em que entraes para a possuir, terra immunda é pelas immundicias dos povos das terras, pelas suas abominações com que a encheram, d'uma extremidade á outra, com a sua immundicia.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vossas filhas não dareis a seus filhos, e suas filhas não tomareis para vossos filhos, e nunca procurareis a sua paz e o seu bem; para que vos esforceis, e comaes o bem da terra, e a façaes possuir a vossos filhos para sempre.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depois de tudo o que nos tem succedido por causa das nossas más obras, e da nossa grande culpa: porquanto tu, ó nosso Deus, estorvaste que fossemos destruidos, por causa da nossa iniquidade, e ainda nos deste livramento como este;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Tornaremos pois agora a violar os teus mandamentos, e a aparentar-nos com os povos d'estas abominações? não te indignarias tu assim contra nós até de todo nos consumir, até que não ficasse resto nem quem escapasse?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Esdras 9:15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Ah! Senhor Deus d'Israel, justo és: pois ficamos escapos, como hoje se vê: eis que estamos diante de ti no nosso delicto; porque depois d'isto ninguem ha que possa estar na tua presença.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