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apostolo de Jesus Christo, pela vontade de Deus, e o irmão Timotheo: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sanctos e irmãos fieis em Christo, que estão em Colossos. Graça a vós, e paz da parte de Deus nosso Pae e da do Senhor Jesus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damos ao Deus e Pae de nosso Senhor Jesus Christo, orando sempre por vós: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ouvimos da vossa fé em Christo Jesus, e da caridade que tendes para com todos os sanctos;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esperança que vos está reservada nos céus, da qual já d'antes ouvistes pela palavra da verdade do evangelho: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já chegou a vós, como tambem está em todo o mundo; e já vae fructificando, como tambem entre vós, desde o dia em que ouvistes e conhecestes a graça de Deus em verdade;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o aprendestes de Epaphras, nosso amado conservo, que para vós é um fiel ministro de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 declarou tambem a vossa caridade no Espirito.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tambem, desde o dia em que o ouvimos, não cessámos de orar por vós, e de pedir que sejaes cheios do conhecimento da sua vontade, em toda a sabedoria e intelligencia espiritual;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possaes andar dignamente diante do Senhor, agradando-lhe em tudo, fructificando em toda a boa obra, e crescendo no conhecimento de Deus;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Corroborados em toda a fortaleza, segundo a força da sua gloria, em toda a paciencia, e longanimidade com gozo;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graças ao Pae que nos fez idoneos de participar da herança dos sanctos na luz.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 tirou da potestade das trevas, e nos transportou para o reino do Filho do seu amor;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temos a redempção pelo seu sangue, a saber, a remissão dos peccados;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é imagem do Deus invisivel, o primogenito de toda a creatura.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elle foram creadas todas as coisas que ha nos céus e na terra, visiveis e invisiveis, sejam thronos, sejam dominações, sejam principados, sejam potestades: todas as coisas foram creadas por elle e para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é antes de todas as coisas, e todas as coisas subsistem por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é a cabeça do corpo da egreja: é o principio e o primogenito d'entre os mortos, para que entre todos tenha a preeminencia.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foi do agrado do Pae que toda a plenitude n'elle habitasse;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que, havendo por elle feito a paz pelo sangue da sua cruz, por elle reconciliasse comsigo mesmo todas as coisas, tanto as que estão na terra, como as que estão nos céus.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vós tambem, que d'antes ereis estranhos, e inimigos no entendimento, em obras más, agora todavia vos reconciliou,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corpo da sua carne, pela morte, para perante si vos apresentar sanctos, e irreprehensiveis, e inculpaveis,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todavia, permanecerdes fundados e firmes na fé, e não vos moverdes da esperança do evangelho que tendes ouvido, o qual é prégado a toda a creatura que ha debaixo do céu, e do qual eu, Paulo, estou feito ministro.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Regozijo-me agora no que padeço por vós, e cumpro na minha carne o resto das afflicções de Christo, pelo seu corpo, que é a egreja;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qual eu estou feito ministro segundo a dispensação de Deus, que me foi concedida para comvosco, para cumprir a palavra de Deus;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mysterio que esteve occulto desde todos os seculos, e em todas as gerações, e que agora foi manifesto aos seus sanctos;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Deus quiz fazer conhecer quaes são as riquezas da gloria d'este mysterio entre os gentios, que é Christo em vós, esperança da gloria: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annunciámos, admoestando a todo o homem, e ensinando a todo o homem em toda a sabedoria; para que apresentemos todo o homem perfeito em Jesus Christo;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que tambem trabalho, combatendo segundo a sua efficacia, que obra em mim poderosamente.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