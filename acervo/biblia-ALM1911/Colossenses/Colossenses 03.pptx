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se já resuscitastes com Christo, buscae as coisas que são de cima, onde Christo está assentado á dextra de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Pensae nas coisas que são de cima, e não nas que são da terra;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estaes mortos, e a vossa vida está escondida com Christo em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Christo, que é a nossa vida, se manifestar, então tambem vós vos manifestareis com elle em gloria.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Mortificae pois os vossos membros, que estão sobre a terra: a fornicação, a immundicia, o appetite desordenado, a vil concupiscencia e a avareza, que é idolatria;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quaes coisas vem a ira de Deus sobre os filhos da desobediencia: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quaes tambem d'antes andastes, quando vivieis n'ellas.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despojae-vos tambem de todas estas coisas, a saber, da ira, da colera, da malicia, da maledicencia, das palavras torpes da vossa bocca.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mintaes uns aos outros, pois que já vos despistes do velho homem com os seus feitos,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vestistes do novo, que se renova para o conhecimento, segundo a imagem d'aquelle que o creou: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não ha grego nem judeo, circumcisão nem incircumcisão, barbaro, scytha, servo, ou livre; mas Christo é tudo em todos.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Revesti-vos pois, como eleitos de Deus, sanctos, e amados, de entranhas de misericordia, da benignidade, humildade, mansidão, longanimidade: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Supportando-vos uns aos outros, e perdoando-vos uns aos outros, se algum tiver queixa contra outro: assim como Christo vos perdoou, assim o fazei vós tambem.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sobre tudo isto, revesti-vos de caridade, que é o vinculo da perfeição.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paz de Deus domine em vossos corações para a qual tambem fostes chamados em um corpo, e sêde agradecidos.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de Christo habite em vós abundantemente, em toda a sabedoria, ensinando-vos e admoestando-vos uns aos outros, com palavras, hymnos e canticos espirituaes, cantando ao Senhor com graça em vosso coração.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fizerdes por palavras ou por obras, fazei tudo em nome do Senhor Jesus, dando por elle graças a Deus e ao Pae.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mulheres, estae sujeitas a vossos proprios maridos, como convém no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maridos, amae a vossas mulheres, e não vos irriteis contra ellas.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filhos, obedecei em tudo a vossos paes; porque isto é agradavel ao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paes, não irriteis a vossos filhos, para que não percam o animo.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servos, obedecei em tudo a vossos senhores segundo a carne, não servindo só na apparencia, como para agradar aos homens, mas com simplicidade de coração, temendo a Deus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tudo quanto fizerdes, fazei-o do coração, como ao Senhor, e não aos homens: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que recebereis do Senhor o galardão da herança, porque a Christo, o Senhor, servis.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quem fizer aggravo receberá o aggravo que fizer: pois não ha accepção de pessoas.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