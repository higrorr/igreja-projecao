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senhores, fazei o que fôr de justiça e equidade a vossos servos, sabendo que tambem tendes um Senhor nos céus.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Perseverae em oração, velando n'ella com acção de graças: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 tambem juntamente por nós, para que Deus nos abra a porta da palavra, para fallarmos do mysterio de Christo, pelo qual estou tambem preso;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manifeste, como me convém fallar.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Andae com sabedoria para com os que estão de fóra, remindo o tempo.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vossa palavra seja sempre agradavel, adubada com sal, para que saibaes como vos convém responder a cada 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Tychico, irmão amado e fiel ministro, e conservo no Senhor, vos fará saber o meu estado: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vos enviei para o mesmo fim, para que saiba do vosso estado e console os vossos corações;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com Onesimo, amado e fiel irmão, que é dos vossos; elles vos farão saber tudo o que por aqui se passa.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Aristarcho, que está preso comigo, vos sauda, e Marcos, o sobrinho de Barnabé, ácerca do qual já recebestes mandamentos; se fôr ter comvosco, recebei-o;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Jesus, chamado Justo: os quaes são da circumcisão: são estes só os meus cooperadores no reino de Deus; e para mim teem sido consolação.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Sauda-vos Epaphras, que é dos vossos, servo de Christo, combatendo sempre por vós em orações, para que fiqueis firmes, perfeitos e consumados em toda a vontade de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lhe dou testemunho de que tem grande zelo por vós, e pelos que estão em Laodicea, e pelos que estão em Hierapolis.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Sauda-vos Lucas, o medico amado, e Damas.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aos irmãos que estão em Laodicea, e a Nympha e á egreja que está em sua casa.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esta epistola tiver sido lida entre vós, fazei que tambem seja lida na egreja dos laodicenses, e a que veiu de Laodicea lede-a vós tambem.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dizei a Archippo: Attenta para o ministerio que recebeste no Senhor; para que o cumpras.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Saudação de minha mão, de Paulo. Lembrae-vos das minhas prisões. A graça seja comvosco. Amen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