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quero que saibaes quão grande combate tenho por vós, e pelos que estão em Laodicea, e por quantos não viram o meu rosto em carne;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os seus corações sejam consolados, e estejam unidos em caridade, e em todas as riquezas da plenitude de intelligencia, para conhecimento do mysterio do Deus e Pae, e do Christo.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qual estão escondidos todos os thesouros da sabedoria e da sciencia.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digo isto, para que ninguem vos engane com palavras persuasivas na apparencia.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ainda que esteja ausente quanto ao corpo, todavia em espirito estou comvosco, regozijando-me, e vendo a vossa ordem, e a firmeza da vossa fé em Christo.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como recebestes o Senhor Jesus Christo, assim tambem andae n'elle,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Arraigados e sobreedificados n'elle, e confirmados na fé, assim como fostes ensinados, abundando em acção de graças.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Olhae que ninguem vos sobresalte por meio de philosophias e vãs subtilezas, segundo a tradição dos homens, segundo os rudimentos do mundo, e não segundo Christo: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n'elle habita corporalmente toda a plenitude da divindade;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n'elle estaes perfeitos, o qual é a cabeça de todo o principado e potestade: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qual tambem estaes circumcidados com uma circumcisão não feita por mão no despojo do corpo da carne, na circumcisão de Christo: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Sepultados com elle no baptismo, no qual tambem resuscitastes com elle pela fé no poder de Deus, que o resuscitou dos mortos.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vós estaveis mortos nos peccados, e na incircumcisão da vossa carne, vos vivificou juntamente com elle, perdoando-vos todas as offensas,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Havendo riscado a cedula que contra nós havia nas ordenanças, a qual de alguma maneira nos era contraria, e a tirou do meio de nós, encravando-a na cruz.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despojando os principados e potestades, os expoz publicamente á vergonha, e triumphou d'elles por ella.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ninguem vos julgue pelo comer, ou pelo beber, ou por causa dos dias de festa, ou da lua nova, ou dos sabbados;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são sombras das coisas futuras, mas o corpo é de Christo.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 vos domine a seu bel-*prazer com pretexto de humildade e culto dos anjos, mettendo-se em coisas que nunca viu; estando debalde inchado no sentido da sua carne;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estando ligado á cabeça, da qual todo o corpo, provido e organisado pelas juntas e ligaduras, vae crescendo em augmento de Deus.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se estaes mortos com Christo quanto aos rudimentos do mundo, porque vos carregam ainda de ordenanças, como se vivesseis no mundo?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Taes como: não toques, não proves, não manuseis: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quaes coisas todas perecem pelo uso, segundo os preceitos e doutrinas dos homens;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Colossenses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quaes teem na verdade alguma apparencia de sabedoria, em devoção voluntaria, humildade, e mau tratamento do corpo, mas não são de valor algum para satisfação da carne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