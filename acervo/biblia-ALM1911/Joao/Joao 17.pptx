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disse estas coisas, e levantou seus olhos ao céu, e disse: Pae, é chegada a hora; glorifica a teu Filho, para que tambem o teu Filho te glorifique a ti: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lhe déste poder sobre toda a carne, para que dê a vida eterna a todos quantos lhe déste.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vida eterna é esta: que te conheçam, a ti só, por unico Deus verdadeiro, e a Jesus Christo, a quem enviaste.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glorifiquei-te na terra, tendo consummado a obra que me dés-te a fazer.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 glorifica-me tu, ó Pae, junto de ti mesmo, com aquella gloria que tinha comtigo antes que o mundo existisse.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Manifestei o teu nome aos homens que do mundo me déste: eram teus, e tu m'os déste, e guardaram a tua palavra.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já teem conhecido que tudo quanto me déste vem de ti,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lhes dei as palavras que tu me déste; e elles as receberam, e teem verdadeiramente conhecido que sahi de ti, e creram que me enviaste.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rogo por elles: não rogo pelo mundo, mas por aquelles que me déste, porque são teus.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todas as minhas coisas são tuas, e as tuas coisas são minhas; e n'elles sou glorificado.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já não estou mais no mundo; porém elles estão no mundo, e eu vou para ti. Pae sancto, guarda em teu nome aquelles que me déste, para que sejam um, assim como nós.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Estando eu com elles no mundo, guardava-os em teu nome. Tenho guardado aquelles que tu me déste, e nenhum d'elles se perdeu, senão o filho da perdição, para que a Escriptura se cumprisse.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vou para ti, e digo isto no mundo, para que tenham a minha alegria completa em si mesmos.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Dei-lhes a tua palavra, e o mundo os aborreceu, porque não são do mundo, assim como eu não sou do mundo.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rogo que os tires do mundo, mas que os livres do 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são do mundo, como eu do mundo não sou.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Sanctifica-os na tua verdade: a tua palavra é a verdade.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como tu me enviaste ao mundo, tambem eu os enviei ao mundo.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elles me sanctifico a mim mesmo, para que tambem elles sejam sanctificados na verdade.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rogo sómente por estes, mas tambem por aquelles que pela sua palavra hão de crêr em mim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todos sejam um como tu, ó Pae, em mim, e eu em ti; que tambem elles sejam um em nós, para que o mundo creia que tu me enviaste.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dei-lhes a gloria que a mim me déste, para que sejam um, como nós somos um: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n'elles, e tu em mim, para que sejam perfeitos em um, e para que o mundo conheça que tu me enviaste a mim, e que os tens amado a elles como me tens amado a mim.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Pae, aquelles que me déste quero que, onde eu estiver, tambem elles estejam comigo, para que vejam a minha gloria que me déste: porque tu me has amado antes da fundação do mundo.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Pae justo, o mundo não te conheceu; mas eu te conheci, e estes conheceram que tu me enviaste a mim.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17:26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eu lhes fiz conhecer o teu nome, e lh'o farei conhecer mais, para que o amor com que me tens amado n'elles esteja, e eu n'elles.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