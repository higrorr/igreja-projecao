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 primeiro dia da semana Maria Magdalena foi ao sepulchro de madrugada, sendo ainda escuro, e viu a pedra já tirada do sepulchro.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Correu pois, e foi a Simão Pedro, e ao outro discipulo, a quem Jesus amava, e disse-lhes: Levaram o Senhor do sepulchro, e não sabemos onde o pozeram.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Pedro saiu com o outro discipulo, e foram ao sepulchro.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estes dois corriam juntos, porém o outro discipulo correu mais apressadamente do que Pedro, e chegou primeiro ao sepulchro.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abaixando-se, viu postos os lençoes; todavia não entrou.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Chegou pois Simão Pedro, que o seguia, e entrou no sepulchro, e viu postos os lençoes,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que o lenço, que tinha sido posto sobre a sua cabeça, não estava com os lençoes, mas enrolado n'um logar á parte.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entrou tambem o outro discipulo, que chegara primeiro ao sepulchro, e viu, e creu.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ainda não sabiam a Escriptura: que era necessario que resuscitasse dos mortos.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Tornaram pois os discipulos para casa.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Maria estava chorando fóra, junto ao sepulchro. Estando ella pois chorando, abaixou-se para o sepulchro.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viu dois anjos vestidos de branco, assentados onde jazera o corpo de Jesus, um á cabeceira e outro aos pés.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 elles: Mulher, porque choras? Ella lhes disse: Porque levaram o meu Senhor, e não sei onde o pozeram.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tendo dito isto, voltou-se para traz, e viu Jesus em pé, porém não sabia que era Jesus.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Mulher, porque choras? Quem buscas? Ella, cuidando que era o hortelão, disse-lhe: Senhor, se tu o levaste, dize-me onde o pozeste, e eu o levarei.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Maria! Ella, voltando-se, disse-lhe: Rabboni (que quer dizer, Mestre).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Não me toques, porque ainda não subi para meu Pae, mas vae para meus irmãos, e dize-lhes: Subo para meu Pae e vosso Pae, e para meu Deus e vosso Deus.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Maria Magdalena foi e annunciou aos discipulos que vira o Senhor, e que elle lhe dissera estas coisas.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Chegada pois a tarde de aquelle dia, o primeiro da semana, e cerradas as portas onde os discipulos, com medo dos judeos, se tinham ajuntado, chegou Jesus, e poz-se no meio, e disse-lhes: Paz comvosco.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dizendo isto, mostrou-lhes as suas mãos e o lado. De sorte que os discipulos se alegraram vendo o Senhor.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 outra vez: Paz comvosco; assim como o Pae me enviou, tambem eu vos envio a vós.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havendo dito isto, assoprou sobre elles e disse-lhes: Recebei o Espirito Sancto: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Áquelles a quem perdoardes os peccados lhes são perdoados: e áquelles a quem os retiverdes lhes são retidos.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Thomé, um dos doze, chamado Didymo, não estava com elles quando Jesus chegou.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Disseram-lhe pois os outros discipulos: Vimos o Senhor. Porém elle disse-lhes: Se eu não vir o signal dos cravos em suas mãos e não metter o dedo no logar dos cravos, e não metter a minha mão no seu lado, em maneira nenhuma o crerei.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oito dias depois estavam outra vez os seus discipulos dentro, e com elles Thomé. Chegou Jesus, estando as portas fechadas, e apresentou-se no meio, e disse: Paz comvosco.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disse a Thomé: Chega aqui o teu dedo, e vê as minhas mãos; e chega a tua mão, e mette-a no meu lado; e não sejas incredulo, mas crente.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Thomé respondeu, e disse-lhe: Senhor meu, e Deus meu!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Porque me viste, Thomé, creste; bemaventurados os que não viram, e creram.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pois operou tambem em presença de seus discipulos muitos outros signaes, que não estão escriptos n'este livro.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20:31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estes foram escriptos para que creiaes que Jesus é o Christo, o Filho de Deus, e para que, crendo, tenhaes vida em seu nome.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