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Pilatos pois tomou então a Jesus, e o açoitou: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soldados, tecendo uma corôa de espinhos, lh'a pozeram sobre a cabeça, e lhe vestiram uma veste de purpura.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diziam: Salve, Rei dos Judeos. E davam-lhe bofetadas.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Pilatos saiu outra vez fóra, e disse-lhes: Eis aqui vol-o trago fóra, para que saibaes que não acho n'elle crime algum.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Saiu pois Jesus fóra, levando a corôa de espinhos e o vestido de purpura. E disse-lhes Pilatos: Eis-aqui o homem.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Vendo-o pois os principaes dos sacerdotes e os servos, clamaram, dizendo: Crucifica-o, crucifica-o. Disse-lhes Pilatos: Tomae-o vós, e crucificae-o; porque eu nenhum crime acho n'elle.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Responderam-lhe os judeos: Nós temos uma lei, e, segundo a nossa lei, deve morrer, porque se fez Filho de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Pilatos, quando ouviu esta palavra, mais atemorisado ficou.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entrou outra vez na audiencia, e disse a Jesus: D'onde és tu? Mas Jesus não lhe deu resposta.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pois Pilatos: Não me fallas a mim? não sabes tu que tenho poder para te crucificar e tenho poder para te soltar?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Jesus: Nenhum poder terias contra mim, se de cima te não fosse dado; porém aquelle que me entregou a ti maior peccado tem.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então Pilatos procurava soltal-o; mas os judeos clamavam, dizendo: Se soltas este, não és amigo do Cesar: qualquer que se faz rei contradiz ao Cesar.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Pilatos este dito, levou a Jesus para fóra, e assentou-se no tribunal, no logar chamado Lithostrótos, e em hebraico Gabbatha.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a preparação da paschoa, e quasi á hora sexta; e disse aos judeos: Eis aqui o vosso Rei.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elles bradaram: Tira, tira, crucifica-o. Disse-lhes Pilatos: Hei de crucificar o vosso Rei? Responderam os principaes dos sacerdotes: Não temos rei, senão o Cesar.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entregou-lh'o, para que fosse crucificado. E tomaram a Jesus, e o levaram.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levando elle ás costas a sua cruz, saiu para o logar chamado Caveira, que em hebraico se chama Golgotha,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o crucificaram, e com elle outros dois, um de cada lado, e Jesus no meio.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Pilatos escreveu tambem um titulo, e pôl-o em cima da cruz; e n'elle estava escripto: JESUS NAZARENO, REI DOS JUDEOS.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muitos dos judeos leram este titulo; porque o logar onde Jesus estava crucificado era proximo da cidade; e estava escripto em hebraico, grego e latim.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Diziam pois os principaes sacerdotes dos judeos a Pilatos: Não escrevas, Rei dos Judeos; mas que elle disse: Sou Rei dos Judeos.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Pilatos: O que escrevi, escrevi.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pois os soldados crucificado a Jesus, tomaram os seus vestidos, e fizeram quatro partes, para cada soldado uma parte, e a tunica. Porém a tunica, tecida toda d'alto a baixo, não tinha costura.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 pois uns aos outros: Não a rasguemos, mas lancemos sortes sobre ella, para vêr de quem será. Para que se cumprisse a Escriptura que diz: Dividiram entre si os meus vestidos, e sobre a minha vestidura lançaram sortes. E os soldados, pois, fizeram estas coisas.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junto á cruz de Jesus estava sua mãe, e a irmã de sua mãe, Maria, mulher de Cleophas, e Maria Magdalena.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Jesus, vendo ali a sua mãe, e o discipulo a quem elle amava estando presente, disse a sua mãe: Mulher, eis ahi o teu filho.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disse ao discipulo: Eis ahi tua mãe. E desde aquella hora o discipulo a recebeu em sua casa.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Depois, sabendo Jesus que já todas as coisas estavam acabadas, para que a Escriptura se cumprisse, disse: Tenho sêde.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Estava pois ali um vaso cheio de vinagre. E encheram de vinagre uma esponja, e, pondo-a n'um hyssope, lh'a chegaram á bocca.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Jesus tomou o vinagre, disse: Está consummado. E, inclinando a cabeça, entregou o espirito.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judeos, pois, para que no sabbado não ficassem os corpos na cruz, porque era a preparação (pois era grande o dia de sabbado), rogaram a Pilatos que se lhes quebrassem as pernas, e fossem tirados.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pois os soldados, e, na verdade, quebraram as pernas ao primeiro, e ao outro que com elle fôra crucificado;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vindo a Jesus, e vendo-o já morto, não lhe quebraram as pernas.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um dos soldados lhe furou o lado com uma lança, e logo saiu sangue e agua.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que isto viu o testificou, e o seu testemunho é verdadeiro; e sabe que é verdade o que diz, para que tambem vós o creiaes.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estas coisas aconteceram para que se cumprisse a Escriptura, que diz: Nenhum dos seus ossos será quebrado.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vez diz a Escriptura: Verão o que traspassaram.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d'isto, José de Arimathea (o que era discipulo de Jesus, mas occulto, por medo dos judeos) rogou a Pilatos que lhe permittisse tirar o corpo de Jesus. E Pilatos lh'o permittiu. Então foi e tirou o corpo de Jesus.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tambem Nicodemos (aquelle que anteriormente se dirigira de noite a Jesus), levando quasi cem arrateis d'um composto de myrrha e aloes.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Tomaram pois o corpo de Jesus e o envolveram em lençoes com as especiarias, como os judeos teem por costume preparar para o sepulchro.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um horto n'aquelle logar onde fôra crucificado, e no horto um sepulchro novo, em que ainda ninguem havia sido posto.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19:42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pois (por causa da preparação dos judeos, e por estar perto aquelle sepulchro), pozeram a Jesus.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