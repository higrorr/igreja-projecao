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12:1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Foi pois Jesus seis dias antes da paschoa a Bethania, onde estava Lazaro, o que fallecera, e a quem resuscitara dos mortos.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12:2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Fizeram-lhe pois ali uma ceia, e Martha servia, e Lazaro era um dos que estavam á mesa com elle.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12:3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Maria, tomando um arratel de unguento de nardo puro, de muito preço, ungiu os pés de Jesus, e enxugou-lhe os pés com os seus cabellos; e encheu-se a casa do cheiro do unguento.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12:4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um dos seus discipulos, Judas Iscariotes, filho de Simão, o que havia de trahil-o, disse: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12:5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não se vendeu este unguento por trezentos dinheiros e não se deu aos pobres?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12:6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Ora elle disse isto, não pelo cuidado que tivesse dos pobres, mas porque era ladrão, e tinha a bolsa, e trazia o que n'ella se lançava.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12:7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 pois Jesus: Deixae-a; para o dia da minha sepultura guardou isto;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12:8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os pobres sempre os tendes comvosco; porém a mim nem sempre me tendes.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12:9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muita gente dos judeos soube que elle estava ali; e foram, não só por causa de Jesus, mas tambem para vêr a Lazaro, a quem resuscitara dos mortos.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12:10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principaes dos sacerdotes consultaram matar tambem a Lazaro;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12:11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muitos dos judeos, por causa d'elle, iam, e criam em Jesus.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12:12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dia seguinte, ouvindo uma grande multidão, que viera á festa, que Jesus ia de Jerusalem,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12:13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Tomaram ramos de palmeiras, e sairam-lhe ao encontro, e clamavam: Hosanna: Bemdito o rei d'Israel que vem em nome do Senhor.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12:14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achou Jesus um jumentinho, e assentou-se sobre elle, como está escripto: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12:15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temas, ó filha de Sião; eis que o teu Rei vem assentado sobre o filho de uma jumenta.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12:16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seus discipulos, porém, não entenderam isto no principio; mas, quando Jesus foi glorificado, então se lembraram de que isto estava escripto d'elle, e que isto lhe fizeram.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12:17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multidão, pois, que estava com elle quando Lazaro foi chamado da sepultura, testificava que elle o resuscitara dos mortos.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12:18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 a multidão lhe saiu ao encontro, porque tinham ouvido que elle fizera este signal.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12:19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Disseram pois os phariseos entre si: Vêdes que nada aproveitaes? eis que o mundo vae após elle.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12:20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havia alguns gregos, entre os que tinham subido a adorar no dia da festa.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12:21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Estes, pois, dirigiram-se a Philippe, que era de Bethsaida na Galilea, e rogaram-lhe, dizendo: Senhor, queriamos vêr a Jesus.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12:22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Philippe foi dizel-o a André, e então André e Philippe o disseram a Jesus.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12:23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Jesus lhes respondeu, dizendo: É chegada a hora em que o Filho do homem ha de ser glorificado.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12:24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verdade, na verdade vos digo que, se o grão de trigo, caindo na terra, não morrer, fica elle só; porém, se morrer, dá muito fructo.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12:25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ama a sua vida perdel-a-ha, e quem n'este mundo aborrece a sua vida guardal-a-ha para a vida eterna.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12:26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alguem me serve, siga-me, e, onde eu estiver, ali estará tambem o meu servo. E, se alguem me servir, meu Pae o honrará.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12:27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Agora a minha alma está turbada; e que direi eu? Pae, salva-me d'esta hora, mas para isto vim a esta hora.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12:28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Pae, glorifica o teu nome. Então veiu uma voz do céu, que dizia: Já o tenho glorificado, e outra vez o glorificarei.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12:29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Ora a multidão que ali estava, e que a tinha ouvido, dizia que havia sido um trovão. Outros diziam: Um anjo lhe fallou.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12:30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Respondeu Jesus, e disse: Não veiu esta voz por amor de mim, mas por amor de vós.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12:31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Agora é o juizo d'este mundo: agora será expulso o principe d'este mundo.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12:32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eu, quando fôr levantado da terra, todos attrahirei a mim.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12:33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dizia isto, significando de que morte havia de morrer.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12:34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Respondeu-lhe a multidão: Nós temos ouvido da lei, que o Christo permanece para sempre; e como dizes tu que convem que o Filho do homem seja levantado? Quem é esse Filho do homem?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12:35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Disse-lhes pois Jesus: A luz ainda está comvosco por um pouco de tempo; andae emquanto tendes luz, para que as trevas vos não apanhem. E quem anda nas trevas não sabe para onde vae.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12:36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Emquanto tendes luz, crêde na luz, para que sejaes filhos da luz. Estas coisas disse Jesus; e, retirando-se, escondeu-se d'elles.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12:37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ainda que tinha feito tantos signaes diante d'elles, não criam n'elle;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12:38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que se cumprisse a palavra do propheta Isaias, que diz: Senhor, quem creu na nossa prégação? e a quem foi revelado o braço do Senhor?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12:39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isso não podiam crêr, porquanto Isaias disse outra vez: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12:40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Cegou-lhes os olhos, e endureceu-lhes o coração, afim de que não vejam com os olhos, e não comprehendam com o coração, e se convertam, e eu os cure.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12:41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Isaias disse isto quando viu a sua gloria e fallou d'elle.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12:42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Comtudo, até muitos dos principaes crêram n'elle; mas não o confessavam por causa dos phariseos, para não serem expulsos da synagoga.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12:43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amavam mais a gloria dos homens do que a gloria de Deus.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12:44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Jesus clamou, e disse: Quem crê em mim, crê, não em mim, mas n'aquelle que me enviou.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12:45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quem me vê a mim, vê aquelle que me enviou.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12:46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sou a luz que vim ao mundo, para que todo aquelle que crê em mim não permaneça nas trevas.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12:47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se alguem ouvir as minhas palavras, e não crêr, eu não o julgo: porque eu vim, não para julgar o mundo, mas para salvar o mundo.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12:48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me rejeitar a mim, e não receber as minhas palavras, já tem quem o julgue; a palavra que tenho fallado, essa o ha de julgar no ultimo dia.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12:49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eu não tenho fallado de mim mesmo; porém o Pae, que me enviou, elle me deu mandamento sobre o que hei de dizer e sobre o que hei de fallar: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12:50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sei que o seu mandamento é a vida eterna. Assim que, o que eu fallo, fallo-o como o Pae m'o tem dito.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