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Jesus andava pela Galiléa, e já não queria andar pela Judéa, porquanto os judeos procuravam matal-o.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proxima a festa dos judeos, a dos tabernaculos.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 seus irmãos: Sae d'aqui, e vae para a Judéa, para que tambem os teus discipulos vejam as obras que fazes.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ninguem, que procura ser conhecido, faz coisa alguma em occulto. Se fazes estas coisas, manifesta-te ao mundo.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nem ainda seus irmãos criam n'elle.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Jesus: Ainda não é chegado o meu tempo, mas o vosso tempo sempre está prompto.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não vos pode aborrecer, mas elle me aborrece a mim, porquanto d'elle testifico que as suas obras são más.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 vós a esta festa: eu não subo ainda a esta festa; porque ainda o meu tempo não está cumprido.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havendo-lhes dito estas coisas, ficou na Galiléa.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tendo seus irmãos já subido á festa, então subiu elle tambem, não manifestamente, mas como em occulto.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os judeos buscavam-n'o na festa, e diziam: Onde está elle?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grande murmuração entre a multidão a respeito d'elle. Diziam alguns: Elle é bom. E outros diziam: Não, antes engana o povo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ninguem fallava d'elle abertamente, por medo dos judeos.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no meio da festa, subiu Jesus ao templo, e ensinava.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judeos maravilhavam-se, dizendo: Como sabe este lettras, não as tendo aprendido?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lhes respondeu, e disse: A minha doutrina não é minha, mas d'aquelle que me enviou.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quizer fazer a vontade d'elle, da mesma doutrina conhecerá se é de Deus, ou se eu fallo de mim mesmo.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falla de si mesmo busca a sua propria gloria, mas o que busca a gloria d'aquelle que o enviou esse é verdadeiro, e não ha n'elle injustiça.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deu Moysés a lei? e nenhum de vós observa a lei. Porque procuraes matar-me?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multidão respondeu, e disse: Tens demonio; quem procura matar-te?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Jesus, e disse-lhes: Fiz uma obra, e todos vos maravilhaes.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Moysés vos deu a circumcisão (não que fosse de Moysés, mas dos paes), e no sabbado circumcidaes um homem.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homem recebe a circumcisão no sabbado, para que a lei de Moysés não seja quebrantada, indignaes-vos contra mim, porque no sabbado curei de todo um homem?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julgueis segundo a apparencia, mas julgae segundo a recta justiça.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alguns dos de Jerusalem diziam: Não é este o que procuram matar?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eil-o ahi está fallando livremente, e nada lhe dizem. Porventura sabem verdadeiramente os principes que este é o Christo?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bem sabemos d'onde este é; porém, quando vier o Christo, ninguem saberá d'onde elle é.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Clamava pois Jesus no templo, ensinando, e dizendo: Vós conheceis-me, e sabeis d'onde sou, e eu não vim por mim mesmo, mas aquelle que me enviou é verdadeiro, o qual vós não conheceis.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conheço-o, porque d'elle sou e elle me enviou.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Procuravam pois prendel-o, mas ninguem lançou mão d'elle, porque ainda não era chegada a sua hora.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da multidão creram n'elle, e diziam: Quando o Christo vier, fará ainda mais signaes do que os que este tem feito?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phariseos ouviram que a multidão murmurava d'elle estas coisas; e os phariseos e os principaes dos sacerdotes mandaram servidores a prendel-o.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Jesus: Ainda um pouco de tempo estou comvosco, e vou para aquelle que me enviou.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me buscareis, e não me achareis; e aonde eu estou vós não podeis vir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pois os judeos uns para os outros: Para onde irá este, que o não acharemos? Irá porventura para os dispersos entre os gregos, e ensinar os gregos?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palavra é esta que disse: Buscar-me-heis, e não me achareis; e, Aonde eu estou vós não podeis ir?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ultimo dia, o grande dia da festa, Jesus poz-se em pé, e clamou, dizendo: Se alguem tem sêde, venha a mim, e beba.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crê em mim, como diz a Escriptura, rios d'agua viva manarão do seu ventre.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disse elle do Espirito que haviam de receber os que n'elle cressem; porque o Espirito Sancto ainda não fôra dado, porque ainda Jesus não tinha sido glorificado.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muitos da multidão, ouvindo esta palavra, diziam: Verdadeiramente este é o Propheta.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Outros diziam: Este é o Christo: mas diziam outros: Vem pois o Christo da Galilea?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diz a Escriptura que o Christo vem da descendencia de David, e de Bethlehem, da aldeia d'onde era David?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entre o povo havia dissensão por causa d'elle.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d'elles queriam prendel-o, mas ninguem lançou mão d'elle.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servidores foram ter com os principaes dos sacerdotes e phariseos; e elles lhes disseram: Porque o não trouxestes?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 os servidores: Nunca homem algum fallou assim como este homem.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Responderam-lhes pois os phariseos: Tambem vós fostes enganados?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Creu n'elle porventura algum dos principaes ou dos phariseos?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esta multidão, que não sabe a lei, é maldita.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Nicodemos (que era um d'elles, o que de noite viera ter com Jesus) disse-lhes: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condemna a nossa lei um homem sem primeiro o ouvir e ter conhecimento do que faz?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 elles, e disseram-lhe: Tu és tambem da Galilea? Examina, e verás que da Galilea nenhum propheta surgiu.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7:53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um foi para sua casa.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