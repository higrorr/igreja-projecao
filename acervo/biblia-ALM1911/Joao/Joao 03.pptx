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entre os phariseos um homem, chamado Nicodemos, principe dos judeos.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foi ter de noite com Jesus, e disse-lhe: Rabbi, bem sabemos que és Mestre, vindo de Deus: porque ninguem pode fazer estes signaes que tu fazes, se Deus não fôr com 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Na verdade, na verdade te digo que aquelle que não nascer de novo, não pode vêr o reino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Nicodemos: Como pode um homem nascer, sendo velho? porventura pode tornar a entrar no ventre de sua mãe, e nascer?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Na verdade, na verdade, te digo que aquelle que não nascer da agua e do Espirito não pode entrar no reino de Deus,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nascido da carne é carne, e o que é nascido do Espirito é espirito.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maravilhes de te ter dito: Necessario vos é nascer de novo.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assopra onde quer, e ouves a sua voz; porém não sabes d'onde vem, nem para onde vae; assim é todo aquelle que é nascido do Espirito.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Nicodemos respondeu, e disse-lhe: Como se pode fazer isto?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respondeu, e disse-lhe: Tu és mestre de Israel, e não sabes isto?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te digo que dizemos o que sabemos e testificamos o que vimos; e não acceitaes o nosso testemunho.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vos fallei de coisas terrestres, e não crestes, como crereis, se vos fallar das celestiaes?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ninguem subiu ao céu, senão o que desceu do céu, a saber, o Filho do homem, que está no céu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Moysés levantou a serpente no deserto, assim importa que o Filho do homem seja levantado;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 aquelle que n'elle crê não pereça, mas tenha a vida eterna.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amou o mundo de tal maneira, que deu o seu Filho unigenito, para que todo aquelle que n'elle crê não pereça, mas tenha a vida eterna.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enviou o seu Filho ao mundo, não para que condemnasse o mundo, mas para que o mundo fosse salvo por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crê n'elle não é condemnado; mas quem não crê já está condemnado; porquanto não crê no nome do Unigenito Filho de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condemnação é esta: Que a luz veiu ao mundo, e os homens amaram mais as trevas do que a luz, porque as suas obras eram más.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 aquelle que faz o mal aborrece a luz, e não vem para a luz, para que as suas obras não sejam arguidas.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quem obra a verdade vem para a luz, afim de que as suas obras sejam manifestas, porque são feitas em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foi Jesus com os seus discipulos para a terra da Judea; e estava ali com elles, e baptizava.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João baptizava tambem em Enon, junto a Salim, porquanto havia ali muitas aguas; e vinham ali, e eram baptizados.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João não tinha sido lançado na prisão.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pois uma questão entre os discipulos de João e os judeos, ácerca da purificação.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ter com João, e disseram-lhe: Rabbi, aquelle que estava comtigo além do Jordão, do qual tu déste testemunho, eis que baptiza, e todos vão ter com elle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João respondeu, e disse: O homem não pode receber coisa alguma, se lhe não fôr dada do céu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mesmos me sois testemunhas de que disse: Eu não sou o Christo, mas sou enviado adiante d'elle.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tem a esposa é o esposo; mas o amigo do esposo, que lhe assiste e o ouve, alegra-se muito com a voz do esposo. Assim pois já este meu gozo está cumprido.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elle convem crescer, porém a mim diminuir.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vem de cima é sobre todos: aquelle que vem da terra é da terra e falla da terra. Aquelle que vem do céu é sobre todos.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aquillo que viu e ouviu isso testifica; e ninguem acceita o seu testemunho.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acceitou o seu testemunho, esse sellou que Deus é verdadeiro.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 que Deus enviou falla as palavras de Deus; porque não lhe dá Deus o Espirito por medida.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Pae ama o Filho, e todas as coisas entregou nas suas mãos.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crê no Filho tem a vida eterna; porém aquelle que não crê no Filho não verá a vida; mas a ira de Deus sobre elle permanece.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