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principio era o Verbo, e o Verbo estava com Deus, e o Verbo era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estava no principio com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coisas foram feitas por elle, e sem elle nada, do que foi feito, se fez.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N'elle estava a vida, e a vida era a luz dos homens;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luz resplandece nas trevas, e as trevas não a comprehenderam.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um homem enviado de Deus, cujo nome era João.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veiu para testemunho, para que testificasse da luz; para que todos cressem por 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era elle a luz; mas para que testificasse da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era a luz verdadeira, que alumia a todo o homem que vem ao mundo.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no mundo, e o mundo foi feito por elle, e o mundo não o conheceu.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para o que era seu, e os seus não o receberam.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a todos quantos o receberam, deu-lhes o poder de serem feitos filhos de Deus, a saber, aos que crêem no seu nome;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não nasceram do sangue, nem da vontade da carne, nem da vontade do varão, mas de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Verbo se fez carne, e habitou entre nós, e vimos a sua gloria, como a gloria do unigenito do Pae, cheio de graça e de verdade.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João testificou d'elle; e clamou, dizendo: Este era aquelle de quem eu dizia: O que vem depois de mim é antes de mim, porque era primeiro do que eu.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nós recebemos tambem da sua plenitude, e graça por graça.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lei foi dada por Moysés; a graça e a verdade vieram por Jesus Christo.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nunca foi visto por alguem. O Filho unigenito, que está no seio do Pae, elle nol-o declarou.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é o testemunho de João, quando os judeos mandaram de Jerusalem sacerdotes e levitas para que lhe perguntassem: Quem és tu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confessou, e não negou; confessou: Eu não sou o Christo.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perguntaram-lhe: Pois que? És tu Elias? E disse: Não sou. És tu propheta? E respondeu: Não.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pois: Quem és? para que demos resposta áquelles que nos enviaram; que dizes de ti mesmo?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Disse: Eu sou a voz do que clama no deserto: Endireitae o caminho do Senhor, como disse o propheta Isaias.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tinham sido enviados eram dos phariseos;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perguntaram-lhe, e disseram-lhe: Porque baptizas pois, se tu não és o Christo, nem Elias, nem o propheta?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João respondeu-lhes, dizendo: Eu baptizo com agua; mas no meio de vós está um a quem vós não conheceis.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aquelle que vem após mim, que já foi antes de mim, do qual eu não sou digno de desatar a correia da alparca.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coisas aconteceram em Bethania, da outra banda do Jordão, onde João estava baptizando.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seguinte João viu a Jesus, que vinha para elle, e disse: Eis aqui o Cordeiro de Deus, que tira o peccado do mundo.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aquelle do qual eu disse: Após mim vem um varão que já foi antes de mim; porque já era primeiro do que eu.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não o conhecia; mas, para que fosse manifestado a Israel, por isso vim eu baptizando com agua.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João testificou, dizendo: Eu vi o Espirito descer do céu como uma pomba, e repousar sobre elle.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não o conhecia, mas o que me mandou a baptizar com agua esse me disse: Sobre aquelle que vires descer o Espirito, e repousar sobre elle, esse é o que baptiza com o Espirito Sancto.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vi, e tenho testificado que este é o Filho de Deus.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seguinte João estava outra vez ali, e dois dos seus discipulos;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por ali andar a Jesus, disse: Eis aqui o Cordeiro de Deus.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dois discipulos ouviram-n'o dizer isto, e seguiram a Jesus.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voltando-se e vendo que elles o seguiam, disse-lhes: Que buscaes? E elles lhe disseram: Rabbi, (que, traduzido, quer dizer, Mestre) onde moras?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lhes disse: Vinde, e vêde. Foram, e viram onde morava, e ficaram com elle aquelle dia: e era já quasi a hora decima.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André, irmão de Simão Pedro, um dos dois que ouviram aquillo de João, e o haviam seguido.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achou primeiro a seu irmão Simão, e disse-lhe: Já achámos o Messias (que, traduzido, é o Christo).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levou-o a Jesus. E, olhando Jesus para elle, disse: Tu és Simão, filho de Jonas; tu serás chamado Cephas (que quer dizer Pedro).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seguinte quiz Jesus ir á Galilea, e achou a Philippe, e disse-lhe: Segue-me.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Philippe era de Bethsaida, cidade de André e de Pedro.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Philippe achou Nathanael, e disse-lhe: Havemos achado aquelle de quem Moysés escreveu na lei, e os prophetas, a saber: Jesus de Nazareth, filho de José.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Nathanael: Pode vir alguma coisa boa de Nazareth? Disse-lhe Philippe: Vem, e vê.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viu Nathanael vir ter com elle, e disse d'elle: Eis aqui um verdadeiro israelita, em quem não ha dolo.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Nathanael: D'onde me conheces tu? Jesus respondeu, e disse-lhe: Antes que Philippe te chamasse, te vi eu, estando tu debaixo da figueira.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Nathanael respondeu, e disse-lhe: Rabbi, tu és o Filho de Deus, tu és o Rei d'Israel.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respondeu, e disse-lhe: Porque te disse: Vi-te debaixo da figueira, crês? coisas maiores do que estas verás.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Na verdade, na verdade vos digo que d'aqui em diante vereis o céu aberto, e os anjos de Deus subirem e descerem sobre o Filho do homem.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