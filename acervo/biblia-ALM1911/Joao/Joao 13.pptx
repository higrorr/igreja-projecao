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antes da festa da paschoa, sabendo Jesus que já era chegada a sua hora de passar d'este mando para o Pae, como havia amado os seus, que estavam no mundo, amou-os até ao fim.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acabada a ceia, tendo já o diabo insinuado no coração de Judas Iscariotes, filho de Simão, que o trahisse,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sabendo que o Pae tinha depositado nas suas mãos todas as coisas, e que havia saido de Deus e ia para Deus,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Levantou-se da ceia, tirou os vestidos, e, tomando uma toalha, cingiu-se.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deitou agua n'uma bacia, e começou a lavar os pés aos discipulos, e a enxugar-lh'os com a toalha com que estava cingido.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Approximou-se pois de Simão Pedro, e elle lhe disse: Senhor, tu lavas-me os pés a mim?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Jesus, e disse-lhe: O que eu faço não o sabes tu agora, mas tu o saberás depois.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Pedro: Nunca me lavarás os pés. Respondeu-lhe Jesus: Se eu te não lavar, não tens parte comigo.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Simão Pedro: Senhor, não só os meus pés, mas tambem as mãos e a cabeça.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Aquelle que está lavado não necessita de lavar senão os pés, pois no mais todo está limpo. Ora vós estaes limpos, mas não todos.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bem sabia elle quem o havia de trahir; por isso disse: Nem todos estaes limpos.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que lhes lavou os pés, e tomou os seus vestidos, tornou-se a assentar á mesa, e disse-lhes: Entendeis o que vos tenho feito?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me chamaes Mestre e Senhor; e dizeis bem, porque eu o sou: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 eu, Senhor e Mestre, vos lavei os pés, vós deveis tambem lavar os pés uns aos outros.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vos dei o exemplo, para que, como eu vos fiz, façaes vós tambem.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na verdade vos digo que não é o servo maior do que o seu senhor, nem o enviado maior do que aquelle que o enviou.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sabeis estas coisas, bemaventurados sois se as fizerdes.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fallo de todos vós; eu bem sei os que tenho escolhido; mas para que se cumpra a Escriptura, que diz: O que come o pão comigo levantou contra mim o seu calcanhar.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agora vol-o digo, antes que aconteça, para que, quando acontecer, acrediteis que eu sou.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na verdade vos digo que, se alguem receber o que eu enviar, me recebe a mim, e quem me recebe a mim recebe aquelle que me enviou.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Jesus dito isto, turbou-se em espirito, e testificou, e disse: Na verdade, na verdade vos digo que um de vós me ha de trahir.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discipulos olhavam uns para os outros, duvidando de quem elle fallava.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um de seus discipulos, aquelle a quem Jesus amava, estava reclinado no seio de Jesus.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Simão Pedro fez signal a este, para que perguntasse quem era aquelle de quem elle fallava.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inclinando-se elle sobre o peito de Jesus, disse-lhe: Senhor, quem é?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respondeu: É aquelle a quem eu der o bocado molhado. E, molhando o bocado, o deu a Judas Iscariotes, filho de Simão.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após o bocado, entrou n'elle Satanás. Disse pois Jesus: O que fazes, fal-o depressa.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nenhum dos que estavam assentados á mesa comprehendeu a que proposito lhe dissera isto;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Judas tinha a bolsa, pensavam alguns que Jesus lhe tinha dito: Compra o que nos é necessario para a festa; ou que désse alguma coisa aos pobres.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tomado o bocado, saiu logo. E era já noite.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elle pois saido, disse Jesus: Agora é glorificado o Filho do homem, e Deus é glorificado n'elle.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Deus é glorificado n'elle, tambem Deus o glorificará em si mesmo, e logo o ha de glorificar.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Filhinhos, ainda por um pouco estou comvosco. Vós me buscareis, e, como tinha dito aos judeos: Para onde eu vou não podeis vós ir: assim vol-o digo eu tambem agora.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novo mandamento vos dou: Que vos ameis uns aos outros, como eu vos amei a vós, que tambem vós uns a outros vos ameis.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 todos conhecerão que sois meus discipulos, se vós tiverdes amor uns aos outros.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Simão Pedro: Senhor, para onde vaes? Jesus lhe respondeu: Para onde eu vou não podes agora seguir-me, porém depois me seguirás.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Pedro: Porque não posso seguir-te agora? Por ti darei a minha vida.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Respondeu-lhe Jesus: Tu darás a tua vida por mim? Na verdade, na verdade te digo: não cantará o gallo emquanto me não tiveres negado tres vezes.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