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Jesus foi para o monte das Oliveiras;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pela manhã cedo tornou para o templo, e todo o povo vinha ter com elle, e, assentando-se, os ensinava.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escribas e phariseos trouxeram-lhe uma mulher apanhada em adulterio;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pondo-a no meio, disseram-lhe: Mestre, esta mulher foi apanhada, no proprio acto, adulterando,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 lei nos mandou Moysés que as taes sejam apedrejadas. Tu pois que dizes?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diziam elles, tentando-o, para que tivessem de que o accusar. Mas Jesus, inclinando-se, escrevia com o dedo na terra.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como perseverassem perguntando-lhe, endireitou-se, e disse-lhes: Aquelle que d'entre vós está sem peccado seja o primeiro que atire pedra contra ella.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tornando a inclinar-se, escreveu na terra.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ouvindo elles isto, e accusados pela consciencia, sairam um a um, começando pelos mais velhos até aos ultimos; ficou só Jesus e a mulher, que estava no meio.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endireitando-se Jesus, e não vendo ninguem mais do que a mulher, disse-lhe: Mulher, onde estão aquelles teus accusadores? Ninguem te condemnou?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disse: Ninguem, Senhor. E disse-lhe Jesus: Nem eu tambem te condemno: vae-te, e não peques mais.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Fallou-lhes pois Jesus outra vez, dizendo: Eu sou a luz do mundo; quem me segue não andará em trevas, mas terá a luz da vida.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Disseram-lhe pois os phariseos: Tu testificas de ti mesmo: o teu testemunho não é verdadeiro.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Jesus, e disse-lhes: Ainda que eu testifico de mim mesmo, o meu testemunho é verdadeiro, porque sei d'onde vim, e para onde vou; porém vós não sabeis d'onde venho, nem para onde vou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julgaes segundo a carne, eu a ninguem julgo.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eu tambem julgo, o meu juizo é verdadeiro, porque não sou eu só, mas eu e o Pae que me enviou.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na vossa lei está escripto que o testemunho de dois homens é verdadeiro.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o que testifico de mim mesmo, e de num testifica tambem o Pae que me enviou.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Disseram-lhe pois: Onde está teu Pae? Jesus respondeu: Nem me conheceis a mim, nem a meu Pae: se vós me conhecesseis a mim, tambem conhecerieis a meu Pae.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palavras disse Jesus no logar do thesouro, ensinando no templo, e ninguem o prendeu, porque ainda não era chegada a sua hora.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pois Jesus outra vez: Eu retiro-me, e buscar-me-heis, e morrereis no vosso peccado. Para onde eu vou não podeis vós vir.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Diziam pois os judeos: Porventura ha de matar-se a si mesmo, pois diz: Para onde eu vou não podeis vós vir?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dizia-lhes: Vós sois debaixo, eu sou de cima; vós sois d'este mundo, eu não sou d'este mundo.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vos disse que morrereis em vossos peccados, porque, se não crerdes o que eu sou, morrereis em vossos peccados.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Disseram-lhe pois: Quem és tu? Jesus lhes disse: O mesmo que tambem já desde o principio vos disse.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Muitas coisas tenho que dizer e julgar de vós, mas aquelle que me enviou é verdadeiro, e eu o que d'elle tenho ouvido isso fallo ao mundo.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não entenderam que elle lhes fallava do Pae.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pois Jesus: Quando levantardes o Filho do homem, então conhecereis quem eu sou, e que nada faço por mim mesmo; mas fallo assim como o Pae m'o ensinou.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que me enviou está comigo; o Pae não me tem deixado só, porque eu faço sempre o que lhe agrada.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Fallando elle estas coisas, muitos creram n'elle.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dizia pois aos judeos que criam n'elle: Se vós permanecerdes na minha palavra, verdadeiramente sereis meus discipulos;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conhecereis a verdade, e a verdade vos libertará.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Responderam-lhe: Somos descendencia de Abrahão, e nunca servimos a ninguem; como dizes tu: Sereis livres?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Respondeu-lhes Jesus: Em verdade, em verdade vos digo que todo aquelle que commette peccado é servo do peccado.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servo não fica para sempre em casa; o Filho fica para sempre.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pois o Filho vos libertar, verdadeiramente sereis livres.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sei que sois descendencia de Abrahão; comtudo, procuraes matar-me, porque a minha palavra não cabe em vós.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fallo do que vi junto de meu Pae, e vós fazeis o que tambem vistes junto de vosso pae.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Responderam, e disseram-lhe: Nosso pae é Abrahão. Jesus disse-lhes: Se fosseis filhos de Abrahão, farieis as obras de Abrahão.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agora procuraes matar-me, a mim, um homem que vos tenho fallado a verdade que de Deus tenho ouvido; Abrahão não fez isto.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fazeis as obras de vosso pae. Disseram-lhe pois: Nós não somos nascidos da fornicação; temos um Pae, que é Deus.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pois Jesus; Se Deus fosse o vosso Pae, certamente me amarieis, pois que eu sahi, e vim de Deus; porque não vim de mim mesmo, mas elle me enviou.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entendeis a minha linguagem? por não poderdes ouvir a minha palavra.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tendes por pae ao diabo, e quereis fazer os desejos de vosso pae: elle foi homicida desde o principio, e não permaneceu na verdade, porque não ha verdade n'elle; quando falla mentira, falla do que lhe é proprio, porque é mentiroso, e pae da mentira.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porque vos digo a verdade, não me crêdes.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d'entre vós me convence de peccado? E, se digo a verdade, porque não crêdes?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de Deus escuta as palavras de Deus; por isso vós não as escutaes, porque não sois de Deus.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Responderam pois os judeos, e disseram-lhe: Não dizemos nós bem que és samaritano, e que tens demonio?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respondeu: Eu não tenho demonio, antes honro a meu Pae, e vós me deshonraes.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não busco a minha gloria; ha quem a busque, e julgue.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verdade, em verdade vos digo que, se alguem guardar a minha palavra, nunca verá a morte.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Disseram-lhe pois os judeos: Agora conhecemos que tens demonio. Morreu Abrahão e os prophetas; e tu dizes: Se alguem guardar a minha palavra, nunca provará a morte.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tu maior do que o nosso pae Abrahão, que morreu? e tambem os prophetas morreram: quem te fazes tu ser?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respondeu: Se eu me glorifico a mim mesmo, a minha gloria é nada; quem me glorifica é o meu Pae, o qual dizeis que é vosso Deus.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não o conheceis, mas eu conheço-o: e, se disser que o não conheço, serei mentiroso como vós; mas conheço-o e guardo a sua palavra.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Abrahão, vosso pae, exultou por ver o meu dia, e viu-o, e alegrou-se.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Disseram-lhe pois os judeos: Ainda não tens cincoenta annos, e viste Abrahão?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Jesus: Em verdade, em verdade vos digo que antes que Abrahão fosse feito eu sou.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8:59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pegaram em pedras para lhe atirarem; porém Jesus occultou-se, e saiu do templo, passando pelo meio d'elles, e assim se retirou.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