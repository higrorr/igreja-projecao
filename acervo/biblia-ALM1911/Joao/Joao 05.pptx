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havia uma festa entre os judeos, e Jesus subiu a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em Jerusalem ha, proximo á porta das ovelhas, um tanque, chamado em hebreo Bethesda, o qual tem cinco alpendres.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jazia grande multidão de enfermos; cegos, mancos e resicados, esperando o movimento das aguas.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anjo descia em certo tempo ao tanque, e agitava a agua; e o primeiro que ali descia, depois do movimento da agua, sarava de qualquer enfermidade que tivesse.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ali um certo homem que, havia trinta e oito annos, se achava enfermo.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este deitado, e, sabendo que estava n'este estado havia muito tempo, disse-lhe: Queres ficar são?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enfermo respondeu-lhe: Senhor, não tenho homem algum que, quando a agua é agitada, me metta no tanque; mas, emquanto eu vou, desce outro adiante de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disse-lhe: Levanta-te, toma a tua cama, e 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aquelle homem ficou são; e tomou a sua cama, e partiu. E aquelle dia era sabbado.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os judeos disseram áquelle que tinha sido curado: É sabbado, não te é licito levar a cama.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respondeu-lhes: Aquelle que me curou, esse disse: Toma a tua cama, e anda.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Perguntaram-lhe pois: Quem é o homem que te disse: Toma a tua cama, e anda?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fôra curado não sabia quem era; porque Jesus se havia retirado, porquanto n'aquelle logar havia grande multidão.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Jesus encontrou-o no templo, e disse-lhe: Eis que já estás são; não peques mais, para que te não succeda alguma coisa peior.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homem foi, e annunciou aos judeos que Jesus era o que o curára.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os judeos perseguiram a Jesus, e procuravam matal-o; porque fazia estas coisas no sabbado.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respondeu: Meu Pae obra até agora, e eu obro tambem.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pois os judeos ainda mais procuravam matal-o, porque não só quebrantava o sabbado, mas tambem dizia que Deus era seu proprio Pae, fazendo-se egual a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respondeu, e disse-lhes: Na verdade, na verdade vos digo que o Filho por si mesmo não pode fazer coisa alguma, se o não vir fazer ao Pae; porque tudo quanto elle faz o Filho o faz egualmente.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Pae ama o Filho, e mostra-lhe todas as coisas que faz; e elle lhe mostrará maiores obras do que estas, para que vos maravilheis.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Pae resuscita os mortos, e os vivifica, assim tambem o Filho vivifica aquelles que quer.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o Pae a ninguem julga, mas deu ao Filho todo o juizo;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honrem o Filho, como honram o Pae. Quem não honra o Filho, não honra o Pae que o enviou.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quem ouve a minha palavra, e crê n'aquelle que me enviou, tem a vida eterna, e não entrará em condemnação, mas passou da morte para a vida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verdade, em verdade vos digo que vem a hora, e agora é, em que os mortos ouvirão a voz do Filho de Deus, e os que a ouvirem viverão.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Pae tem a vida em si mesmo, assim deu tambem ao Filho ter a vida em si mesmo.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 o poder de exercer o juizo, porque é o Filho do homem.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maravilheis d'isto; porque vem a hora em que todos os que estão nos sepulchros ouvirão a sua voz.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fizeram o bem sairão para a resurreição da vida; e os que fizeram o mal para a resurreição da condemnação.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não posso de mim mesmo fazer coisa alguma: como ouço, assim julgo; e o meu juizo é justo, porque não busco a minha vontade, mas a vontade do Pae que me enviou.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testifico de mim mesmo, o meu testemunho não é verdadeiro.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outro que testifica de mim, e sei que o testemunho que elle dá de mim é verdadeiro.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mandastes a João, e elle deu testemunho da verdade.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não recebo testemunho de homem; mas digo isto, para que vos salveis.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era a candeia ardente e resplandecente; e vós quizestes alegrar-vos por um pouco de tempo com a sua luz.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tenho maior testemunho do que o de João; porque as obras que o Pae me deu que cumprisse, as mesmas obras que eu faço, testificam de mim, que o Pae me enviou.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Pae, que me enviou, elle mesmo testificou de mim. Vós nunca ouvistes a sua voz, nem vistes o seu parecer;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palavra não permanece em vós; porque n'aquelle que elle enviou não crêdes vós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Examinae as Escripturas; porque vós cuidaes ter n'ellas a vida eterna, e são ellas que de mim testificam.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quereis vir a mim para terdes vida.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não recebo a honra dos homens;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bem vos conheço, que não tendes em vós o amor de Deus.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vim em nome de meu Pae, e não me acceitaes; se outro vier em seu proprio nome, a esse acceitareis.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podeis vós crêr, recebendo honra uns dos outros, e não buscando a honra que vem só de Deus?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cuideis que eu vos hei de accusar para com o Pae. Ha um que vos accusa, Moysés, em quem vós esperaes.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vós cresseis em Moysés, crerieis em mim; porque de mim escreveu elle.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crêdes nos seus escriptos, como crereis nas minhas palavras?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