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Senhor entendeu que os phariseos tinham ouvido que Jesus fazia e baptizava mais discipulos do que João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(Ainda que Jesus mesmo não baptizava, mas os seus discipulos),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Deixou a Judea, e foi outra vez para a Galilea.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era-lhe necessario passar por Samaria.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 a uma cidade de Samaria, chamada Sicar, junto da herdade que Jacob deu a seu filho José.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ali a fonte de Jacob; Jesus, pois, cançado do caminho, assentou-se assim junto da fonte. Era isto quasi á hora sexta.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uma mulher de Samaria tirar agua: disse-lhe Jesus: Dá-me de beber.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seus discipulos tinham ido á cidade comprar comida.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pois a mulher samaritana: Como, sendo tu judeo, me pedes de beber a mim, que sou mulher samaritana? (porque os judeos não se communicam com os samaritanos)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Se tu conheceras o dom de Deus, e quem é o que te diz: Dá-me de beber, tu lhe pedirias, e elle te daria agua viva.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a mulher: Senhor, tu não tens com que a tirar, e o poço é fundo: onde pois tens a agua viva?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tu maior do que o nosso pae Jacob, que nos deu o poço, e elle mesmo d'elle bebeu, e os seus filhos, e o seu gado?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Qualquer que beber d'esta agua tornará a ter sêde;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beber da agua que eu lhe der nunca terá sêde, porque a agua que eu lhe der se fará n'elle uma fonte d'agua que salte para a vida eterna.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a mulher: Senhor, dá-me d'essa agua, para que não mais tenha sêde, e não venha aqui tiral-a.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Vae, chama a teu marido, e vem cá.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respondeu, e disse: Não tenho marido. Disse-lhe Jesus: Disseste bem: Não tenho marido;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tiveste cinco maridos, e o que agora tens não é teu marido; isto disseste com verdade.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a mulher: Senhor, vejo que és propheta.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Nossos paes adoraram n'este monte, e vós dizeis que é em Jerusalem o logar onde se deve adorar.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Mulher, crê-me que a hora vem, quando nem n'este monte nem em Jerusalem adorareis o Pae.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adoraes o que não sabeis; nós adoramos o que sabemos porque a salvação vem dos judeos.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hora vem, e agora é, em que os verdadeiros adoradores adorarão o Pae em espirito e em verdade; porque o Pae procura a taes que assim o adorem.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Espirito, e importa que os que o adoram o adorem em espirito e em verdade.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disse-lhe: Eu sei que o Messias (que se chama o Christo) vem; quando elle vier, nos annunciará todas as coisas.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disse-lhe: Eu sou, o que fallo comtigo.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n'isto vieram os seus discipulos, e maravilharam-se de que fallasse com uma mulher; todavia nenhum lhe disse: Que perguntas? ou: Que fallas com ella?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Deixou pois a mulher o seu cantaro, e foi á cidade, e disse áquelles homens: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vêde um homem que me disse tudo quanto tenho feito: porventura não é este o Christo?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Sairam pois da cidade, e foram ter com 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entretanto os seus discipulos lhe rogaram, dizendo: Rabbi, come.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lhes disse: Uma comida tenho para comer, que vós não sabeis.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discipulos diziam uns aos outros: Trouxe-lhe porventura alguem de comer?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disse-lhes: A minha comida é fazer a vontade d'aquelle que me enviou, e cumprir a sua obra.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dizeis vós que ainda ha quatro mezes até que venha a ceifa? eis que eu vos digo: Levantae os vossos olhos, e vêde as terras, que já estão brancas para a ceifa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ceifa recebe galardão, e ajunta fructo para a vida eterna; para que, assim o que semeia, como o que ceifa, ambos se regozijem.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n'isto é verdadeiro o ditado, que um é o que semeia, e outro o que ceifa.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enviei a ceifar onde vós não trabalhastes; outros trabalharam, e vós entrastes no seu trabalho.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samaritanos d'aquella cidade crêram n'elle, pela palavra da mulher, que testificou, dizendo: Disse-me tudo quanto tenho feito.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pois ter com elle os samaritanos, rogaram-lhe que ficasse com elles; e ficou ali dois dias.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mais creram n'elle, por causa da sua palavra.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á mulher: Já não é pelo teu dito que nós crêmos; porque nós mesmos o temos ouvido, e sabemos que este é verdadeiramente o Christo, o Salvador do mundo.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dois dias depois partiu d'ali, e foi para a Galilea.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Jesus mesmo testificou que um propheta não tem honra na sua propria patria.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á Galilea, os galileos o receberam, vistas todas as coisas que fizera em Jerusalem no dia da festa; porque tambem elles tinham ido á festa.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Segunda vez foi Jesus a Caná da Galilea, onde da agua fizera vinho. E havia ali um regulo, cujo filho estava enfermo em Capernaum.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este que Jesus vinha da Judea para a Galilea, foi ter com elle, e rogou-lhe que descesse, e curasse o seu filho, porque já estava á morte.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lhe disse: Se não virdes signaes e milagres, não crereis.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o regulo: Senhor, desce, antes que meu filho morra.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Vae, o teu filho vive. E o homem creu na palavra que Jesus lhe disse, e foi-se.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elle logo, sairam-lhe ao encontro os seus servos, e lhe annunciaram, dizendo: O teu filho vive.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Perguntou-lhes pois a que hora se achara melhor; e disseram-lhe: Hontem ás sete horas a febre o deixou.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Entendeu pois o pae que era aquella hora a mesma em que Jesus lhe disse: O teu filho vive: e creu elle, e toda a sua casa.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4:54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fez este segundo signal, quando ia da Judea para a Galilea.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