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turbe o vosso coração: crêdes em Deus, crêde tambem em mim.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casa de meu Pae ha muitas moradas; senão, eu vol-o teria dito; vou preparar-vos logar.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eu fôr, e vos preparar logar, virei outra vez, e vos levarei para mim mesmo, para que onde eu estiver estejaes vós tambem.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já sabeis para onde vou, e sabeis o caminho.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Thomé: Senhor, nós não sabemos para onde vaes; e como podemos saber o caminho?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Jesus: Eu sou o caminho, e a verdade e a vida. Ninguem vem ao Pae, senão por mim.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vós me conhecesseis a mim, tambem conhecerieis a meu Pae; e já desde agora o conheceis, e o tendes visto.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Philippe: Senhor, mostra-nos o Pae, e isso nos basta.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Jesus: Estou ha tanto tempo comvosco, e não me tendes conhecido, Philippe? quem me vê a mim vê o Pae: e como dizes tu: Mostra-nos o Pae?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crês tu que eu estou no Pae, e que o Pae está em mim? As palavras que eu vos digo não as digo de mim mesmo, mas o Pae, que está em mim, é quem faz as obras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Crêde-me que estou no Pae, e que o Pae está em mim: crêde-me, ao menos, por causa das mesmas obras.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verdade, na verdade vos digo que aquelle que crê em mim tambem fará as obras que eu faço, e as fará maiores do que estas; porque eu vou para meu Pae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tudo quanto pedirdes em meu nome eu o farei, para que o Pae seja glorificado no Filho.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pedirdes alguma coisa em meu nome, eu o farei.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me amaes, guardae os meus mandamentos.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rogarei ao Pae, e elle vos dará outro Consolador, para que fique comvosco para sempre: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Espirito de verdade, que o mundo não pode receber, porque não o vê nem o conhece: mas vós o conheceis, porque habita comvosco, e estará em vós.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deixarei orphãos; voltarei para vós.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um pouco, e o mundo não me verá mais, porém vós me vereis; porque eu vivo, e vós vivereis.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conhecereis que estou em meu Pae, e vós em mim, e eu em vós.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tem os meus mandamentos e os guarda esse é o que me ama; e aquelle que me ama será amado de meu Pae, e eu o amarei, e me manifestarei a elle.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Judas (não o Iscariotes): Senhor, d'onde vem que te has de manifestar a nós, e não ao mundo?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respondeu, e disse-lhe: Se alguem me ama, guardará a minha palavra, e meu Pae o amará, e viremos para elle, e faremos n'elle morada.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me não ama não guarda as minhas palavras; e a palavra que ouvistes não é minha, mas do Pae que me enviou.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Tenho-vos dito estas coisas, estando ainda comvosco.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aquelle Consolador, o Espirito Sancto, que o Pae enviará em meu nome, esse vos ensinará todas as coisas, e vos fará lembrar de tudo quanto vos tenho dito.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Deixo-vos a paz, a minha paz vos dou: não vol-a dou como o mundo a dá. Não se turbe o vosso coração, nem se atemorize.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Ouvistes que eu vos disse: Vou, e venho para vós. Se me amasseis, certamente exultarieis por ter dito: Vou para o Pae; porque meu Pae é maior do que eu.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vol-o disse agora antes que aconteça, para que, quando acontecer, vós acrediteis.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não fallarei muito comvosco; porque já se approxima o principe d'este mundo, e nada tem em mim.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para que o mundo saiba que eu amo o Pae, e que faço como o Pae me mandou, levantae-vos, vamo-nos d'aqui.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