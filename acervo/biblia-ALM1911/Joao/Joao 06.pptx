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Jesus partiu para a outra banda do mar da Galilea, que é o de Tiberiades.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grande multidão o seguia; porque via os signaes que operava sobre os enfermos.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subiu ao monte, e assentou-se ali com os seus discipulos.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paschoa, a festa dos judeos, estava proxima.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levantando os olhos, e vendo que uma grande multidão vinha ter com elle, disse a Philippe: D'onde compraremos pão, para estes comerem?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dizia isto para o experimentar; porque elle bem sabia o que havia de fazer.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Philippe respondeu-lhe: Duzentos dinheiros de pão não lhes bastarão, para que cada um d'elles tome um pouco.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dos seus discipulos, André, irmão de Simão Pedro, disse-lhe: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aqui um rapaz que tem cinco pães de cevada e dois peixinhos: mas que é isto para tantos?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Jesus: Fazei assentar os homens. E havia muita herva n'aquelle logar. Assentaram-se pois os homens em numero de quasi cinco mil.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tomou os pães e, havendo dado graças, repartiu-os pelos discipulos, e os discipulos pelos que estavam assentados; e egualmente tambem dos peixes, quanto queriam.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já estavam saciados, disse aos seus discipulos: Recolhei os pedaços que sobejaram, para que nada se perca.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Recolheram-n'os pois, e encheram doze cestos de pedaços dos cinco pães de cevada, que sobejaram aos que haviam comido.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aquelles homens o signal que Jesus tinha feito, diziam: Este é verdadeiramente o propheta que devia vir ao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pois Jesus que haviam de vir arrebatal-o, para o fazerem rei, tornou a retirar-se, elle só, para o monte.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veiu a tarde, os seus discipulos desceram para o mar.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no barco, passaram da outra banda do mar para Capernaum, e era já escuro, e ainda Jesus não tinha chegado ao pé d'elles.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mar se levantou, porquanto um grande vento assoprava.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navegado uns vinte e cinco ou trinta estadios, viram a Jesus, andando sobre o mar e approximando-se do barco; e temeram.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lhes disse: Sou eu, não temaes.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 de boamente o receberam no barco; e logo o barco chegou á terra para onde iam.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seguinte, a multidão, que estava da outra banda do mar, vendo que não havia ali mais do que um barquinho, e que Jesus não entrara com seus discipulos n'aquelle barquinho, mas que os seus discipulos tinham ido sós.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(Comtudo, outros barquinhos vieram de Tiberiades, perto do logar onde comeram o pão, havendo o Senhor dado graças):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 multidão que Jesus não estava ali nem os seus discipulos, entraram elles tambem nos barcos, e foram a Capernaum, em busca de Jesus.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achando-o na outra banda do mar, disseram-lhe: Rabbi, quando chegaste aqui?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respondeu-lhes, e disse: Na verdade, na verdade vos digo que me buscaes, não pelos signaes que vistes, mas porque comestes do pão e vos saciastes.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Trabalhae, não pela comida que perece, mas pela comida que permanece para a vida eterna, a qual o Filho do homem vos dará; porque a este sellou o Pae, Deus.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Que faremos, para obrarmos as obras de Deus?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disse-lhes: A obra de Deus é esta: Que creiaes n'aquelle que elle enviou.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Que signal pois fazes tu, para que o vejamos, e creiamos em ti? Que obras tu?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Nossos paes comeram o manná no deserto, como está escripto: Deu-lhes a comer o pão do céu.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Jesus: Na verdade, na verdade vos digo: Moysés não vos deu o pão do céu; mas meu Pae vos dá o verdadeiro pão do céu.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pão de Deus é aquelle que desce do céu, e que dá vida ao mundo.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Senhor, dá-nos sempre d'esse pão.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disse: Eu sou o pão da vida; aquelle que vem a mim não terá fome, e quem crê em mim nunca terá sêde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já vos disse que tambem vós me vistes, e não crêdes.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o Pae me dá virá a mim; e o que vem a mim de maneira nenhuma o lançarei fóra.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desci do céu, não para fazer a minha vontade, mas a vontade d'aquelle que me enviou.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vontade do Pae que me enviou é esta: que de tudo quanto me deu nada perca, mas que o resuscite no ultimo dia.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vontade d'aquelle que me enviou é esta: que todo aquelle que vê o Filho, e crê n'Elle, tenha a vida eterna; e eu o resuscitarei no ultimo dia.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Murmuravam pois d'elle os judeos, porque dissera: Eu sou o pão que desceu do céu.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diziam: Não é este Jesus, o filho de José, cujo pae e mãe nós conhecemos? Como pois diz elle: Desci do céu?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pois Jesus, e disse-lhes: Não murmureis entre vós.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pode vir a mim, se o Pae que me enviou o não trouxer: e eu o resuscitarei no ultimo dia.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escripto nos prophetas: E serão todos ensinados por Deus. Assim que todo aquelle que do Pae ouviu e aprendeu vem a mim.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 alguem visse ao Pae, senão aquelle que é de Deus: este tem visto ao Pae.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 aquelle que crê em mim tem a vida eterna,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pão da vida.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Vossos paes comeram o manná no deserto, e morreram.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pão que desce do céu, para que o que d'elle comer não morra.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pão vivo que desceu do céu; se alguem comer d'este pão, viverá para sempre: e o pão que eu der é a minha carne, que eu darei pela vida do mundo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Disputavam pois os judeos entre si, dizendo: Como nos pode dar este a sua carne a comer?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pois lhes disse: Na verdade, na verdade vos digo que, se não comerdes a carne do Filho do homem, e não beberdes o seu sangue, não tereis vida em vós mesmos.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come a minha carne e bebe o meu sangue tem a vida eterna, e eu o resuscitarei no ultimo dia.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minha carne verdadeiramente é comida, e o meu sangue verdadeiramente é bebida;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come a minha carne e bebe o meu sangue permanece em mim e eu n'elle.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Pae, que vive, me enviou, e eu vivo pelo Pae, assim, quem me come a mim, tambem viverá por mim.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pão que desceu do céu: não como vossos paes, que comeram o manná, e morreram: quem comer este pão viverá para sempre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disse estas coisas na synagoga, ensinando em Capernaum.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pois dos seus discipulos, ouvindo isto, disseram: Duro é este discurso; quem o pode ouvir?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pois Jesus em si mesmo que os seus discipulos murmuravam d'isto, disse-lhes: Isto escandaliza-vos?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seria, pois, se visseis subir o Filho do homem para onde primeiro estava?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é o que vivifica, a carne para nada aproveita; as palavras que eu vos digo são espirito e vida.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ha alguns de vós que não crêem. Porque bem sabia Jesus, desde o principio, quem eram os que não criam, e quem era o que o havia de entregar.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dizia: Por isso eu vos tenho dito que ninguem pode vir a mim, se por meu Pae lhe não fôr concedido.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então muitos dos seus discipulos tornaram para traz, e já não andavam com elle.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Jesus aos doze: Quereis vós tambem retirar-vos?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 pois Simão Pedro: Senhor, para quem iremos nós? Tu tens as palavras da vida eterna.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temos crido e conhecido que tu és o Christo, o Filho de Deus.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 Jesus: Não vos escolhi a vós os doze? e um de vós é diabo.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6:71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dizia elle de Judas Iscariotes, filho de Simão; porque este o havia de entregar, sendo um dos doze.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