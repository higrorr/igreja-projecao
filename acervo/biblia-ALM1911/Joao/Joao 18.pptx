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Jesus dito estas coisas, saiu com os seus discipulos para além do ribeiro de Cedron, onde havia um horto, no qual elle entrou e seus discipulos.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Judas, que o trahia, tambem conhecia aquelle logar, porque Jesus muitas vezes se ajuntava ali com os seus discipulos.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pois Judas tomado uma companhia de soldados e alguns creados dos principaes dos sacerdotes e phariseos, veiu para ali com lanternas, e archotes e armas.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pois Jesus todas as coisas que sobre elle haviam de vir, adiantou-se, e disse-lhes: A quem buscaes?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Responderam-lhe: A Jesus Nazareno. Disse-lhes Jesus: Sou eu. E Judas, que o trahia, estava tambem com elles.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lhes disse: Sou eu, recuaram, e cairam por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Tornou-lhes pois a perguntar: A quem buscaes? E elles disseram: A Jesus Nazareno.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respondeu: Já vos disse que sou eu: se pois me buscaes a mim, deixae ir estes.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 cumprisse a palavra que tinha dito: Dos que me déste nenhum d'elles perdi.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Simão Pedro, que tinha espada, desembainhou-a, e feriu o servo do summo sacerdote, e cortou-lhe a orelha direita. E o nome do servo era Malco.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Jesus disse a Pedro: Mette a tua espada na bainha; não beberei eu o calix que o Pae me deu?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cohorte, e o tribuno, e os servos dos judeos prenderam a Jesus e o manietaram.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conduziram-n'o primeiramente a Annás, por ser sogro de Caiphás, o qual era o summo sacerdote d'aquelle anno.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Caiphás era quem tinha aconselhado aos judeos que convinha que um homem morresse pelo povo.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Simão Pedro e outro discipulo seguiam a Jesus. E este discipulo era conhecido do summo sacerdote, e entrou com Jesus na sala do summo sacerdote.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 estava fóra, á porta. Saiu então o outro discipulo que era conhecido do summo sacerdote, e fallou á porteira, e levou a Pedro para dentro.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porteira disse a Pedro: Não és tu tambem dos discipulos d'este homem? Disse elle: Não sou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estavam ali os servos e os creados, que tinham feito brazas, e se aquentavam, porquanto fazia frio; e com elles estava Pedro, aquentando-se tambem.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summo sacerdote interrogou Jesus ácerca dos seus discipulos e da sua doutrina.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lhe respondeu: Eu fallei abertamente ao mundo; eu sempre ensinei na synagoga e no templo onde todos os judeos se ajuntam, e nada disse em occulto;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me perguntas a mim? pergunta aos que ouviram o que é que lhes tenho fallado: eis que elles sabem o que eu lhes tenho dito.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elle dito isto, um dos creados que ali estavam deu uma bofetada em Jesus, dizendo: Assim respondes ao summo sacerdote?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Respondeu-lhe Jesus: Se fallei mal, dá testemunho do mal; e, se bem, porque me feres?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Annás mandou-o, manietado, ao summo sacerdote Caiphás.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Simão Pedro estava ali, e aquentava-se. Disseram-lhe pois: Não és tambem tu dos seus discipulos? Elle negou, e disse: Não sou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dos servos do summo sacerdote, parente d'aquelle a quem Pedro cortara a orelha, disse: Não te vi eu no horto com elle?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 negou outra vez, e logo o gallo cantou.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levaram Jesus da casa de Caiphás para a audiencia. E era pela manhã. E não entraram na audiencia, para não se contaminarem, mas poderem comer a paschoa.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Pilatos saiu fóra e disse-lhes: Que accusação trazeis contra este homem?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Responderam, e disseram-lhe: Se este não fosse malfeitor, não t'o entregariamos.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pois Pilatos: Levae-o vós, e julgae-o segundo a vossa lei. Disseram-lhe pois os judeos: A nós não nos é licito matar alguem.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(Para que se cumprisse a palavra que Jesus tinha dito, significando de que morte havia de morrer.)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Tornou pois a entrar Pilatos na audiencia, e chamou a Jesus, e disse-lhe: Tu és o rei dos judeos?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Respondeu-lhe Jesus: Tu dizes isso de ti mesmo, ou disseram-t'o outros de mim?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Pilatos respondeu: Porventura sou eu judeo? a tua nação e os principaes dos sacerdotes entregaram-te a mim: que fizeste?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Jesus: O meu reino não é d'este mundo: se o meu reino fosse d'este mundo, pelejariam os meus servos, para que eu não fosse entregue aos judeos: porém agora o meu reino não é d'aqui.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pois Pilatos: Logo tu és rei? Jesus respondeu: Tu dizes que eu sou rei. Eu para isso nasci, e para isso vim ao mundo, para dar testemunho á verdade. Todo aquelle que é da verdade ouve a minha voz.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Pilatos: Que é a verdade? E, dizendo isto, tornou a sair para os judeos, e disse-lhes: Não acho n'elle crime algum;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 tendes por costume que eu vos solte um pela paschoa. Quereis pois que vos solte o Rei dos Judeos?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18:40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tornaram a clamar, dizendo: Este não, mas Barrabbás. E Barrabbás era um salteador.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