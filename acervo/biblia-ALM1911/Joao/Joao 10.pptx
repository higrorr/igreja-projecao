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vos digo que aquelle que não entra pela porta no curral das ovelhas, mas sobe por outra parte, é ladrão e salteador.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que entra pela porta é o pastor das ovelhas.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 o porteiro abre, e as ovelhas ouvem a sua voz, e chama pelo nome ás suas ovelhas, e as traz para fóra.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tira para fóra as suas ovelhas, vae adiante d'ellas, e as ovelhas o seguem, porque conhecem a sua voz;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 modo nenhum seguirão o estranho, antes fugirão d'elle, porque não conhecem a voz dos estranhos.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disse-lhes esta parabola; porém elles não entenderam o que era que lhes dizia.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 pois Jesus a dizer-lhes: Em verdade vos digo que eu sou a porta das ovelhas.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quantos vieram antes de mim são ladrões e salteadores; mas as ovelhas não os ouviram.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a porta; se alguem entrar por mim, salvar-se-ha, e entrará, e sairá, e achará pasto.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ladrão não vem senão a roubar, a matar, e a destruir: eu vim para que tenham vida, e a tenham com abundancia.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bom Pastor: o bom Pastor dá a sua vida pelas ovelhas.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mercenario, e o que não é pastor, de quem não são proprias as ovelhas, vê vir o lobo, e deixa as ovelhas, e foge; e o lobo as arrebata e dispersa.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mercenario foge, porque é mercenario, e não tem cuidado das ovelhas.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bom Pastor, e conheço as minhas, e das minhas sou conhecido.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o Pae me conhece a mim, tambem eu conheço o Pae, e dou a minha vida pelas ovelhas.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tenho outras ovelhas que não são d'este curral; tambem me convem trazer estas, e ellas ouvirão a minha voz, e haverá um rebanho e um Pastor.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 Pae me ama, porque dou a minha vida para tornar a tomal-a.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m'a tira de mim, mas eu de mim mesmo a dou; tenho poder para a dar, e poder para tornar a tomal-a. Este mandamento recebi de meu Pae.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 pois a haver divisão entre os judeos por causa d'estas palavras.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d'elles diziam: Tem demonio, e está fóra de si: porque o ouvis?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Diziam outros: Estas palavras não são de endemoninhado; pode porventura um demonio abrir os olhos aos cegos?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Jerusalem era a festa da dedicação, e era inverno.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andava passeando no templo, no alpendre de Salomão.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Rodearam-n'o pois os judeos, e disseram-lhe: Até quando terás a nossa alma suspensa? Se tu és o Christo, dize-nol-o abertamente.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Respondeu-lhes Jesus: Já vol-o tenho dito, e não o crêdes. As obras que eu faço, em nome de meu Pae, essas testificam de mim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não crêdes, porque não sois das minhas ovelhas, como já vol-o tenho dito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ovelhas ouvem a minha voz, e eu conheço-as, e ellas me seguem;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dou-lhes a vida eterna, e nunca perecerão, e ninguem as arrebatará da minha mão.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Pae, que m'as deu, é maior do que todos; e ninguem pode arrebatal-as da mão de meu Pae.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 o Pae somos um.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judeos pegaram então outra vez em pedras para o apedrejar.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Respondeu-lhes Jesus: Tenho-vos mostrado muitas obras boas de meu Pae; por qual d'estas obras me apedrejaes?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judeos responderam, dizendo-lhe: Não te apedrejamos por obra boa, mas pela blasphemia; porque, sendo tu homem, te fazes Deus a ti mesmo.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Respondeu-lhes Jesus: Não está escripto na vossa lei: Eu disse: Sois deuses?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a lei chamou deuses áquelles a quem a palavra de Deus foi dirigida (e a Escriptura não pode ser annullada),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mim, a quem o Pae sanctificou, e enviou ao mundo, vós dizeis: Blasphemas; porque disse: Sou Filho de Deus?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faço as obras de meu Pae, não me acrediteis.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as faço, e não crêdes em mim, crêde nas obras; para que conheçaes e acrediteis que o Pae está em mim e eu n'elle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Procuravam pois prendel-o outra vez, mas elle escapou-se de suas mãos,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retirou-se outra vez para além do Jordão, para o logar onde João tinha primeiramente baptizado; e ali ficou.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iam ter com elle, e diziam: Na verdade João não fez signal algum, mas tudo quanto João disse d'este era verdade.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ali crêram n'elle.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