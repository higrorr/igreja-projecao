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a videira verdadeira, e meu Pae é o lavrador.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vara em mim, que não dá fructo, a tira; e alimpa toda o que dá fructo, para que dê mais fructo.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já estaes limpos, pela palavra que vos tenho fallado.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Estae em mim, e eu em vós: como a vara de si mesma não pode dar fructo, se não estiver na videira, assim nem vós, se não estiverdes em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a videira, vós as varas: quem está em mim, e eu n'elle, esse dá muito fructo; porque sem mim nada podeis fazer.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não estiver em mim, será lançado fóra, como a vara, e seccará; e os colhem, e os lançam no fogo, e ardem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vós estiverdes em mim, e as minhas palavras estiverem em vós, pedireis tudo o que quizerdes, e vos será feito.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é glorificado meu Pae, que deis muito fructo; e assim sereis meus discipulos.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Pae me amou, tambem eu vos amei a vós; permanecei n'este meu amor.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guardardes os meus mandamentos, permanecereis no meu amor; como eu tenho guardado os mandamentos de meu Pae, e permaneço no seu amor.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Tenho-vos dito estas coisas, para que o meu gozo permaneça em vós, e o vosso gozo seja cumprido.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mandamento é este: Que vos ameis uns aos outros, assim como eu vos amei.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tem maior amor do que este: de dar alguem a sua vida pelos seus amigos.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sereis meus amigos, se fizerdes o que eu vos mando.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vos não chamarei servos, porque o servo não sabe o que faz o seu senhor, mas tenho-vos chamado amigos, porque tudo quanto ouvi de meu Pae vos tenho feito conhecer.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escolhestes vós a mim, porém eu vos escolhi a vós, e vos constitui, para que vades e deis fructo, e o vosso fructo permaneça; para que tudo quanto em meu nome pedirdes ao Pae elle vol-o conceda.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vos mando: que vos ameis uns aos outros.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mundo vos aborrece, sabei que, primeiro do que a vós, me aborreceu a mim.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vós fosseis do mundo, o mundo amaria o que era seu, mas, porque não sois do mundo, antes eu vos escolhi do mundo, por isso o mundo vos aborrece.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da palavra que vos disse: Não é o servo maior do que o seu senhor. Se a mim me perseguiram, tambem vos perseguirão a vós; se guardaram a minha palavra, tambem guardarão a vossa.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tudo isto vos farão por causa do meu nome; porque não conhecem aquelle que me enviou.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não viera, nem lhes houvera fallado, não teriam peccado, mas agora não teem desculpa do seu peccado.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me aborrece aborrece tambem a meu Pae.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entre elles não fizesse obras, quaes nenhum outro tem feito, não teriam peccado; mas agora, viram-n'as e me aborreceram a mim e a meu Pae.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isto é para que se cumpra a palavra que está escripta na sua lei: Aborreceram-me sem causa.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vier o Consolador, que eu da parte do Pae vos hei de enviar, a saber, aquelle Espirito de verdade, que procede do Pae, elle testificará de mim.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tambem testificareis, pois estivestes comigo desde o principio.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