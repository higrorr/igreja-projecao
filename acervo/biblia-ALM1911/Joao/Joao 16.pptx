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Tenho-vos dito estas coisas, para que vos não escandalizeis.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Expulsar-vos-hão das synagogas; vem mesmo a hora em que qualquer que vos matar cuidará fazer um serviço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coisas vos farão, porquanto não conheceram ao Pae nem 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tenho-vos dito isto, a fim de que, quando chegar aquella hora, vos lembreis de que já vol-o tinha dito; mas eu não vos disse isto desde o principio, porquanto estava comvosco.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vou para aquelle que me enviou: e nenhum de vós me pergunta: Para onde vaes?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porque-vos tenho dito estas coisas, o vosso coração se encheu de tristeza.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digo-vos a verdade, que vos convem que eu vá: porque, se eu não fôr, o Consolador não virá para vós; mas, se eu fôr, enviar-vol-o-hei.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elle vier, convencerá o mundo do peccado, e da justiça e do juizo.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peccado, porque não crêem em mim;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justiça, porque vou para meu Pae, e não me vereis mais;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juizo, porque já o principe d'este mundo está julgado.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tenho muitas coisas que vos dizer, mas vós não as podeis supportar agora,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quando vier aquelle Espirito de verdade, elle vos guiará em toda a verdade; porque não fallará de si mesmo, mas fallará tudo o que tiver ouvido, e vos annunciará as coisas que hão de vir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me glorificará, porque ha de receber do que é meu, e vol-o ha de annunciar.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o Pae tem é meu; por isso vos disse que ha de receber do que é meu e vol-o ha de annunciar.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pouco, e não me vereis; e outra vez um pouco, e ver-me-heis; porquanto vou para o Pae.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alguns dos seus discipulos disseram uns para os outros: Que é isto que nos diz? Um pouco, e não me vereis; e outra vez um pouco, e ver-me-heis; e; porquanto vou para o Pae?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 pois: Que quer dizer isto: Um pouco? não sabemos o que diz.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Conheceu pois Jesus que lh'o queriam interrogar, e disse-lhes: Indagaes entre vós ácerca d'isto que disse: Um pouco, e não me vereis, e outra vez um pouco, e ver-me-heis?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vós chorareis e vos lamentareis, e o mundo se alegrará, e vós estareis tristes; mas a vossa tristeza se converterá em alegria.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mulher, quando está para dar á luz, sente tristeza, porque é chegada a sua hora; mas depois de ter dado á luz a creança já se não lembra da afflicção, pelo prazer de haver nascido um homem no mundo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 agora, na verdade, tendes tristeza; mas outra vez vos verei, e o vosso coração se alegrará, e a vossa alegria ninguem vol-a tirará.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nada me perguntareis. Na verdade, na verdade vos digo que tudo quanto pedirdes a meu Pae, em meu nome, elle vol-o ha de dar.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agora nada pedistes em meu nome; pedi, e recebereis, para que o vosso gozo se cumpra.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Disse-vos estas coisas por parabolas: chega, porém, a hora em que vos não fallarei mais por parabolas, mas abertamente vos fallarei ácerca do Pae.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pedireis em meu nome, e não vos digo que eu rogarei por vós ao Pae,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mesmo Pae vos ama; porque vós me amastes, e crêstes que sahi de Deus.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Sahi do Pae, e vim ao mundo: outra vez deixo o mundo, e vou para o Pae.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os seus discipulos: Eis que agora fallas abertamente, e não dizes parabola alguma.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conhecemos que sabes todas as coisas, e não has mister de que alguem te interrogue. Por isso crêmos que saiste de Deus.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 Jesus: Crêdes agora?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chega a hora, e já se approxima, em que vós sereis dispersos cada um para sua parte, e me deixareis só; mas não estou só, porque o Pae está comigo.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Tenho-vos dito estas coisas, para que em mim tenhaes paz; no mundo tereis afflicção, mas tende bom animo, eu venci o mundo.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