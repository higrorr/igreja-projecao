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Depois d'isto manifestou-se Jesus outra vez aos discipulos junto do mar de Tiberiades; e manifestou-se assim: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Estavam juntos Simão Pedro, e Thomé, chamado Didymo, e Nathanael, o de Caná da Galilea, os filhos de Zebedeo, e outros dois dos seus discipulos.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Simão Pedro: Vou pescar. Dizem-lhe elles: Tambem nós vamos comtigo. Foram, e subiram logo para o barco, e n'aquella noite nada apanharam.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sendo já manhã, Jesus se apresentou na praia, porém os discipulos não conheceram que era Jesus.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pois Jesus: Filhos, tendes alguma coisa de comer? Responderam-lhe: Não.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elle lhes disse: Lançae a rede para a banda direita do barco, e achareis. Lançaram-n'a pois, e já não a podiam tirar, pela multidão dos peixes.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Então aquelle discipulo a quem Jesus amava disse a Pedro: É o Senhor. E, quando Simão Pedro ouviu que era o Senhor, cingiu-se com a tunica (porque estava nú) e lançou-se ao mar.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os outros discipulos foram com o barco (porque não estavam distantes da terra senão quasi duzentos covados), levando a rede dos peixes.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Logo que desceram para terra, viram ali umas brazas, e um peixe posto em cima, e pão.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Jesus: Trazei dos peixes que agora apanhastes.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Simão Pedro subiu, puxou a rede para terra, cheia de cento e cincoenta e tres grandes peixes, e, sendo tantos, não se rompeu a rede.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Disse-lhes Jesus: Vinde, jantae. E nenhum dos discipulos ousava perguntar-lhe: Quem és tu? sabendo que era o Senhor.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Chegou pois Jesus, e tomou o pão, e deu-lh'o, e, similhantemente o peixe.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já esta era a terceira vez que Jesus se manifestava aos seus discipulos, depois de ter resuscitado dos mortos.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E, depois de terem jantado, disse Jesus a Simão Pedro: Simão, filho de Jonas, amas-me mais do que estes? E elle respondeu: Sim, Senhor; tu sabes que te amo. Disse-lhe: Apascenta os meus cordeiros.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Tornou a dizer-lhe segunda vez. Simão, filho de Jonas, amas-me? Disse-lhe: Sim, Senhor; tu sabes que te amo. Disse-lhe: Apascenta as minhas ovelhas.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terceira vez: Simão, filho de Jonas, amas-me? Simão entristeceu-se por lhe ter dito terceira vez: Amas-me? e disse-lhe: Senhor, tu sabes todas as coisas; tu sabes que eu te amo. Jesus disse-lhe: Apascenta as minhas ovelhas.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Na verdade, na verdade, te digo, que, quando eras mais moço, te cingias a ti mesmo, e andavas por onde querias: mas, quando já fores velho, estenderás as tuas mãos; e outro te cingirá, e te levará para onde tu não queiras.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21:19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disse isto, significando com que morte havia elle de glorificar a Deus. E, dito isto, disse-lhe: Segue-me.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21:20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Pedro, voltando-se, viu que o seguia aquelle discipulo a quem Jesus amava, e que na ceia se recostara tambem ao seu peito, e que dissera: Senhor, quem é que te ha de trahir.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21:21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Vendo Pedro a este, disse a Jesus: Senhor, e d'este que será?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21:22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Disse-lhe Jesus: Se eu quero que elle fique até que eu venha, que te importa a ti? Segue-me tu.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21:23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Divulgou-se pois entre os irmãos este dito, que aquelle discipulo não havia de morrer. Jesus, porém, não lhe disse que não morreria, mas: Se eu quero que elle fique até que eu venha, que te importa a ti?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21:24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Este é o discipulo que testifica d'estas coisas, e estas coisas escreveu; e sabemos que o seu testemunho é verdadeiro.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João 21:25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Ha, porém, ainda muitas outras coisas que Jesus fez, as quaes, se cada uma de per si fosse escripta, cuido que nem ainda o mundo todo poderia conter os livros que se escrevessem. Amen. 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