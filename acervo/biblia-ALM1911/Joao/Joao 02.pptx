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ao terceiro dia, fizeram-se umas bodas em Caná da Galilea: e estava ali a mãe de Jesus.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tambem convidado Jesus e os seus discipulos para as bodas.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faltando o vinho, a mãe de Jesus lhe disse: Não teem vinho.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Mulher, que tenho eu comtigo? ainda não é chegada a minha hora.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mãe disse aos serventes: Fazei tudo quanto elle vos disser.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estavam ali postas seis talhas de pedra, para as purificações dos judeos, e em cada uma cabiam dois ou tres almudes.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Jesus: Enchei d'agua essas talhas. E encheram-n'as até cima.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Tirae agora, e levae ao mestre-sala. E levaram.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logo que o mestre-sala provou a agua feita vinho (não sabendo d'onde viera, se bem que o sabiam os serventes que tinham tirado a agua), chamou o mestresala ao esposo,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Todo o homem põe primeiro o vinho bom, e, quando já teem bebido bem, então o inferior; mas tu guardaste até agora o bom vinho.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principiou assim os seus signaes em Caná da Galilea, e manifestou a sua gloria; e os seus discipulos crêram n'elle.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desceu a Capernaum, elle, e sua mãe, e seus irmãos, e seus discipulos, e ficaram ali não muitos dias.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proxima a paschoa dos judeos, e Jesus subiu a Jerusalem.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achou no templo os que vendiam bois, e ovelhas, e pombos, e os cambiadores assentados.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feito um açoite de cordeis, lançou todos fóra do templo, tambem os bois e ovelhas; e espalhou o dinheiro dos cambiadores, e derribou as mesas;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aos que vendiam pombos: Tirae d'aqui estes, e não façaes da casa de meu Pae casa de venda.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discipulos lembraram-se de que está escripto: O zelo da tua casa me comeu.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Responderam pois os judeos, e disseram-lhe: Que signal nos mostras para fazeres estas coisas?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respondeu, e disse-lhes: Derribae este templo, e em tres dias o levantarei.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 pois os judeos: Em quarenta e seis annos foi edificado este templo, e tu o levantarás em tres dias?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fallava do templo do seu corpo.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Quando, pois, resuscitou dos mortos, os seus discipulos lembraram-se de que lhes havia dito isto e crêram; na Escriptura, e na palavra que Jesus tinha dito.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elle em Jerusalem pela paschoa, no dia da festa, muitos, vendo os signaes que fazia, crêram no seu nome.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mesmo Jesus não confiava n'elles, porque a todos conhecia,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necessitava de que alguem testificasse do homem, porque elle bem sabia o que havia no homem.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