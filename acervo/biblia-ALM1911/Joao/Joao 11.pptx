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João 11:1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Estava então enfermo um certo Lazaro, de Bethania, aldeia de Maria e de Martha, sua irmã.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João 11:2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Maria era a que ungiu o Senhor com unguento, e lhe enxugou os pés com os seus cabellos; cujo irmão Lazaro estava enfermo.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João 11:3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Mandaram-lhe pois suas irmãs dizer: Senhor, eis que está enfermo aquelle que tu amas.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João 11:4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Jesus, ouvindo isto, disse: Esta enfermidade não é para morte, mas para gloria de Deus; para que o Filho de Deus seja glorificado por ella.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João 11:5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Ora Jesus amava a Martha, e a sua irmã e a Lazaro.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João 11:6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Ouvindo pois que estava enfermo, ficou ainda dois dias no logar onde estava.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João 11:7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Depois d'isto, disse aos seus discipulos: Vamos outra vez para a Judéa.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João 11:8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Dizem-lhe os discipulos: Rabbi, ainda agora os judeos procuravam apedrejar-te, e tornas para lá?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João 11:9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Jesus respondeu: Não ha doze horas no dia? Se alguem andar de dia, não tropeça, porque vê a luz d'este mundo;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João 11:10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Mas, se alguem andar de noite, tropeça, porque n'elle não ha luz.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João 11:11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Isto fallou; e depois disse-lhes: Lazaro, o nosso amigo, dorme, mas vou despertal-o do somno.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João 11:12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Disseram pois os seus discipulos: Senhor, se dorme, estará salvo.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João 11:13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Mas Jesus dizia isto da sua morte; elles, porém, cuidavam que fallava do repouso do dormir.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João 11:14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pois Jesus disse-lhes claramente: Lazaro está morto;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João 11:15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folgo, por amor de vós, de que eu lá não estivesse, para que acrediteis: porém vamos ter com elle.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João 11:16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Disse pois Thomé, chamado Didymo, aos condiscipulos: Vamos nós tambem, para morrermos com elle.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João 11:17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Chegando pois Jesus, achou que já havia quatro dias que estava na sepultura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João 11:18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(Ora Bethania distava de Jerusalem quasi quinze estadios).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João 11:19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muitos dos judeos tinham ido consolar a Martha e a Maria, ácerca de seu irmão.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João 11:20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Ouvindo pois Martha que Jesus vinha, saiu-lhe ao encontro: Maria, porém, ficou assentada em casa.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João 11:21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Disse pois Martha a Jesus: Senhor, se tu estivesses aqui, meu irmão não teria morrido.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João 11:22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Mas tambem agora sei que tudo quanto pedires a Deus Deus t'o dará.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João 11:23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Disse-lhe Jesus: Teu irmão ha de resuscitar.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João 11:24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Disse-lhe Martha: Eu sei que ha de resuscitar na resurreição do ultimo dia.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João 11:25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Disse-lhe Jesus: Eu sou a resurreição e a vida; quem crê em mim, ainda que esteja morto, viverá;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João 11:26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todo aquelle que vive, e crê em mim, nunca morrerá. Crês tu isto?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João 11:27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Disse-lhe ella: Sim, Senhor, creio que tu és o Christo, o Filho de Deus, que havia de vir ao mundo.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João 11:28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dito isto, partiu, e chamou em segredo a Maria, sua irmã, dizendo: O Mestre está cá, e chama-te.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João 11:29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Ella, ouvindo isto, levantou-se logo, e foi ter com elle.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João 11:30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ainda Jesus não tinha chegado á aldeia, mas estava no logar onde Martha o encontrara.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João 11:31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Vendo pois os judeos, que estavam com ella em casa e a consolavam, que Maria apressadamente se levantara e saira, seguiram-n'a, dizendo: Vae ao sepulchro para chorar ali.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João 11:32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Tendo pois Maria chegado aonde Jesus estava, e vendo-o, lançou-se aos seus pés, dizendo-lhe: Senhor, se tu estivesses aqui, meu irmão não teria morrido.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João 11:33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Jesus pois, vendo-a chorar, e os judeos que com ella vinham tambem chorando, moveu-se muito em espirito, e perturbou-se.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João 11:34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disse: Onde o pozestes? Disseram-lhe: Senhor, vem, e vê.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João 11:35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Jesus chorou.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João 11:36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Disseram pois os judeos: Vêde como o amava.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João 11:37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alguns d'elles disseram: Não podia este, que abriu os olhos ao cego, fazer tambem com que este não morresse?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João 11:38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Jesus pois, movendo-se outra vez muito em si mesmo, vem ao sepulchro; e era uma caverna, e tinha uma pedra posta sobre ella.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João 11:39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Disse Jesus: Tirae a pedra. Martha, irmã do defunto, disse-lhe: Senhor, já cheira mal, porque é já de quatro dias.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João 11:40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Disse-lhe Jesus: Não te hei dito que, se crêres, verás a gloria de Deus?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João 11:41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Tiraram pois a pedra d'onde o defunto jazia. E Jesus, levantando os olhos para o céu, disse: Pae, graças te dou, por me haveres ouvido.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João 11:42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Pois eu bem sei que sempre me ouves, mas eu disse isto por causa da multidão que está em redor, para que creiam que tu me enviaste.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João 11:43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tendo dito isto, clamou com grande voz: Lazaro, sae para fóra.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João 11:44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 defunto saiu, tendo as mãos e pés ligados com faxas, e o seu rosto envolto n'um lenço. Disse-lhes Jesus: Desligae-o, e deixae-o ir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João 11:45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Muitos pois d'entre os judeos, que tinham vindo a Maria, e que tinham visto o que Jesus fizera, crêram n'elle.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João 11:46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Mas alguns d'elles foram ter com os phariseos, e disseram-lhes o que Jesus tinha feito.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João 11:47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Depois os principaes dos sacerdotes e os phariseos formaram conselho, e diziam: Que faremos? porque este homem faz muitos signaes.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João 11:48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Se o deixamos assim, todos crerão n'elle, e os romanos virão, e tirar-nos-hão o nosso logar e a nação.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João 11:49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um d'elles, chamado Caiphás, que era summo sacerdote n'aquelle anno, lhes disse: Vós nada sabeis,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João 11:50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Nem consideraes que nos convem que um homem morra pelo povo, e que não pereça toda a nação.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João 11:51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Ora elle não disse isto de si mesmo, mas, sendo o summo sacerdote n'aquelle anno, prophetizou que Jesus devia morrer pela nação.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João 11:52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não sómente pela nação, mas tambem para ajuntar em um corpo os filhos de Deus, que andavam dispersos.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João 11:53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Desde aquelle dia, pois, consultavam-se para o matarem.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João 11:54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Jesus, pois, já não andava manifestamente entre os judeos, mas retirou-se d'ali para a terra junto do deserto, para uma cidade chamada Ephraim; e ali andava com os seus discipulos.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João 11:55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estava proxima a paschoa dos judeos, e muitos d'aquella terra subiram a Jerusalem antes da paschoa para se purificarem.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João 11:56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Buscavam pois a Jesus, e diziam uns aos outros, estando no templo: Que vos parece? Não virá á festa?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João 11:57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Ora os principaes dos sacerdotes e os phariseos tinham dado ordem para que, se alguem soubesse onde elle estava, o denunciasse, para o prenderem.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