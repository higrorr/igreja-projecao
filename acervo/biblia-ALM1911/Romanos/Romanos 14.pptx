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quanto ao que está enfermo na fé, recebei-o, não em contendas de disputas.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crê que de tudo se pode comer, e outro, que é enfermo, come legumes.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come não despreze ao que não come; e o que não come não julgue ao que come; porque Deus o recebeu por seu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és tu, que julgas ao servo alheio? Para seu proprio Senhor está em pé ou cae; porém estará firme; porque poderoso é Deus para o firmar.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faz differença entre dia e dia, mas outro julga eguaes todos os dias. Cada um esteja inteiramente seguro em seu proprio animo.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faz caso do dia, para o Senhor o faz; e o que não faz caso do dia, para o Senhor o não faz. O que come, para o Senhor come, porque dá graças a Deus; e o que não come, para o Senhor não come, e dá graças a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nenhum de nós vive para si, e nenhum morre para 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vivemos, para o Senhor vivemos: se morremos, para o Senhor morremos. De sorte que, ou vivamos ou morramos, somos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isto tambem morreu Christo, e resuscitou, e tornou a viver; para ser Senhor, tanto dos mortos, como dos vivos.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porque julgas a teu irmão? Ou tu, tambem, porque desprezas a teu irmão? Pois todos havemos de comparecer ante o tribunal de Christo.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escripto: Vivo eu, diz o Senhor: que todo o joelho se dobrará diante de mim, e toda a lingua confessará a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cada um de nós dará conta de si mesmo a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não nos julguemos mais uns aos outros; mas antes julgae isto, não pôr tropeço ou escandalo ao irmão.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sei, e estou certo no Senhor Jesus, que nenhuma coisa é de si mesmo immunda senão para aquelle que a tem por immunda, para esse é immunda.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por causa da comida se contrista teu irmão, já não andas conforme o amor. Não destruas com a tua comida aquelle por quem Christo morreu.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 pois blasphemado o vosso bem;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reino de Deus não é comida nem bebida, mas justiça, e paz, e alegria no Espirito Sancto.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n'isto serve a Christo agradavel é a Deus e acceito aos homens.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Sigamos pois as coisas que servem para a paz e para a edificação de uns para com os outros.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destruas por causa da comida a obra de Deus. É verdade que todas as coisas são limpas, mas é mau para o homem que come com escandalo.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não comer carne, nem beber vinho, nem fazer outras coisas em que teu irmão tropece, ou se escandalize, ou se enfraqueça.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fé? Tem-n'a em ti mesmo diante de Deus. Bemaventurado aquelle que não se condemna a si mesmo no que approva.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duvida, se come está condemnado, porque não come por fé; e tudo que não é de fé é peccado.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