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alma esteja sujeita ás potestades superiores; porque não ha potestade senão de Deus; e as potestades que ha são ordenadas por Deus.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quem resiste á potestade resiste á ordenação de Deus: e os que resistem trarão sobre si mesmos a condemnação.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magistrados não são para temor das boas obras, senão das más. Queres tu pois não temer a potestade? Faze o bem, e terás louvor d'ella.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é ministro de Deus para teu bem. Mas, se fizeres o mal, teme, pois não traz debalde a espada; porque é ministro de Deus, vingador para castigar o que faz o 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é necessario estar sujeito, não sómente pelo castigo, mas tambem pela consciencia.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por isso tambem pagaes tributos: porque são ministros de Deus, attendendo sempre a isto mesmo.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dae a cada um o que deveis: a quem tributo, tributo: a quem imposto, imposto: a quem temor, temor: a quem honra, honra.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ninguem devaes coisa alguma, senão o amor com que vos ameis uns aos outros; porque quem ama aos outros cumpriu a lei.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isto: Não adulterarás: Não matarás: Não furtarás: Não darás falso testemunho: Não cubiçarás: e se ha algum outro mandamento, n'esta palavra se resume: Amarás ao teu proximo como a ti mesmo.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amor não faz mal ao proximo. De sorte que o cumprimento da lei é o amor.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isto, conhecendo o tempo, que é já hora de despertarmos do somno; porque a nossa salvação está agora mais perto de nós do que quando crêmos.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noite é passada, e o dia é chegado. Rejeitemos pois as obras das trevas, e vistamo-nos das armas da luz.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Andemos honestamente, como de dia: não em glotonerias, nem em bebedeiras, nem em deshonestidades, nem em dissoluções, nem em contendas e inveja.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13:14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vesti-vos do Senhor Jesus Christo, e não tenhaes cuidado da carne em suas concupiscencias.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