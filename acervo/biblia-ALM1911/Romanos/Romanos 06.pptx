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diremos pois? Permaneceremos no peccado, para que a graça abunde?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modo nenhum. Nós, que estamos mortos para o peccado, como viveremos ainda n'elle?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não sabeis que todos quantos fomos baptizados em Jesus Christo fomos baptizados na sua morte?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estamos sepultados com elle pelo baptismo na morte; para que, como Christo resuscitou dos mortos, pela gloria do Pae, assim andemos nós tambem em novidade de vida.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fomos plantados juntamente com elle na similhança da sua morte, tambem o seremos na da sua resurreição: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isto, que o nosso homem velho foi com elle crucificado, para que o corpo do peccado seja desfeito, para que não sirvamos mais ao peccado.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que está morto está justificado do peccado.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se já morremos com Christo, cremos que tambem com elle viveremos: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que, havendo Christo resuscitado dos mortos, já não morre: a morte não mais terá dominio sobre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emquanto a morrer, de uma vez morreu para o peccado, mas, emquanto a viver, vive para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vós considerae-vos como mortos para o peccado, mas vivos para Deus em Christo Jesus nosso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reine portanto o peccado em vosso corpo mortal, para lhe obedecerdes em suas concupiscencias;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tão pouco apresenteis os vossos membros ao peccado por instrumentos de iniquidade; mas apresentae-vos a Deus, como vivos d'entre mortos, e os vossos membros a Deus, como instrumentos de justiça.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peccado não terá dominio sobre vós, pois não estaes debaixo da lei, mas debaixo da graça.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que? Peccaremos porque não estamos debaixo da lei, mas debaixo da graça? de modo nenhum.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sabeis vós que a quem vos apresentardes por servos para obedecer sois servos d'aquelle a quem obedeceis, ou do peccado para a morte, ou da obediencia para a justiça?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graças a Deus que vós fostes servos do peccado, mas obedecestes de coração á forma de doutrina a que fostes entregues.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libertados do peccado, fostes feitos servos da justiça.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 como homem, pela fraqueza da vossa carne: pois que, assim como apresentastes os vossos membros para servirem á immundicia, e á maldade para maldade, assim apresentae agora os vossos membros para servirem á justiça para sanctificação.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quando ereis servos do peccado, estaveis livres da justiça.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 fructo tinheis então das coisas de que agora vos envergonhaes? porque o fim d'ellas é a morte.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agora, libertados do peccado, e feitos servos de Deus, tendes o vosso fructo para sanctificação, e por fim a vida eterna.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salario do peccado é a morte, mas o dom gratuito de Deus é a vida eterna, por Christo Jesus nosso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