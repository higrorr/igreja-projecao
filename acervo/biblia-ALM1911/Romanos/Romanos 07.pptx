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sabeis vós, irmãos (pois que fallo aos que sabem a lei), que a lei tem dominio sobre o homem por todo o tempo que vive?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mulher que está sujeita ao marido, emquanto elle viver, está-lhe ligada pela lei; porém, morto o marido, está livre da lei do marido.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vivendo o marido, será chamada adultera, se fôr d'outro marido; porém, morto o marido, livre está da lei, de maneira que não será adultera, se fôr d'outro marido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meus irmãos, tambem vós estaes mortos para a lei pelo corpo de Christo, para que sejaes d'outro, d'aquelle que resuscitou de entre os mortos, a fim de que demos fructo para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estavamos na carne, as paixões dos peccados, que são pela lei, obravam em nossos membros para darem fructo para a morte.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estamos livres da lei, estando mortos para aquillo em que estavamos retidos; para que sirvamos em novidade d'espirito, e não na velhice da letra.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diremos pois? É a lei peccado? De modo nenhum: mas eu não conheceria o peccado senão pela lei; porque eu não conheceria a concupiscencia, se a lei não dissesse: Não cubiçarás.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peccado, tomando occasião pelo mandamento, obrou em mim toda a concupiscencia, porque sem a lei estava morto o peccado.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n'algum tempo, vivia sem lei, mas, vindo o mandamento, reviveu o peccado, e eu morri;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mandamento que era para vida esse achei que me era para morte.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peccado, tomando occasião pelo mandamento, me enganou, e por elle me matou.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a lei é sancta, e o mandamento sancto, justo e bom.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tornou-se-me o bom em morte? De modo nenhum; mas o peccado, para que se mostrasse peccado, operou em mim a morte pelo bem; a fim de que pelo mandamento o peccado se fizesse excessivamente peccaminoso.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sabemos que a lei é espiritual: mas eu sou carnal, vendido sob o peccado.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faço não o approvo; pois o que quero isso não faço, mas o que aborreço isso faço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faço o que não quero, consinto com a lei, que é boa.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agora já não sou eu que faço isto, mas o peccado que habita em mim.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sei que em mim, isto é, na minha carne, não habita bem algum: porque o querer está em mim, mas não consigo effectuar o bem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faço o bem que quero, mas o mal que não quero esse faço.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se eu faço o que não quero, já o não faço eu, mas o peccado que habita em mim.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acho esta lei em mim; que, quando quero fazer o bem, o mal está comigo.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segundo o homem interior, tenho prazer na lei de Deus;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vejo nos meus membros outra lei, que batalha contra a lei do meu entendimento, e me prende debaixo da lei do peccado que está nos meus membros.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Miseravel homem que eu sou! quem me livrará do corpo d'esta morte?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 graças a Deus por Jesus Christo nosso Senhor. Assim que eu mesmo com o entendimento sirvo á lei de Deus, mas com a carne á lei do peccado.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