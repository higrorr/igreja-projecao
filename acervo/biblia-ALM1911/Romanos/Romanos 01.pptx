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servo de Jesus Christo, chamado para apostolo, separado para o evangelho de Deus,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antes havia promettido pelos seus prophetas nas sanctas escripturas,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Ácerca de seu Filho, que foi gerado da descendencia de David segundo a carne,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Declarado Filho de Deus em poder, segundo o Espirito de sanctificação, pela resurreição dos mortos, Jesus Christo Nosso Senhor,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qual recebemos a graça e o apostolado, para a obediencia da fé entre todas as gentes pelo seu nome,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Entre os quaes sois tambem vós, os chamados de Jesus Christo.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todos os que estaes em Roma, amados de Deus, chamados sanctos: Graça e paz de Deus nosso pae, e do Senhor Jesus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Primeiramente dou graças ao meu Deus por Jesus Christo, ácerca de vós todos, porque em todo o mundo é annunciada a vossa fé.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Deus, a quem sirvo em meu espirito no evangelho de seu Filho, me é testemunha de como incessantemente faço menção de vós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Rogando sempre em minhas orações que n'algum tempo, pela vontade de Deus, se me offereça boa occasião de ir ter comvosco.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desejo ver-vos, para vos communicar algum dom espiritual, afim de que sejaes confortados;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é: para que juntamente comvosco eu seja consolado pela fé mutua, assim vossa como minha.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irmãos, não quero que ignoreis que muitas vezes propuz ir ter comvosco (mas até agora tenho sido impedido) para tambem ter entre vós algum fructo, como tambem entre os demais gentios.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devedor, tanto a gregos como a barbaros, tanto a sabios como a ignorantes.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quanto a mim, estou prompto para tambem vos annunciar o evangelho, a vós que estaes em Roma.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me envergonho do evangelho de Christo, pois é o poder de Deus para salvação a todo aquelle que crê; primeiro ao judeo, e tambem ao grego.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n'elle se descobre a justiça de Deus de fé em fé, como está escripto: Mas o justo viverá da fé.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do céu se manifesta a ira de Deus sobre toda a impiedade e injustiça dos homens, que deteem a verdade em injustiça.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que de Deus se pode conhecer n'elles está manifesto; porque Deus lh'o manifestou.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suas coisas invisiveis, desde a creação do mundo, tanto o seu eterno poder, como a sua divindade, se entendem, e claramente se vêem pelas coisas que estão creadas, para que fiquem inexcusaveis;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Porquanto, tendo conhecido a Deus, não o glorificaram como Deus, nem lhe deram graças, antes em seus discursos se desvaneceram, e o seu coração insensato se obscureceu.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Dizendo-se sabios, tornaram-se loucos.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mudaram a gloria do Deus incorruptivel em similhança de imagem de homem corruptivel, e de aves, e de quadrupedes, e de reptis.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tambem Deus os entregou ás concupiscencias de seus corações, á immundicia, para deshonrarem seus corpos entre si: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mudaram a verdade de Deus em mentira, e honraram e serviram mais a creatura do que o Creador, que é bemdito eternamente. Amen.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Deus os abandonou ás paixões infames. Porque até as suas mulheres mudaram o uso natural, no contrario á natureza.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similhantemente, tambem os varões, deixando o uso natural da mulher, se inflammaram em sua sensualidade uns para com os outros, varão com varão, commettendo torpeza e recebendo em si mesmos a recompensa que convinha ao seu erro.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como elles se não importaram de reconhecer a Deus, assim Deus os entregou a um sentimento perverso, para fazerem coisas que não conveem;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cheios de toda a iniquidade, fornicação, malicia, avareza, maldade; cheios de inveja, homicidio, contenda, engano, malignidade;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Murmuradores, detractores, aborrecedores de Deus, injuriadores, soberbos, presumpçosos, inventores de males, desobedientes aos pães e ás mães;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Nescios, infieis nos contractos, sem affeição natural, irreconciliaveis, sem misericordia;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quaes, conhecendo a justiça de Deus (que são dignos de morte os que praticam taes coisas), não sómente as fazem, mas tambem consentem aos que as fazem.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