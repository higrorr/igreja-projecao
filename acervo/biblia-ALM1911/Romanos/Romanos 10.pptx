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o bom desejo do meu coração e a oração a Deus por Israel, é para sua salvação.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lhes dou testemunho de que têem zelo de Deus, mas não com entendimento.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não conhecendo a justiça de Deus, e procurando estabelecer a sua propria justiça, não se sujeitaram á justiça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fim da lei é Christo para justiça de todo aquelle que crê.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Moysés descreve a justiça que é pela lei, dizendo: O homem que fizer estas coisas viverá por ellas.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justiça que é pela fé diz assim: Não digas em teu coração: Quem subirá ao céu? (isto é, a trazer do alto a Christo)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quem descerá ao abysmo? (isto é, a tornar a trazer, dos mortos a Christo).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diz? A palavra está junto de ti, na tua bocca e no teu coração; esta é a palavra da fé, que prégamos,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Se com a tua bocca confessares ao Senhor Jesus, e em teu coração crêres que Deus o resuscitou dos mortos, serás salvo.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o coração se crê para a justiça, e com a bocca se faz confissão para a salvação.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Escriptura diz: Todo aquelle que n'elle crêr não será confundido.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ha differença entre judeo e grego; porque um mesmo é o Senhor de todos os que o invocam.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aquelle que invocar o nome do Senhor será salvo.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invocarão aquelle em quem não creram? e como crerão n'aquelle de quem não ouviram? e como ouvirão, se não ha quem prégue?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prégarão, se não forem enviados? como está escripto: Quão formosos são os pés dos que annunciam a paz, dos que annunciam coisas boas!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nem todos obedecem ao evangelho; porque Isaias diz: Senhor, quem creu na nossa prégação?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a fé é pelo ouvir, e o ouvir pela palavra de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digo: Porventura não ouviram? Sim, por certo, pois por toda a terra saiu o som d'elles, e as suas palavras até aos confins do mundo.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digo: Porventura Israel não o conheceu? Primeiramente diz Moysés: Eu vos metterei em ciumes com aquelles que não são povo, com gente insensata vos provocarei á ira.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Isaias se atreve, e diz: Fui achado pelos que me não buscavam, fui manifestado aos que por mim não perguntavam.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contra Israel diz: Todo o dia estendi as minhas mãos a um povo rebelde e contradizente.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