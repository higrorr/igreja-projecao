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Christo digo a verdade, não minto (dando-me testemunho juntamente a minha consciencia no Espirito Sancto):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tenho grande tristeza e continua dôr no meu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eu mesmo desejara ser separado de Christo, por amor de meus irmãos, que são meus parentes segundo a carne;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são israelitas, dos quaes é a adopção de filhos, e a gloria, e os concertos, e a lei, e o culto, e as promessas: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quaes são os paes, e dos quaes é Christo segundo a carne, o qual é Deus sobre todos, bemdito eternamente: Amen.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Não, porém, que a palavra de Deus haja faltado, porque nem todos os que são d'Israel são israelitas;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Nem por serem descendencia de Abrahão são todos filhos; mas: Em Isaac será chamada a tua descendencia.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Isto é: não são os filhos da carne que são filhos de Deus, mas os filhos da promessa são contados como descendencia.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palavra da promessa é esta: Por este tempo virei, e Sarah terá um filho.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sómente esta, mas tambem Rebecca, quando concebeu de um, de Isaac, nosso pae;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não tendo elles ainda nascido, nem tendo feito bem ou mal (para que o proposito de Deus, segundo a eleição, ficasse firme, não por causa das obras, mas por aquelle que chamava),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Foi-lhe dito a ella: O maior servirá o menor.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 escripto: Amei Jacob, e aborreci Esaú.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diremos pois? que ha injustiça da parte de Deus? de maneira nenhuma.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diz a Moysés: Compadecer-me-hei de quem me compadecer, e terei misericordia de quem eu tiver misericordia.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não é do que quer, nem do que corre, mas de Deus, que se compadece.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diz a Escriptura a Pharaó: Para isto mesmo te levantei; para em ti mostrar o meu poder, e para que o meu nome seja annunciado em toda a terra.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se compadece de quem quer, e endurece a quem quer.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Dir-me-has então: Porque se queixa elle ainda? Porquanto, quem resiste á sua vontade?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antes, ó homem, quem és tu, que contestas contra Deus? Porventura a coisa formada dirá ao que a formou: Porque me fizeste assim?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não tem o oleiro poder sobre o barro, para da mesma massa fazer um vaso para honra e outro para deshonra?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direis se Deus, querendo mostrar a sua ira, e dar a conhecer o seu poder, supportou com muita paciencia os vasos da ira, preparados para perdição;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tambem désse a conhecer as riquezas da sua gloria nos vasos de misericordia, que para gloria já d'antes preparou,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somos nós, a quem tambem chamou, não só d'entre os judeos, mas tambem d'entre os gentios?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tambem diz em Oseas: Chamarei meu povo ao que não era meu povo; e amada á que não era amada.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succederá que no logar em que lhes foi dito: Vós não sois meu povo; ahi serão chamados filhos do Deus vivo.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Isaias clamava ácerca d'Israel: Ainda que o numero dos filhos d'Israel seja como a areia do mar, o restante será salvo.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Senhor consummará e abreviará a sua palavra em justiça; pois fará breve a sua palavra sobre a terra.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 antes disse Isaias: Se o Senhor dos Exercitos nos não deixára descendencia, foramos feitos como Sodoma, e seriamos similhantes a Gomorrah.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diremos pois? Que os gentios, que não buscavam a justiça, alcançaram a justiça? Sim, porém a justiça que é pela fé.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Israel, que buscava a lei da justiça, não chegou á lei da justiça.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Porque? Porque não foi pela fé, mas como que pelas obras da lei; porque tropeçaram na pedra de tropeço;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Romanos 9:33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está escripto: Eis que eu ponho em Sião uma pedra de tropeço, e uma rocha de escandalo; e todo aquelle que crer n'ella não será confundido.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