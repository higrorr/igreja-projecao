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Recommendo-vos pois Phebe, nossa irmã, a qual serve na egreja que está em Cenchrea.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recebaes no Senhor, como convem aos sanctos e a ajudeis em qualquer coisa que de vós necessitar; porque tem hospedado a muitos, como tambem a mim mesmo.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Priscilla e a Aquila, meus cooperadores em Christo Jesus,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pela minha vida expozeram as suas cabeças; aos quaes não só eu agradeço, mas tambem todas as egrejas dos gentios.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tambem a egreja que está em sua casa. Saudae a Epéneto, meu amado, que é as primicias da Asia em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Maria, que trabalhou muito por nós.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Andronico e a Junia, meus parentes e meus companheiros na prisão, os quaes se assignalam entre os apostolos e que foram antes de mim em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Amplias, meu amado no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Urbano, nosso cooperador em Christo, e a Stachys, meu amado.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Apelles, approvado em Christo. Saudae aos da familia d'Aristobulo.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Herodião, meu parente. Saudae aos da familia de Narciso, os que estão no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Tryphena e a Tryphosa, as quaes trabalham no Senhor. Saudae á amada Persida, a qual muito trabalhou no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Rufo, eleito no Senhor, e a sua mãe e minha.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Asyncrito, a Phlegonte, a Hermas, a Patrobas, a Hermes, e aos irmãos que estão com 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Philologo e a Julia, a Nereo e a sua irmã, e a Olympia, e a todos os sanctos que com elles estão.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Saudae-vos uns aos outros com sancto osculo. As egrejas de Christo vos saudam.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rogo-vos, irmãos, que vos acauteleis dos que promovem dissensões e escandalos contra a doutrina que aprendestes; desviae-vos d'elles.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taes não servem a nosso Senhor Jesus Christo, mas ao seu ventre: e com suaves palavras e lisonjas enganam os corações dos simplices.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vossa obediencia é conhecida de todos. Comprazo-me pois em vós; e quero que sejaes sabios no bem, porém simplices no mal.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Deus de paz esmagará logo a Satanaz debaixo dos vossos pés. A graça de Nosso Senhor Jesus Christo seja comvosco. Amen.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Saudam-vos Timotheo, meu cooperador, e Lucio, e Jason, e Sosipater, meus parentes.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Tercio, que esta carta escrevi, vos saudo no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Sauda-vos Gaio, meu hospedeiro, e de toda a egreja. Sauda-vos Erasto, procurador da cidade, e tambem o irmão Quarto.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 Jesus Christo seja com todos vós. Amen.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áquelle que é poderoso para vos confirmar segundo o meu evangelho, e a prégação de Jesus Christo, conforme a revelação do mysterio que desde tempos eternos foi encoberto,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se manifestou, e se notificou pelas Escripturas dos prophetas, segundo o mandamento do Deus eterno, para obediencia da fé entre todas as nações,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unico Deus, sabio, seja gloria por Jesus Christo para todo o sempre.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