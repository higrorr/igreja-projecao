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é logo a vantagem do judeo? Ou qual a utilidade da circumcisão?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Muita, em toda a maneira, porque, quanto ao primeiro, as palavras de Deus lhe foram confiadas,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que? Se alguns foram incredulos, a sua incredulidade aniquilará a fé de Deus?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nenhuma; antes seja Deus verdadeiro, e todo o homem mentiroso; como está escripto: Para que sejas justificado em tuas palavras, e venças quando fôres julgado.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 nossa injustiça recommendar a justiça de Deus, que diremos? Porventura será Deus injusto, trazendo ira sobre nós? ( Fallo como homem)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nenhuma: d'outro modo, como julgará Deus o mundo?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pela minha mentira abundou mais a verdade de Deus para gloria sua, porque sou ainda julgado tambem como peccador?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dizemos (como somos blasphemados, e como alguns dizem que dizemos): Façamos males, para que venham bens: cuja condemnação é justa.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!Pois que? Somos nós mais excellentes? de maneira nenhuma, pois já d'antes demonstrámos que, tanto judeos como gregos, todos estão debaixo do peccado;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 escripto: Não ha justo, nem ainda um: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 ninguem que entenda; não ha ninguem que busque a Deus: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se extraviaram, e juntamente se fizeram inuteis. Não ha quem faça o bem, não ha nem um só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garganta é um sepulchro aberto: com as suas linguas tratam enganosamente: peçonha de aspides está debaixo de seus labios: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Cuja bocca está cheia de maldição e amargura: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pés são ligeiros para derramar sangue: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seus caminhos ha destruição e miseria: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conheceram o caminho da paz: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 temor de Deus diante de seus olhos.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nós sabemos que tudo o que a lei diz aos que estão debaixo da lei o diz, para que toda a bocca se feche e todo o mundo seja condemnavel diante de Deus.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nenhuma carne será justificada diante d'elle pelas obras da lei, porque pela lei vem o conhecimento do peccado.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se manifestou sem a lei a justiça de Deus, tendo o testemunho da lei e dos prophetas;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é, a justiça de Deus pela fé de Jesus Christo para todos e sobre todos os que crêem; porque não ha differença,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peccaram e destituidos estão da gloria de Deus;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justificados gratuitamente pela sua graça, pela redempção que ha em Christo Jesus: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Deus propoz para propiciação pela fé no seu sangue, para demonstração da sua justiça, pela remissão dos peccados d'antes commettidos, sob a paciencia de Deus;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demonstração da sua justiça n'este tempo presente, para que elle seja justo e justificador d'aquelle que tem fé em Jesus.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está logo a jactancia? É excluida. Por qual lei? Das obras? Não; mas pela lei da fé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Concluimos pois que o homem é justificado pela fé sem as obras da lei.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porventura sómente dos judeos? E não o é tambem dos gentios? Tambem dos gentios, certamente.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 um só Deus que justificará pela fé a circumcisão, e pela fé a incircumcisão.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Annullamos, pois, a lei pela fé? De maneira nenhuma, antes estabelecemos a lei.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