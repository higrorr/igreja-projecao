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nós, que somos fortes, devemos supportar as fraquezas dos fracos, e não agradar a nós mesmos.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cada um de nós agrade ao seu proximo no que é bom para edificação.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Christo não agradou a si mesmo, mas, como está escripto: Sobre mim cairam as injurias dos que te injuriavam.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todas as coisas que d'antes foram escriptas, para nosso ensino foram escriptas, para que pela paciencia e consolação das Escripturas tenhamos esperança.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Deus de paciencia e consolação vos conceda que entre vós sintaes uma mesma coisa, segundo Jesus Christo.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concordes, a uma bocca, glorifiqueis ao Deus e Pae de Nosso Senhor Jesus Christo.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recebei uns aos outros, como tambem Christo nos recebeu para gloria de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 pois que Jesus Christo foi ministro da circumcisão, por causa da verdade de Deus, para confirmar as promessas feitas aos paes;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que os gentios glorifiquem a Deus pela sua misericordia, como está escripto: Portanto eu te confessarei entre os gentios, e cantarei ao teu nome.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vez diz: Alegrae-vos, gentios, com o seu povo.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vez: Louvae ao Senhor, todos os gentios, e celebrae-o, todos os povos.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vez diz Isaias: Uma raiz de Jessé haverá, e n'aquelle que se levantar para reger os gentios esperarão os gentios.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Deus de esperança vos encha de todo o gozo e paz na fé, para que abundeis em esperança pela virtude do Espirito Sancto.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meus irmãos, certo estou, a respeito de vós, que tambem vós mesmos estaes cheios de bondade, cheios de todo o conhecimento, e poderosos para tambem vos admoestardes uns aos outros.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irmãos, em parte vos escrevi mais ousadamente, como trazendo-vos outra vez isto á memoria, pela graça que por Deus me foi dada;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seja ministro de Jesus Christo entre os gentios, administrando o evangelho de Deus, para que seja agradavel a offerta dos gentios, sanctificada pelo Espirito Sancto.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tenho gloria em Jesus Christo nas coisas que pertencem a Deus.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ousaria dizer coisa alguma, que Christo por mim não tenha feito, para obediencia dos gentios, por palavra e por obras;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poder dos signaes e prodigios, pela virtude do Espirito de Deus: de maneira que desde Jerusalem, e pelos arredores, até ao Illyrico, tenho prégado o evangelho de Jesus Christo.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afectuosamente me esforcei em annunciar o evangelho, não onde Christo houvera sido nomeado, para não edificar sobre fundamento alheio,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Antes, como está escripto: Aquelles a quem não foi annunciado o verão, e os que não ouviram o entenderão.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tambem muitas vezes tenho sido impedido de ir ter comvosco.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agora, que não tenho mais demora n'estas partes, e tendo já ha muitos annos grande desejo de ir ter comvosco.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partir para Hespanha irei ter comvosco; pois espero que de passagem vos verei e para lá serei acompanhado de vós, depois de ter gozado em parte da vossa presença.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vou a Jerusalem para ministrar aos sanctos.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pareceu bem á Macedonia e á Achaia fazerem uma collecta para os pobres d'entre os sanctos que estão em Jerusalem.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lhes pareceu bem, e são-lhes devedores. Porque, se os gentios foram participantes dos seus bens espirituaes, devem tambem ministrar-lhes os temporaes.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que, concluido isto, e havendo-lhes consignado este fructo, de lá, passando por vós, irei a Hespanha.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bem sei que, chegando a vós, chegarei com a plenitude da benção do evangelho de Christo.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rogo-vos, irmãos, por nosso Senhor Jesus Christo e pelo amor do Espirito, que combataes comigo em orações por mim a Deus;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seja livre dos rebeldes que estão na Judéa, e que esta minha administração, que em Jerusalem faço, seja acceite aos sanctos;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que, pela vontade de Deus, chegue a vós com alegria, e possa recreiar-me comvosco.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Deus de paz seja com todos vós. Amen.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