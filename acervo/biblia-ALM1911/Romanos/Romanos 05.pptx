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justificados pela fé, temos paz com Deus, por nosso Senhor Jesus Christo;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qual tambem temos entrada pela fé a esta graça, na qual estamos firmes, e nos gloriamos na esperança da gloria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sómente isto, mas tambem nos gloriamos nas tribulações; sabendo que a tribulação produz a paciencia,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paciencia a experiencia, e a experiencia a esperança.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esperança não confunde, porquanto o amor de Deus está derramado em nossos corações pelo Espirito Sancto que nos foi dado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Christo, estando nós ainda fracos, morreu a seu tempo pelos impios.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apenas alguem morrerá por um justo; pois poderá ser que pelo bom alguem ouse tambem morrer.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recommenda o seu amor para comnosco, em que Christo morreu por nós, sendo nós ainda peccadores.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muito mais agora, sendo justificados pelo seu sangue, seremos por elle salvos da 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nós, sendo inimigos, fomos reconciliados com Deus pela morte de seu Filho, muito mais, estando já reconciliados, seremos salvos pela sua vida.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sómente isto, mas tambem nos gloriamos em Deus por nosso Senhor Jesus Christo, pelo qual agora alcançamos a reconciliação.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como por um homem entrou o peccado no mundo, e pelo peccado a morte, assim tambem a morte passou a todos os homens por isso que todos peccaram.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até á lei estava o peccado no mundo, porém o peccado não é imputado, não havendo lei.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morte reinou desde Adão até Moysés, até sobre aquelles que não peccaram á similhança da transgressão de Adão, o qual é a figura d'aquelle que havia de vir.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é assim o dom gratuito como a offensa. Porque, se pela offensa de um, morreram muitos, muito mais a graça de Deus, e o dom pela graça, que é d'um só homem, Jesus Christo, abundou sobre muitos.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foi assim o dom como a offensa, por um só que peccou. Porque o juizo veiu de uma só offensa, na verdade, para condemnação, mas o dom gratuito veiu de muitas offensas para justificação.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pela offensa de um só, a morte reinou por esse um, muito mais os que recebem a abundancia da graça, e do dom da justiça, reinarão em vida por um só, que é Jesus Christo.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assim como por uma só offensa veiu o juizo sobre todos os homens para condemnação, assim tambem por um só acto de justiça veiu a graça sobre todos os homens para justificação de vida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pela desobediencia de um só homem, muitos foram feitos peccadores, assim pela obediencia de um muitos serão feitos justos.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Entrou, porém, a lei para que a offensa abundasse; mas, onde o peccado abundou, superabundou a graça.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assim como o peccado reinou para a morte, tambem a graça reinasse pela justiça para a vida eterna, por Jesus Christo nosso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