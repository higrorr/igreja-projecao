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Rogo-vos pois, irmãos, pela compaixão de Deus, que apresenteis os vossos corpos em sacrificio vivo, sancto e agradavel a Deus, que é o vosso culto racional.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vos conformeis com este mundo, mas transformae-vos pela renovação do vosso entendimento, para que experimenteis qual seja a boa, agradavel, e perfeita vontade de Deus.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pela graça, que me é dada, digo a cada um d'entre vós que não saiba mais do que convem saber, mas que saiba com temperança, conforme a medida da fé que Deus repartiu a cada um.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assim como em um corpo temos muitos membros, e nem todos os membros teem a mesma operação,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nós, que somos muitos, somos um só corpo em Christo, mas membros uns dos outros.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modo que, tendo differentes dons, segundo a graça que nos é dada, ou seja prophecia, seja ella segundo a medida da fé;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seja ministerio, seja em ministrar; ou o que ensina em ensinar;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o que exhorta, em exhortar; o que reparte, em simplicidade; o que preside, com cuidado; o que exercita misericordia, com alegria.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amor seja não fingido. Aborrecei o mal e apegae-vos ao bem.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Amae-vos cordealmente uns aos outros com amor fraternal, preferindo-vos em honra uns aos outros.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sejaes vagarosos no cuidado: sêde fervorosos no espirito, servindo ao Senhor;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Alegrae-vos na esperança, sêde pacientes na tribulação, perseverae na oração;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Communicae com os sanctos nas suas necessidades, segui a hospitalidade;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Abençoae aos que vos perseguem, abençoae, e não amaldiçoeis: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Alegrae-vos com os que se alegram; e chorae com os que choram;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Sêde unanimes entre vós; não ambicioneis coisas altivas, mas accommodae-vos ás humildes; não sejaes sabios em vós mesmos;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ninguem torneis mal por mal; procurae as coisas honestas, perante todos os homens.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fôr possivel, quanto estiver em vós, tende paz com todos os homens.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vos vingueis a vós mesmos, amados, mas dae logar á ira, porque está escripto: Minha é a vingança; eu recompensarei, diz o Senhor.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se o teu inimigo tiver fome, dá-lhe de comer: se tiver sêde, dá-lhe de beber; porque, fazendo isto, amontoarás brazas de fogo sobre a sua cabeça.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12:21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te deixes vencer do mal, mas vence o mal com o bem.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