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agora nenhuma condemnação ha para os que estão em Christo Jesus, que não andam segundo a carne, mas segundo o espirito.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lei do espirito de vida, em Christo Jesus, me livrou da lei do peccado e da morte.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que era impossivel á lei, porquanto estava enferma pela carne, Deus, enviando o seu Filho em similhança da carne do peccado, e pelo peccado, condemnou o peccado na carne;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 justiça da lei se cumprisse em nós, que não andamos segundo a carne, mas segundo o espirito.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que são segundo a carne inclinam-se para as coisas da carne; mas os que são segundo o espirito para as coisas do espirito.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inclinação da carne é morte; mas a inclinação do espirito é vida e paz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a inclinação da carne é inimizade contra Deus, pois não é sujeita á lei de Deus, nem em verdade, o pode 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os que estão na carne não podem agradar a Deus.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vós não estaes na carne, mas no espirito, se é que o Espirito de Deus habita em vós. Mas, se alguem não tem o Espirito de Christo, esse tal não é d'elle.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Christo está em vós, o corpo, na verdade, está morto por causa do peccado, mas o espirito vive por causa da justiça.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o Espirito d'aquelle que dos mortos resuscitou a Jesus habita em vós, aquelle que dos mortos resuscitou a Christo tambem vivificará os vossos corpos mortaes, pelo seu Espirito que em vós habita.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que, irmãos, somos devedores, não á carne para viver segundo a carne.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viverdes segundo a carne, morrereis; mas, se pelo espirito mortificardes as obras do corpo, vivereis.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quantos são guiados pelo Espirito de Deus esses são filhos de Deus.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recebestes o espirito de escravidão, para outra vez estardes em temor, porém recebestes o espirito de adopção de filhos, pelo qual clamamos: Abba, Pae.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mesmo Espirito testifica com o nosso espirito que somos filhos de Deus.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nós somos filhos, somos logo herdeiros tambem, herdeiros de Deus e coherdeiros de Christo; se porventura com elle padecemos, para que tambem com elle sejamos glorificados.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para mim tenho por certo que as afflicções d'este tempo presente não são para comparar com a gloria que em nós ha de ser revelada.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paciente expectação da creatura espera a manifestação dos filhos de Deus.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creatura está sujeita á vaidade, não por sua vontade, mas por causa do que a sujeitou,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esperança de que tambem a mesma creatura será libertada da servidão da corrupção, para a liberdade da gloria dos filhos de Deus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sabemos que toda a creatura juntamente geme e está com dôres de parto até agora.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só ella, porém nós mesmos, que temos as primicias do Espirito, tambem gememos em nós mesmos, esperando a adopção, a saber, a redempção do nosso corpo.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em esperança somos salvos. Ora a esperança que se vê não é esperança; porque o que alguem vê como o esperará?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esperamos o que não vemos, esperamol-o compaciencia.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mesma maneira tambem o Espirito ajuda as nossas fraquezas; porque não sabemos o que havemos de pedir como convem, mas o mesmo Espirito intercede por nós com gemidos inexprimiveis.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que examina os corações, sabe qual seja a intenção do Espirito; porquanto elle segundo Deus, intercede pelos sanctos.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sabemos que todas as coisas contribuem juntamente para o bem d'aquelles que amam a Deus, d'aquelles que são chamados por seu decreto.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que d'antes conheceu tambem os predestinou para serem conformes á imagem de seu Filho; para que seja o primogenito entre muitos irmãos.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que predestinou a estes tambem chamou: e aos que chamou a estes tambem justificou; e aos que justificou a estes tambem glorificou.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diremos pois a estas coisas? Se Deus é por nós, quem será contra nós?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nem mesmo a seu proprio Filho poupou, antes o entregou por todos nós, como nos não dará tambem com elle todas as coisas?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intentará accusação contra os escolhidos de Deus? sendo Deus quem os justifica.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os condemnará? sendo Christo quem morreu, ou antes quem resuscitou d'entre os mortos, o qual está á direita de Deus, e tambem intercede por nós.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nos separará do amor de Christo? A tribulação, ou a angustia, ou a perseguição, ou a fome, ou a nudez, ou o perigo, ou a espada?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está escripto: Por amor de ti somos entregues á morte todo o dia: fomos reputados como ovelhas para o matadouro.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em todas estas coisas somos mais do que vencedores, por aquelle que nos amou.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estou certo de que, nem a morte, nem a vida, nem os anjos, nem os principados, nem as potestades, nem o presente, nem o porvir,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8:39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a altura, nem a profundidade, nem alguma outra creatura nos poderá separar do amor de Deus, que está em Christo Jesus nosso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