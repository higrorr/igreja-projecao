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 pois: Porventura rejeitou Deus o seu povo? De modo nenhum; porque tambem eu sou israelita, da descendencia d'Abrahão, da tribu de Benjamin.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não rejeitou o seu povo, o qual antes conheceu. Ou não sabeis o que a Escriptura diz de Elias? Como falla a Deus contra Israel,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mataram os teus prophetas, e derribaram os teus altares; e só eu fiquei, e buscam a minha alma.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lhe diz a resposta divina? Reservei para mim sete mil varões, que não dobraram os joelhos diante de Baal.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tambem agora n'este tempo ficou um resto, segundo a eleição da graça.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é por graça, já não é pelas obras: de outra maneira, a graça já não é graça. E, se é pelas obras, já não é graça: de outra maneira a obra já não é obra.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que? O que Israel buscava não o alcançou; mas os eleitos o alcançaram, e os outros foram endurecidos.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Deus lhes deu espirito de profundo somno; olhos para não vêrem, e ouvidos para não ouvirem, até ao dia d'hoje.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diz: Torne-se-lhes a sua mesa em laço, e em armadilha, e em tropeço e em sua retribuição;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Escureçam-se-lhes os olhos para não verem, e encurvem-se-lhes continuamente as costas.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 pois: Porventura tropeçaram, para que caissem? De modo nenhum, mas pela sua queda veiu a salvação aos gentios, para os incitar á emulação.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sua queda é a riqueza do mundo, e a sua diminuição a riqueza dos gentios, quanto mais a sua plenitude?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comvosco fallo, gentios, que, emquanto fôr apostolo dos gentios, glorificarei o meu ministerio;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vêr se de alguma maneira posso incitar á emulação os da minha carne, e salvar alguns d'elles.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 sua rejeição é a reconciliação do mundo, qual será a sua admissão, senão a vida d'entre os mortos?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as primicias são sanctas, tambem a massa o é; se a raiz é sancta, tambem os ramos o 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alguns dos ramos foram quebrados, e tu, sendo zambujeiro, foste enxertado em logar d'elles, e feito participante da raiz e da seiva da oliveira,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glories contra os ramos; e, se contra elles te gloriares, não és tu que sustentas a raiz, mas a raiz a ti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Dirás pois: Os ramos foram quebrados, para que eu fosse enxertado.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Bem: por incredulidade foram quebrados, e tu estás em pé pela fé: não te ensoberbeças, mas teme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Deus não poupou os ramos naturaes, teme que te não poupe a ti tambem.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 pois a bondade e a severidade de Deus: para com os que cairam, severidade; porém para comtigo, a benignidade de Deus, se permaneceres na sua benignidade; de outra maneira, tambem tu serás cortado.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tambem elles, se não permanecerem na incredulidade, serão enxertados; porque poderoso é Deus para os tornar a enxertar.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tu foste cortado do natural zambujeiro, e, contra a natureza, enxertado na boa oliveira, quanto mais esses, que são naturaes, serão enxertados na sua propria oliveira?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quero, irmãos, que ignoreis este segredo (para que não presumaes de vós mesmos): que o endurecimento veiu em parte sobre Israel, até que a plenitude dos gentios haja entrado.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todo o Israel será salvo, como está escripto: De Sião virá o Libertador, e desviará de Jacob as impiedades.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será o meu concerto com elles, quando eu tirar os seus peccados.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quanto ao evangelho, são inimigos por causa de vós; mas, quanto á eleição, amados por causa dos paes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dons e a vocação de Deus são sem arrependimento.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como vós tambem antigamente fostes desobedientes a Deus, porém agora alcançastes misericordia pela desobediencia d'elles,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estes agora foram desobedientes, para tambem alcançarem misericordia pela vossa misericordia.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encerrou a todos debaixo da desobediencia, para com todos usar de misericordia.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profundidade das riquezas, tanto da sabedoria, como da sciencia de Deus! Quão insondaveis são os seus juizos, e quão inexcrutaveis os seus caminhos!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comprehendeu o intento do Senhor? ou quem foi seu conselheiro?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quem lhe deu primeiro a elle, e lhe será recompensado?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d'elle e por elle, e para elle, são todas as coisas; gloria pois a elle eternamente.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