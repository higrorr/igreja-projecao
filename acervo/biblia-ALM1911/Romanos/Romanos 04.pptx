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diremos pois ter achado Abrahão, nosso pae segundo a carne?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Abrahão foi justificado pelas obras, tem de que se gloriar, mas não diante de Deus.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Pois, que diz a Escriptura? Creu Abrahão a Deus, e isso lhe foi imputado como justiça.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áquelle que obra não lhe é imputado o galardão segundo a graça, mas segundo a divida.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áquelle que não obra, mas crê n'aquelle que justifica o impio, a sua fé lhe é imputada como justiça.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David declara bemaventurado o homem a quem Deus imputa a justiça sem as obras, dizendo: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Bemaventurados aquelles cujas maldades são perdoadas, e cujos peccados são cobertos: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 o homem a quem o Senhor não imputa o peccado.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pois esta bemaventurança sobre a circumcisão só, ou tambem sobre a incircumcisão? Porque dizemos que a fé foi imputada como justiça a Abrahão.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lhe foi pois imputada? Estando na circumcisão ou na incircumcisão? Não na circumcisão, mas na incircumcisão.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recebeu o signal da circumcisão, sello da justiça da fé que teve na incircumcisão, para que fosse pae de todos os que crêem, estando na incircumcisão; a fim de que tambem a justiça lhes seja imputada: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fosse pae da circumcisão, d'aquelles que não sómente são da circumcisão, mas que tambem andam nas pisadas da fé de nosso pae Abrahão, que tivera na incircumcisão.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promessa de que havia de ser herdeiro do mundo não foi feita pela lei a Abrahão, ou á sua posteridade, mas pela justiça da fé.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os que são da lei são herdeiros, logo a fé é vã e a promessa é aniquilada.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lei obra a ira. Porque onde não ha lei tambem não ha transgressão.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é pela fé, para que seja segundo a graça, a fim de que a promessa seja firme a toda a posteridade, não sómente á que é da lei, mas tambem á que é da fé de Abrahão, o qual é pae de todos nós;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(Como está escripto: Por pae de muitas nações te constitui) perante aquelle no qual creu, a saber, Deus, o qual vivifica os mortos, e chama as coisas que não são como se já fossem.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qual, em esperança, creu contra a esperança, que seria feito pae de muitas nações, conforme o que lhe fôra dito: Assim será a tua descendencia.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enfraqueceu na fé, nem attentou para o seu proprio corpo já amortecido, pois era já de quasi cem annos, nem tão pouco para o amortecimento do ventre de Sarah.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duvidou da promessa de Deus por desconfiança, mas foi fortificado na fé, dando gloria a Deus;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estando certissimo de que o que elle tinha promettido tambem era poderoso para o fazer.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isso lhe foi tambem imputado como justiça.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não só por elle está escripto, que lhe fosse imputado,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tambem por nós, a quem será imputado, os que cremos n'aquelle que dos mortos resuscitou a Jesus nosso Senhor;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por nossos peccados foi entregue, e resuscitou para nossa justificação.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