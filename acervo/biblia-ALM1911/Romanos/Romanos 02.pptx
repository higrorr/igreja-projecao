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és inexcusavel quando julgas, ó homem, quem quer que sejas, porque te condemnas a ti mesmo n'aquillo em que julgas o outro; pois tu, que julgas, fazes as mesmas coisas.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bem sabemos que o juizo de Deus é segundo a verdade sobre os que taes coisas fazem.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tu, ó homem, que julgas os que fazem taes coisas, cuidas que, fazendo-as tu, escaparás ao juizo de Deus?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desprezas tu as riquezas da sua benignidade, e paciencia e longanimidade, ignorando que a benignidade de Deus te leva ao arrependimento?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segundo a tua dureza e teu coração impenitente, enthesouras ira para o dia da ira e da manifestação do juizo de Deus;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recompensará cada um segundo as suas obras;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saber: a vida eterna aos que, com perseverança em fazer bem, procuram gloria, e honra e incorrupção;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indignação e a ira aos que são contenciosos, e desobedientes á verdade e obedientes á injustiça.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Tribulação e angustia sobre toda a alma do homem que obra o mal; primeiramente do judeo e tambem do grego: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Gloria, porém, e honra e paz a qualquer que obra o bem; primeiramente ao judeo e tambem ao grego;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para com Deus, não ha accepção de pessoas.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todos os que sem lei peccaram sem lei tambem perecerão; e todos os que sob a lei peccaram pela lei serão julgados.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que ouvem a lei não são justos diante de Deus: mas os que praticam a lei hão de ser justificados.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quando os gentios, que não teem lei, fazem naturalmente as coisas que são da lei, não tendo estes lei, para si mesmos são lei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mostram a obra da lei escripta em seus corações, testificando juntamente a sua consciencia, e seus pensamentos, ora accusando-se, ora defendendo-se;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dia em que Deus ha de julgar os segredos dos homens, por Jesus Christo, segundo o meu evangelho.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tu que tens por sobrenome judeo, e repousas na lei, e te glorias em Deus;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sabes a sua vontade e approvas as coisas excellentes, sendo instruido por lei;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confias que és guia dos cegos, luz dos que estão em trevas,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Instruidor dos nescios, mestre de creanças, que tens a forma da sciencia e da verdade na lei;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pois, que ensinas a outro, não te ensinas a ti mesmo? Tu, que prégas que não se deve furtar, furtas?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que dizes que não se deve adulterar, adulteras? Tu, que abominas os idolos, commettes sacrilegio?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que te glorias na lei, deshonras a Deus pela transgressão da lei?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como está escripto, o nome de Deus é blasphemado entre os gentios por causa de vós.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circumcisão é, na verdade, proveitosa, se tu guardares a lei; porém, se tu és transgressor da lei, a tua circumcisão se torna em incircumcisão.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Pois, se a incircumcisão guarda os preceitos da lei, porventura a sua incircumcisão não será reputada como circumcisão?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 que por natureza é incircumcisão, se cumpre a lei, não te julgará porventura a ti, que pela letra e circumcisão és transgressor da lei?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é judeo o que o é exteriormente, nem é circumcisão a que o é exteriormente na carne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é judeo o que o é no interior, e circumcisão é a do coração, no espirito, não na letra: cujo louvor não provém dos homens, mas de Deus.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