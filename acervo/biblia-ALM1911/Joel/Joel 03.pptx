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eis que n'aquelles dias, e n'aquelle tempo, em que farei tornar o captiveiro de Judah e de Jerusalem,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congregarei todas as nações, e as farei descer ao valle de Josaphat; e ali com ellas entrarei em juizo, por causa do meu povo, e da minha herança, Israel, a quem elles espalharam entre as nações e repartiram a minha terra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lançaram a sorte sobre o meu povo, e deram um menino por uma meretriz, e venderam uma menina por vinho, para beberem.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que tendes vós comigo, Tyro e Sidon, e todos os termos da Palestina? É tal o pago que vós me daes? pois se me pagaes assim, bem depressa vos farei tornar a vossa paga sobre a vossa cabeça.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levastes a minha prata e o meu oiro, e as minhas coisas desejaveis e formosas mettestes nos vossos templos.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vendestes os filhos de Judah e os filhos de Jerusalem aos filhos dos gregos, para os apartar para longe dos seus termos.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eu os suscitarei do logar para onde os vendestes, e farei tornar a vossa paga sobre a vossa propria cabeça.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venderei vossos filhos e vossas filhas na mão dos filhos de Judah, que os venderão aos de Sheba, a uma nação remota, porque o Senhor o fallou.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Proclamae isto entre as nações, sanctificae uma guerra; suscitae os valentes; cheguem-se, subam todos os homens de guerra.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Forjae espadas das vossas enxadas, e lanças das vossas foices: diga o fraco: Forte sou eu.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Ajuntae-vos, e vinde, todos os povos de em redor, e congregae-vos (ó Senhor, faze descer ali os teus fortes!);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Suscitem-se as nações, e subam ao valle de Josaphat; mas ali me assentarei, para julgar todas as nações em redor.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Lançae a foice, porque já está madura a sega: vinde, descei, porque o lagar está cheio, e os vasos dos lagares trasbordam, porque a sua malicia é grande.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Multidões, multidões no valle da decisão, porque o dia do Senhor perto está, no valle da decisão.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sol e a lua ennegrecerão, e as estrellas retirarão o seu resplandor.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bramará de Sião, e dará a sua voz de Jerusalem, e os céus e a terra tremerão; mas o Senhor será o refugio do seu povo, e a fortaleza dos filhos de Israel.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vós sabereis que eu sou o Senhor vosso Deus, que habito em Sião, o monte da minha sanctidade; e Jerusalem será sanctidade; estranhos não passarão mais por ella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 de ser que, n'aquelle dia, os montes distillarão mosto, e os outeiros manarão leite, e todos os rios de Judah estarão cheios de aguas; e sairá uma fonte da casa do Senhor, e regará o valle de Sittim.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Egypto se fará uma assolação, e Edom se fará um deserto de solidão, por causa da violencia que fizeram aos filhos de Judah, em cuja terra derramaram sangue innocente.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Judah será habitada para sempre, e Jerusalem de geração em geração.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Joel 3:21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alimparei o sangue dos que eu não alimpei, e o Senhor habitará em Sião.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