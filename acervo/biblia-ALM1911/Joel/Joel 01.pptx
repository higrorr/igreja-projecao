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Palavra do Senhor, que foi dirigida a Joel, filho de Pethuel.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isto, vós, anciãos, e escutae, todos os moradores da terra: Porventura isto aconteceu em vossos dias? ou tambem nos dias de vossos paes?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Fazei sobre isto uma narração a vossos filhos, e vossos filhos a seus filhos, e os filhos d'estes á outra geração.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ficou da lagarta o comeu o gafanhoto, e o que ficou do gafanhoto o comeu a locusta, e o que ficou da locusta o comeu o pulgão.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Despertae-vos, bebados, e chorae e uivae, todos os que bebeis vinho, por causa do mosto, porque cortado é da vossa bocca.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uma nação subiu sobre a minha terra, poderosa e sem numero: os seus dentes são dentes de leão, e teem queixaes de um leão velho.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da minha vide uma assolação, e descortiçou a minha figueira: despiu-a toda, e a lançou por terra; os seus sarmentos se embranqueceram.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Lamenta como uma virgem que está cingida de sacco, pelo marido da sua mocidade.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Cortou-se a offerta de manjar, e a libação da casa do Senhor: os sacerdotes, servos do Senhor, estão entristecidos.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campo está assolado, e a terra triste; porque o trigo está destruido, o mosto se seccou, o oleo falta.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lavradores se envergonham, os vinhateiros uivam, sobre o trigo e sobre a cevada; porque a sega do campo pereceu.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vide se seccou, a figueira se murchou; a romeira, tambem, e a palmeira e a macieira; todas as arvores do campo se seccaram, e a alegria se seccou entre os filhos dos homens.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Cingi-vos e lamentae-vos, sacerdotes; uivae, ministros do altar; entrae e passae, vestidos de saccos, a noite, ministros do meu Deus; porque a offerta de manjares, e a libação, affastada está da casa de vosso Deus.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Sanctificae um jejum, apregoae um dia de prohibição, congregae os anciãos, e todos os moradores d'esta terra, na casa do Senhor vosso Deus, e clamae ao Senhor.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Ah! aquelle dia! porque o dia do Senhor está perto, e virá como uma assolação do Todo-poderoso.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o mantimento não está cortado de diante de nossos olhos? a alegria e o regozijo da casa de nosso Deus?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novidade apodreceu debaixo dos seus torrões, os celleiros foram assolados, os armazens derribados, porque se seccou o trigo.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geme o gado, as manadas de vaccas estão confusas, porque não teem pasto: tambem os rebanhos de ovelhas são destruidos.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ti, ó Senhor clamo, porque o fogo consumiu os pastos do deserto, e a chamma abrazou todas as arvores do campo.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todas as bestas do campo bramam a ti; porque os rios de agua se seccaram, e o fogo consumiu os pastos do deserto.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