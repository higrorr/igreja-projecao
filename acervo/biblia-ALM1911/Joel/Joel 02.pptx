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Tocae a buzina em Sião, e clamae em alta voz no monte da minha sanctidade: perturbem-se todos os moradores da terra, porque o dia do Senhor vem, porque está perto: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de trevas e de escuridade; dia de nuvens e grossas trevas; como a alva espalhada sobre os montes; povo grande e poderoso, qual desde o tempo antigo nunca houve, nem depois d'elle haverá mais até aos annos de geração em geração.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d'elle um fogo consome, e atraz d'elle uma chamma abraza: a terra diante d'elle é como o jardim do Eden, mas atraz d'elle um deserto de assolação, nem tão pouco haverá coisa que d'ella escape.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parecer é como o parecer de cavallos: e correrão como cavalleiros.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estrondo de carros, irão saltando sobre os cumes dos montes, como o sonido da chamma de fogo que consome a pragana, como um povo poderoso, ordenado para o combate.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d'elle temerão os povos; todos os rostos são como a tisnadura da panella.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valentes correrão, como homens de guerra subirão os muros; e irá cada um nos seus caminhos e não se desviarão da sua fileira.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apertará a seu irmão; irá cada um pelo seu carreiro; sobre a mesma espada se arremessarão, e não serão feridos.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Irão pela cidade, correrão pelos muros, subirão ás casas, pelas janellas entrarão como o ladrão.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d'elle tremerá a terra, abalar-se-hão os céus; o sol e a lua se ennegrecerão, e as estrellas retirarão o seu resplandor.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levanta a sua voz diante do seu exercito; porque muitissimos são os seus arraiaes; porque poderoso é, fazendo a sua palavra; porque o dia do Senhor é grande e mui terrivel, e quem o poderá soffrer?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pois, tambem falla o Senhor: Convertei-vos a mim com todo o vosso coração; e isso com jejuns, e com choro, e com pranto.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rasgae o vosso coração, e não os vossos vestidos, e convertei-vos ao Senhor vosso Deus; porque elle é misericordioso, e é clemente, e tardio em irar-se, e grande em beneficencia, e se arrepende do 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sabe se se converterá e se arrependerá, e deixará após si uma benção, em offerta de manjar e libação para o Senhor vosso Deus?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Tocae a buzina em Sião, sanctificae um jejum, apregoae um dia de prohibição.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Congregae o povo, sanctificae a congregação, ajuntae os anciãos, congregae os filhinhos, e os que mamam os peitos: saia o noivo da sua recamara, e a noiva do seu thalamo.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Chorem os sacerdotes, ministros do Senhor, entre o alpendre e o altar, e digam: Poupa a teu povo, ó Senhor, e não entregues a tua herança ao opprobrio, para que as nações façam mofa d'elle; porque diriam entre os povos: Onde está o seu Deus?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terá zelo da sua terra, e se compadecerá do seu povo.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responderá, e dirá ao seu povo: Eis que vos envio o trigo, e o mosto, e o oleo, e d'elles sereis fartos, e vos não entregarei mais ao opprobrio entre as nações.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é do norte farei partir para longe de vós, e lançal-o-hei em uma terra secca e deserta: a sua face para o mar oriental, e a sua extremidade para o mal occidental; e subirá o seu fedor, e subirá a sua podridão; porque fez grandes coisas.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ó terra: regozija-te e alegra-te; porque o Senhor fez grandes coisas.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temaes, animaes do campo, porque os pastos do deserto reverdecerão, porque o arvoredo dará o seu fructo, a vide e a figueira darão a sua força.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vós, filhos de Sião, regozijae-vos e alegrae-vos no Senhor vosso Deus, porque elle vos dará ensinador de justiça, e vos fará descer a chuva, a temporã e a serodia, no primeiro mez.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eiras se encherão de trigo, e os lagares trasbordarão de mosto e de oleo.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restituir-vos-hei os annos que comeu o gafanhoto, a locusta, e o pulgão e a aruga, o meu grande exercito que enviei contra vós.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comereis abundantemente e até fartar-vos, e louvareis o nome do Senhor vosso Deus, o qual obrou para comvosco maravilhosamente; e o meu povo não será envergonhado para sempre.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sabereis que eu estou no meio de Israel, e que eu sou o Senhor vosso Deus, e ninguem mais: e o meu povo não será envergonhado para sempre.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depois, derramarei o meu Espirito sobre toda a carne, e vossos filhos e vossas filhas prophetizarão, os vossos velhos sonharão sonhos, os vossos mancebos verão visões.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sobre os servos e sobre as servas n'aquelles dias derramarei o meu Espirito.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darei prodigios no céu, e na terra, sangue e fogo, e columnas de fumo.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se converterá em trevas, e a lua em sangue, antes que venha o grande e terrivel dia do Senhor.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 todo aquelle que invocar o nome do Senhor escapará; porque no monte de Sião e em Jerusalem haverá livramento, assim como o Senhor tem dito, e nos que restarem, os quaes o Senhor chamará.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