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Abimelech, filho de Jerubbaal, foi-se a Sichem, aos irmãos de sua mãe, e fallou-lhes e a toda a geração da casa do pae de sua mãe,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Fallae, peço-vos, aos ouvidos de todos os cidadãos de Sichem: Qual é melhor para vós, que setenta homens, todos os filhos de Jerubbaal, dominem sobre vós, ou que um homem sobre vós domine? lembrae-vos tambem de que sou osso vosso e carne vossa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irmãos de sua mãe fallaram ácerca d'elle perante os ouvidos de todos os cidadãos de Sichem todas aquellas palavras: e o coração d'elles se inclinou após de Abimelech, porque disseram: É nosso irmão.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deram-lhe setenta peças de prata, da casa de Baal-berith: e com ellas alugou Abimelech uns homens ociosos e levianos, que o seguiram.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á casa de seu pae, a Ophra, e matou a seus irmãos, os filhos de Jerubbaal, setenta homens, sobre uma pedra. Porém Jotham, filho menor de Jerubbaal, ficou, porque se tinha escondido.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ajuntaram todos os cidadãos de Sichem, e toda a casa de Millo; e foram, e levantaram a Abimelech por rei, junto ao carvalho alto que está perto de Sichem.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dizendo-o a Jotham, foi-se, e poz-se no cume do monte de Gerizim, e levantou a sua voz, e clamou, e disse-lhes: Ouvi-me a mim, cidadãos de Sichem, e Deus vos ouvirá a vós: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uma vez as arvores a ungir para si um rei: e disseram á oliveira: Reina tu sobre nós.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oliveira lhes disse: Deixaria eu a minha gordura, que Deus e os homens em mim prezam, e iria a labutar sobre as arvores?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as arvores á figueira: Vem tu, e reina sobre nós.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figueira lhes disse: Deixaria eu a minha doçura, o meu bom fructo, e iria labutar sobre as arvores?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 as arvores á videira: Vem tu, e reina sobre nós.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videira lhes disse: Deixaria eu o meu mosto, que alegra a Deus e aos homens, e iria labutar sobre as arvores?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todas as arvores disseram ao espinheiro: Vem tu, e reina sobre nós.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espinheiro ás arvores: Se, na verdade, me ungis por rei sobre vós, vinde, e confiae-vos debaixo da minha sombra: mas se não, saia fogo do espinheiro que consuma os cedros do Libano.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se é que em verdade e sinceridade obrastes, fazendo rei a Abimelech, e se bem fizestes para com Jerubbaal e para com a sua casa, e se com elle usastes conforme ao merecimento das suas mãos;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meu pae pelejou por vós, e desprezou a sua vida, e vos livrou da mão dos midianitas: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vós hoje vos levantastes contra a casa de meu pae, e matastes a seus filhos, setenta homens, sobre uma pedra: e a Abimelech, filho da sua serva, fizestes reinar sobre os cidadãos de Sichem, porque é vosso irmão;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se em verdade e sinceridade usastes com Jerubbaal e com a sua casa hoje, alegrae-vos com Abimelech, e tambem elle se alegre comvosco: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não, saia fogo de Abimelech, e consuma aos cidadãos de Sichem, e á casa de Millo: e saia fogo dos cidadãos de Sichem, e da casa de Millo, que consuma a Abimelech.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partiu Jotham, e fugiu, e foi-se a Beer: e ali habitou por medo de Abimelech, seu irmão.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Havendo pois Abimelech dominado tres annos sobre Israel,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Enviou Deus um mau espirito entre Abimelech e os cidadãos de Sichem: e os cidadãos de Sichem se houveram aleivosamente contra Abimelech;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violencia feita aos setenta filhos de Jerubbaal viesse, e o seu sangue caisse sobre Abimelech, seu irmão, que os matara, e sobre os cidadãos de Sichem, que lhe corroboraram as mãos, para matar a seus irmãos.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cidadãos de Sichem pozeram contra elle quem lhe armasse emboscadas sobre os cumes dos montes; e a todo aquelle que passava pelo caminho junto a elles o assaltavam: e contou-se a Abimelech.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tambem Gaal, filho de Ebed, com seus irmãos, e passaram para dentro de Sichem: e os cidadãos de Sichem se fiaram d'elle.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sairam ao campo, e vindimaram as suas vinhas, e pisaram as uvas, e fizeram canções de louvor: e foram á casa de seu Deus, e comeram, e beberam, e amaldiçoaram a Abimelech.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Gaal, filho d'Ebed: Quem é Abimelech, e qual é Sichem, para que o servissemos? não é porventura filho de Jerubbaal? e não é Zebul o seu mordomo? servi antes aos homens de Hemor, pae de Sichem; pois por que razão nós o serviriamos a elle?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se este povo estivera na minha mão, eu expelliria a Abimelech. E a Abimelech se disse: Multiplica o teu exercito, e sae.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Zebul, o maioral da cidade, as palavras de Gaal, filho d'Ebed, se accendeu a sua ira;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astutamente mensageiros a Abimelech, dizendo: Eis que Gaal, filho d'Ebed, e seus irmãos vieram a Sichem, e eis que elles fortificam esta cidade contra ti.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 pois de noite, tu e o povo que tiveres comtigo, e põe emboscadas no campo.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levanta-te pela manhã ao sair o sol, e dá de golpe sobre a cidade: e eis que, saindo elle e o povo que tiver com elle contra ti, faze-lhe assim como alcançar a tua mão.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Levantou-se pois Abimelech, e todo o povo que com elle havia, de noite, e pozeram emboscadas a Sichem, com quatro tropas.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Gaal, filho d'Ebed, saiu, e poz-se á entrada da porta da cidade: e Abimelech, e todo o povo que com elle havia, se levantou das emboscadas.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Gaal aquelle povo, disse a Zebul: Eis que desce gente dos cumes dos montes. Zebul, ao contrario, lhe disse: As sombras dos montes vês por homens.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Gaal ainda tornou a fallar, e disse: Eis ali desce gente do meio da terra, e uma tropa vem do caminho do carvalho de Meonenim.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 Zebul: Onde está agora a tua bocca, com a qual dizias: Quem é Abimelech, para que o servissemos? não é este porventura o povo que desprezaste? sae pois, peço-te, e peleja contra elle.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Gaal á vista dos cidadãos de Sichem, e pelejou contra Abimelech.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Abimelech o perseguiu, porquanto fugiu de diante d'elle: e muitos feridos cairam até á entrada da porta da cidade,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Abimelech ficou em Aruma. E Zebul expelliu a Gaal e a seus irmãos, para que não podessem habitar em Sichem.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no dia seguinte que o povo saiu ao campo, e o disseram a Abimelech.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o povo, e o repartiu em tres tropas, e poz emboscadas no campo: e olhou, e eis que o povo sahia da cidade, e levantou-se contra elles, e os feriu.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Abimelech, e as tropas que com elle havia, deram n'elles de improviso, e pararam á entrada da porta da cidade: e as outras duas tropas deram de improviso sobre todos quantos estavam no campo, e os feriram.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Abimelech pelejou contra a cidade todo aquelle dia, e tomou a cidade, e matou o povo que n'ella havia: e assolou a cidade, e a semeou de sal.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ouvindo todos os cidadãos da torre de Sichem, entraram na fortaleza, em casa do deus Berith.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contou-se a Abimelech que todos os cidadãos da torre de Sichem se haviam congregado.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Subiu pois Abimelech ao monte de Salmon, elle e todo o povo que com elle havia: e Abimelech tomou na sua mão machados, e cortou um ramo das arvores, e o levantou, e pôl-o ao seu hombro, e disse ao povo, que com elle havia: O que me vistes fazer apressae-vos a fazel-o assim como eu.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tambem todo o povo, cada um cortou o seu ramo, e seguiram a Abimelech, os puzeram junto da fortaleza, e queimaram a fogo a fortaleza com elles: de maneira que todos os da torre de Sichem morreram, uns mil homens e mulheres.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Abimelech foi-se a Thebes, e sitiou a Thebes, e a tomou.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Havia porém no meio da cidade uma torre forte; e todos os homens e mulheres, e todos os cidadãos da cidade se acolheram a ella, e fecharam após de si as portas, e subiram ao telhado da torre.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Abimelech veiu até á torre, e a combateu: e chegou-se até á porta da torre, para a queimar a fogo.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uma mulher lançou um pedaço d'uma mó sobre a cabeça d'Abimelech: e quebrou-lhe o craneo.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chamou logo ao moço, que levava as suas armas, e disse-lhe: Desembainha a tua espada, e mata-me; para que se não diga de mim: Uma mulher o matou. E seu moço o atravessou, e elle morreu.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os homens de Israel que já Abimelech era morto, foram-se cada um para o seu logar.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Deus fez tornar sobre Abimelech o mal que tinha feito a seu pae, matando a seus setenta irmãos.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9:57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todo o mal dos homens de Sichem fez tornar sobre a cabeça d'elles: e a maldição de Jotham, filho de Jerubbaal, veiu sobre 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