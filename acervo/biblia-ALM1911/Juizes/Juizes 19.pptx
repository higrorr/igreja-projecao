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a:t>
            </a:r>
          </a:p>
          <a:p>
            <a:pPr algn="ctr"/>
            <a:r>
              <a:rPr sz="4400">
                <a:solidFill>
                  <a:srgbClr val="FFFFFF"/>
                </a:solidFill>
                <a:latin typeface="Arial"/>
              </a:rPr>
              <a:t>Aconteceu tambem n'aquelles dias, em que não havia rei em Israel que, houve um homem levita, que peregrinando aos lados da montanha de Ephraim, tomou para si uma mulher concubina, de Beth-lehem de Judah.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a:t>
            </a:r>
          </a:p>
          <a:p>
            <a:pPr algn="ctr"/>
            <a:r>
              <a:rPr sz="4400">
                <a:solidFill>
                  <a:srgbClr val="FFFFFF"/>
                </a:solidFill>
                <a:latin typeface="Arial"/>
              </a:rPr>
              <a:t>Porém a sua concubina fornicou contra elle, e foi-se d'elle para casa de seu pae, a Beth-lehem de Judah, e esteve ali alguns dias, a saber, quatro mezes.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19:3</a:t>
            </a:r>
          </a:p>
          <a:p>
            <a:pPr algn="ctr"/>
            <a:r>
              <a:rPr sz="4400">
                <a:solidFill>
                  <a:srgbClr val="FFFFFF"/>
                </a:solidFill>
                <a:latin typeface="Arial"/>
              </a:rPr>
              <a:t>E seu marido se levantou, e partiu após d'ella, para lhe fallar conforme ao seu coração, e para tornar a trazel-a: e o seu moço e um par de jumentos iam com elle: e ella o levou a casa de seu pae, e, vendo-o o pae da moça, alegrou-se ao encontrar-se com elle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19:4</a:t>
            </a:r>
          </a:p>
          <a:p>
            <a:pPr algn="ctr"/>
            <a:r>
              <a:rPr sz="4400">
                <a:solidFill>
                  <a:srgbClr val="FFFFFF"/>
                </a:solidFill>
                <a:latin typeface="Arial"/>
              </a:rPr>
              <a:t>E seu sogro, o pae da moça, o deteve, e ficou com elle tres dias: e comeram e beberam, e passaram ali a noite.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19:5</a:t>
            </a:r>
          </a:p>
          <a:p>
            <a:pPr algn="ctr"/>
            <a:r>
              <a:rPr sz="4400">
                <a:solidFill>
                  <a:srgbClr val="FFFFFF"/>
                </a:solidFill>
                <a:latin typeface="Arial"/>
              </a:rPr>
              <a:t>E succedeu que ao quarto dia pela manhã madrugaram, e elle levantou-se para partir: então o pae da moça disse a seu genro: Conforta o teu coração com um bocado de pão, e depois partireis.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19:6</a:t>
            </a:r>
          </a:p>
          <a:p>
            <a:pPr algn="ctr"/>
            <a:r>
              <a:rPr sz="4400">
                <a:solidFill>
                  <a:srgbClr val="FFFFFF"/>
                </a:solidFill>
                <a:latin typeface="Arial"/>
              </a:rPr>
              <a:t>Assentaram-se pois, e comeram ambos juntos, e beberam; e disse o pae da moça ao homem: Peço-te que ainda esta noite queiras passal-a aqui, e alegre-se o teu coração.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19:7</a:t>
            </a:r>
          </a:p>
          <a:p>
            <a:pPr algn="ctr"/>
            <a:r>
              <a:rPr sz="4400">
                <a:solidFill>
                  <a:srgbClr val="FFFFFF"/>
                </a:solidFill>
                <a:latin typeface="Arial"/>
              </a:rPr>
              <a:t>Porém o homem levantou-se para partir: mas seu sogro o constrangeu a tornar a passar ali a noite.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19:8</a:t>
            </a:r>
          </a:p>
          <a:p>
            <a:pPr algn="ctr"/>
            <a:r>
              <a:rPr sz="4400">
                <a:solidFill>
                  <a:srgbClr val="FFFFFF"/>
                </a:solidFill>
                <a:latin typeface="Arial"/>
              </a:rPr>
              <a:t>E, madrugando ao quinto dia pela manhã para partir, disse o pae da moça: Ora conforta o teu coração. E detiveram-se até já declinar o dia: e ambos juntos comeram.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19:9</a:t>
            </a:r>
          </a:p>
          <a:p>
            <a:pPr algn="ctr"/>
            <a:r>
              <a:rPr sz="4400">
                <a:solidFill>
                  <a:srgbClr val="FFFFFF"/>
                </a:solidFill>
                <a:latin typeface="Arial"/>
              </a:rPr>
              <a:t>Então o homem levantou-se para partir, elle, e a sua concubina, e o seu moço: e disse-lhe seu sogro, o pae da moça: Eis que já o dia se abaixa, e já a tarde vem entrando, peço-te que aqui passes a noite; eis que já o dia vae acabando, passa aqui a noite, e que o teu coração se alegre; e ámanhã de madrugada levantae-vos a caminhar, e vae-te para a tua tenda.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19:10</a:t>
            </a:r>
          </a:p>
          <a:p>
            <a:pPr algn="ctr"/>
            <a:r>
              <a:rPr sz="4400">
                <a:solidFill>
                  <a:srgbClr val="FFFFFF"/>
                </a:solidFill>
                <a:latin typeface="Arial"/>
              </a:rPr>
              <a:t>Porém o homem não quiz ali passar a noite, mas levantou-se, e partiu, e veiu até defronte de Jebus (que é Jerusalem), e com elle o par de jumentos albardados, como tambem a sua concubina.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19:11</a:t>
            </a:r>
          </a:p>
          <a:p>
            <a:pPr algn="ctr"/>
            <a:r>
              <a:rPr sz="4400">
                <a:solidFill>
                  <a:srgbClr val="FFFFFF"/>
                </a:solidFill>
                <a:latin typeface="Arial"/>
              </a:rPr>
              <a:t>Estando pois já perto de Jebus, e tendo-se já declinado muito o dia, disse o moço a seu senhor: Caminhae agora, e retiremo-nos a esta cidade dos jebuseos, e passemos ali a noite.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19:12</a:t>
            </a:r>
          </a:p>
          <a:p>
            <a:pPr algn="ctr"/>
            <a:r>
              <a:rPr sz="4400">
                <a:solidFill>
                  <a:srgbClr val="FFFFFF"/>
                </a:solidFill>
                <a:latin typeface="Arial"/>
              </a:rPr>
              <a:t>Porém disse-lhe seu senhor: Não nos retiraremos a nenhuma cidade estranha, que não seja dos filhos de Israel: mas passaremos até Gibeah.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19:13</a:t>
            </a:r>
          </a:p>
          <a:p>
            <a:pPr algn="ctr"/>
            <a:r>
              <a:rPr sz="4400">
                <a:solidFill>
                  <a:srgbClr val="FFFFFF"/>
                </a:solidFill>
                <a:latin typeface="Arial"/>
              </a:rPr>
              <a:t>Disse mais a seu moço; Caminha, e cheguemos a um d'aquelles logares, e passemos em Gibeah ou em Ramah.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19:14</a:t>
            </a:r>
          </a:p>
          <a:p>
            <a:pPr algn="ctr"/>
            <a:r>
              <a:rPr sz="4400">
                <a:solidFill>
                  <a:srgbClr val="FFFFFF"/>
                </a:solidFill>
                <a:latin typeface="Arial"/>
              </a:rPr>
              <a:t>Passaram pois adiante, e caminharam, e o sol se lhes poz junto a Gibeah, que é cidade de Benjamin.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19:15</a:t>
            </a:r>
          </a:p>
          <a:p>
            <a:pPr algn="ctr"/>
            <a:r>
              <a:rPr sz="4400">
                <a:solidFill>
                  <a:srgbClr val="FFFFFF"/>
                </a:solidFill>
                <a:latin typeface="Arial"/>
              </a:rPr>
              <a:t>E retiraram-se para lá, para entrarem a passar a noite em Gibeah; e, entrando elle, assentou-se na praça da cidade, porque não houve quem os recolhesse em casa para ali passarem a noite.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19:16</a:t>
            </a:r>
          </a:p>
          <a:p>
            <a:pPr algn="ctr"/>
            <a:r>
              <a:rPr sz="4400">
                <a:solidFill>
                  <a:srgbClr val="FFFFFF"/>
                </a:solidFill>
                <a:latin typeface="Arial"/>
              </a:rPr>
              <a:t>E eis que um homem velho vinha á tarde do seu trabalho do campo; e era este homem da montanha de Ephraim, mas peregrinava em Gibeah: eram porém os homens d'este logar filhos de Benjamin.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19:17</a:t>
            </a:r>
          </a:p>
          <a:p>
            <a:pPr algn="ctr"/>
            <a:r>
              <a:rPr sz="4400">
                <a:solidFill>
                  <a:srgbClr val="FFFFFF"/>
                </a:solidFill>
                <a:latin typeface="Arial"/>
              </a:rPr>
              <a:t>Levantando elle pois os olhos, viu a este passageiro na praça da cidade, e disse o velho: Para onde vaes, e d'onde vens?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19:18</a:t>
            </a:r>
          </a:p>
          <a:p>
            <a:pPr algn="ctr"/>
            <a:r>
              <a:rPr sz="4400">
                <a:solidFill>
                  <a:srgbClr val="FFFFFF"/>
                </a:solidFill>
                <a:latin typeface="Arial"/>
              </a:rPr>
              <a:t>E elle lhe disse: Passamos de Beth-lehem de Judah até aos lados da montanha de Ephraim, d'onde sou; porquanto fui a Beth-lehem de Judah: porém agora vou á casa do Senhor; e ninguem ha que me recolha em casa,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19:19</a:t>
            </a:r>
          </a:p>
          <a:p>
            <a:pPr algn="ctr"/>
            <a:r>
              <a:rPr sz="4400">
                <a:solidFill>
                  <a:srgbClr val="FFFFFF"/>
                </a:solidFill>
                <a:latin typeface="Arial"/>
              </a:rPr>
              <a:t>Ainda que ha palha e pasto para os nossos jumentos, e tambem pão e vinho ha para mim, e para a tua serva, e para o moço que vem com os teus servos: de coisa nenhuma ha falta.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19:20</a:t>
            </a:r>
          </a:p>
          <a:p>
            <a:pPr algn="ctr"/>
            <a:r>
              <a:rPr sz="4400">
                <a:solidFill>
                  <a:srgbClr val="FFFFFF"/>
                </a:solidFill>
                <a:latin typeface="Arial"/>
              </a:rPr>
              <a:t>Então disse o velho: Paz seja comtigo; tudo quanto te faltar fique ao meu cargo: tão sómente não passes a noite na praça.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19:21</a:t>
            </a:r>
          </a:p>
          <a:p>
            <a:pPr algn="ctr"/>
            <a:r>
              <a:rPr sz="4400">
                <a:solidFill>
                  <a:srgbClr val="FFFFFF"/>
                </a:solidFill>
                <a:latin typeface="Arial"/>
              </a:rPr>
              <a:t>E trouxe-o a sua casa, e deu pasto aos jumentos: e, lavando-se os pés, comeram e beberam.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19:22</a:t>
            </a:r>
          </a:p>
          <a:p>
            <a:pPr algn="ctr"/>
            <a:r>
              <a:rPr sz="4400">
                <a:solidFill>
                  <a:srgbClr val="FFFFFF"/>
                </a:solidFill>
                <a:latin typeface="Arial"/>
              </a:rPr>
              <a:t>Estando elles alegrando o seu coração, eis que os homens d'aquella cidade (homens que eram filhos de Belial) cercaram a casa, batendo á porta; e fallaram ao velho, senhor da casa, dizendo: Tira para fóra o homem que entrou em tua casa, para que o conheçamos.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19:23</a:t>
            </a:r>
          </a:p>
          <a:p>
            <a:pPr algn="ctr"/>
            <a:r>
              <a:rPr sz="4400">
                <a:solidFill>
                  <a:srgbClr val="FFFFFF"/>
                </a:solidFill>
                <a:latin typeface="Arial"/>
              </a:rPr>
              <a:t>E o homem, senhor da casa, saiu a elles, e disse-lhes: Não, irmãos meus, ora não façaes similhante mal: já que este homem entrou em minha casa, não façaes tal loucura.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19:24</a:t>
            </a:r>
          </a:p>
          <a:p>
            <a:pPr algn="ctr"/>
            <a:r>
              <a:rPr sz="4400">
                <a:solidFill>
                  <a:srgbClr val="FFFFFF"/>
                </a:solidFill>
                <a:latin typeface="Arial"/>
              </a:rPr>
              <a:t>Eis que a minha filha virgem e a concubina d'elle vol-as tirarei fóra; humilhae-as a ellas, e fazei d'ellas o que parecer bem aos vossos olhos; porém a este homem não façaes loucura similhante.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19:25</a:t>
            </a:r>
          </a:p>
          <a:p>
            <a:pPr algn="ctr"/>
            <a:r>
              <a:rPr sz="4400">
                <a:solidFill>
                  <a:srgbClr val="FFFFFF"/>
                </a:solidFill>
                <a:latin typeface="Arial"/>
              </a:rPr>
              <a:t>Porém aquelles homens não o quizeram ouvir: então aquelle homem pegou da sua concubina, e lh'a tirou para fóra: e elles a conheceram e abusaram d'ella toda a noite até pela manhã, e, subindo a alva, a deixaram.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19:26</a:t>
            </a:r>
          </a:p>
          <a:p>
            <a:pPr algn="ctr"/>
            <a:r>
              <a:rPr sz="4400">
                <a:solidFill>
                  <a:srgbClr val="FFFFFF"/>
                </a:solidFill>
                <a:latin typeface="Arial"/>
              </a:rPr>
              <a:t>E ao romper da manhã veiu a mulher, e caiu á porta da casa d'aquelle homem, onde estava seu senhor, e ficou ali até que se fez claro.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19:27</a:t>
            </a:r>
          </a:p>
          <a:p>
            <a:pPr algn="ctr"/>
            <a:r>
              <a:rPr sz="4400">
                <a:solidFill>
                  <a:srgbClr val="FFFFFF"/>
                </a:solidFill>
                <a:latin typeface="Arial"/>
              </a:rPr>
              <a:t>E, levantando-se seu senhor pela manhã, e abrindo as portas da casa, e saindo a seguir o seu caminho, eis que a mulher, sua concubina, jazia á porta da casa, com as mãos sobre o limiar.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19:28</a:t>
            </a:r>
          </a:p>
          <a:p>
            <a:pPr algn="ctr"/>
            <a:r>
              <a:rPr sz="4400">
                <a:solidFill>
                  <a:srgbClr val="FFFFFF"/>
                </a:solidFill>
                <a:latin typeface="Arial"/>
              </a:rPr>
              <a:t>E elle lhe disse: Levanta-te, e vamo-nos, porém não respondeu; então pôl-a sobre o jumento, e levantou-se o homem, e foi-se para o seu logar.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19:29</a:t>
            </a:r>
          </a:p>
          <a:p>
            <a:pPr algn="ctr"/>
            <a:r>
              <a:rPr sz="4400">
                <a:solidFill>
                  <a:srgbClr val="FFFFFF"/>
                </a:solidFill>
                <a:latin typeface="Arial"/>
              </a:rPr>
              <a:t>Chegando pois á sua casa, tomou um cutelo, e pegou na sua concubina, e a despedaçou com os seus ossos em doze partes: e enviou-as por todos os termos de Israel.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Juízes 19:30</a:t>
            </a:r>
          </a:p>
          <a:p>
            <a:pPr algn="ctr"/>
            <a:r>
              <a:rPr sz="4400">
                <a:solidFill>
                  <a:srgbClr val="FFFFFF"/>
                </a:solidFill>
                <a:latin typeface="Arial"/>
              </a:rPr>
              <a:t>E succedeu que cada um que tal via dizia: Nunca tal se fez, nem se viu desde o dia em que os filhos d'Israel subiram da terra do Egypto, até ao dia d'hoje: ponderae isto no coração, considerae, e fallae.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