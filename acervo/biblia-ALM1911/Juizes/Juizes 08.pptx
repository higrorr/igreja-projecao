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homens d'Ephraim lhes disseram: Que é isto que nos fizeste, que não nos chamas te, quando foste pelejar contra os midianitas? E contenderam com elle fortemente.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lhes disse: Que mais fiz eu agora do que vós? não são porventura os rabiscos d'Ephraim melhores do que a vindima d'Abiezer?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vos deu na vossa mão aos principes dos midianitas, Oreb e Zeeb; que mais pude eu logo fazer do que vós? então a sua ira se abrandou para com elle, quando fallou esta palavra.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Gideon veiu ao Jordão, passou com os trezentos homens que com elle estavam, já cançados, mas ainda perseguindo.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homens de Succoth: Dae, peço-vos, alguns pedaços de pão ao povo, que segue as minhas pisadas: porque estão cançados, e eu vou em alcance de Zebah e Salmuna, reis dos midianitas.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principes de Succoth disseram: Está já a palma da mão de Zebah e Salmuna na tua mão, para que demos pão ao teu exercito?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Gideon: Pois quando o Senhor dér na minha mão a Zebah e a Salmuna, trilharei a vossa carne com os espinhos do deserto, e com os abrolhos.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subiu a Penuel, e fallou-lhes da mesma maneira: e os homens de Penuel lhe responderam como os homens de Succoth lhe haviam respondido.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fallou aos homens de Penuel, dizendo: Quando eu voltar em paz, derribarei esta torre.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Estavam pois Zebah e Salmuna em Carcor, e os seus exercitos com elles, uns quinze mil homens, todos os que ficavam do exercito dos filhos do oriente: e os que cairam foram cento e vinte mil homens, que arrancavam a espada.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Gideon pelo caminho dos que habitavam em tendas, para o oriente de Nobah e Jogbehah: e feriu aquelle exercito, porquanto o exercito estava descuidado.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fugiram Zebah e Salmuna; porém elle os perseguiu, e tomou presos a ambos os reis dos midianitas a Zebah e a Salmuna, e afugentou a todo o exercito.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Voltando pois Gideon, filho de Joás, da peleja, antes do nascer do sol,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preso a um moço dos homens de Succoth, e lhe fez perguntas: o qual descreveu os principes de Succoth, e os seus anciãos, setenta e sete homens.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aos homens de Succoth, e disse: Vedes aqui a Zebah e a Salmuna, dos quaes desprezivelmente me deitastes em rosto, dizendo: Está já a palma da mão de Zebah e Salmuna na tua mão, para que dêmos pão aos teus homens, já cançados?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os anciãos d'aquella cidade, e os espinhos do deserto, e os abrolhos: e com elles ensinou aos homens de Succoth.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derribou a torre de Penuel, e matou os homens da cidade.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a Zebah e a Salmuna: Que homens eram os que matastes em Tabor? E disseram: Qual tu, taes eram elles; cada um ao parecer, como filhos d'um rei.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Meus irmãos eram, filhos de minha mãe: vive o Senhor, que, se os tivesseis deixado em vida, eu não vos mataria a vós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Jether, seu primogenito: Levanta-te, mata-os. Porém o mancebo não arrancou da sua espada, porque temia; porquanto ainda era mancebo.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Zebah e Salmuna: Levanta-te tu, e accommette-nos; porque, qual o homem, tal a sua valentia. Levantou-se pois Gideon, e matou a Zebah e a Salmuna, e tomou as lunetas, que estavam aos pescoços dos seus camelos.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homens de Israel disseram a Gideon: Domina sobre nós, tanto tu, como teu filho e o filho de teu filho: porquanto nos livraste da mão dos midianitas.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Gideon lhes disse: Sobre vós eu não dominarei, nem tão pouco meu filho sobre vós dominará: o Senhor sobre vós dominará.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mais Gideon: Uma petição vos farei: dae-me cada um de vós os pendentes do seu despojo (porque tinham pendentes de oiro, porquanto eram ishmaelitas).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elles: De boamente os daremos. E estenderam uma capa, e cada um d'elles deitou ali um pendente do seu despojo.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pezo dos pendentes d'oiro, que pediu, mil e setecentos siclos d'oiro, afóra as lunetas, e as cadeias, e os vestidos de purpura, que traziam os reis dos midianitas, e afóra as colleiras que os camelos traziam ao pescoço.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Gideon d'elle um ephod, e pôl-o na sua cidade, em Ophra; e todo o Israel fornicou ali após d'elle: e foi por tropeço a Gideon e á sua casa.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foram abatidos os midianitas diante dos filhos d'Israel, e nunca mais levantaram a sua cabeça: e socegou a terra quarenta annos nos dias de Gideon.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Jerubbaal, filho de Joás, e habitou em sua casa.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Gideon setenta filhos, que procederam da sua côxa: porque tinha muitas mulheres.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 concubina, que estava em Sichem, lhe pariu tambem um filho: e poz-lhe por nome Abimelech.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falleceu Gideon, filho de Joás, n'uma boa velhice: e foi sepultado no sepulchro de seu pae Joás, em Ophra dos abi-ezritas.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como Gideon falleceu, os filhos d'Israel se tornaram, e fornicaram após dos baalins: e pozeram a Baal-berith por deus.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se não lembraram do Senhor seu Deus, que os livrara da mão de todos os seus inimigos em redor.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usaram de beneficencia com a casa de Jerubbaal, a saber, de Gideon, conforme a todo o bem que elle usara com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