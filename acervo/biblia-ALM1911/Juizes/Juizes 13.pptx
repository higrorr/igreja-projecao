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13:1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filhos d'Israel tornaram a fazer o que parecia mal aos olhos do Senhor, e o Senhor os entregou na mão dos philisteos por quarenta annos.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13:2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havia um homem de Zora, da tribu de Dan, cujo nome era Manué: e sua mulher era esteril, e não paria.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13:3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anjo do Senhor appareceu a esta mulher, e disse-lhe: Eis que agora és esteril, e nunca tens parido; porém conceberás, e parirás um filho.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13:4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Agora, pois, guarda-te de que bebas vinho, ou bebida forte, ou comas coisa immunda.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13:5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eis que tu conceberás e parirás um filho sobre cuja cabeça não subirá navalha: porquanto o menino será nazireo de Deus desde o ventre: e elle começará a livrar a Israel da mão dos philisteos.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13:6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a mulher entrou, e fallou a seu marido, dizendo: Um homem de Deus veiu a mim, cuja vista era similhante á vista d'um anjo de Deus, terribilissima: e não lhe perguntei d'onde era, nem elle me disse o seu nome;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13:7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disse-me: Eis que tu conceberás e parirás um filho: agora pois não bebas vinho, nem bebida forte, e não comas coisa immunda; porque o menino será nazireo de Deus, desde o ventre até ao dia da sua morte.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13:8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Manué orou instantemente ao Senhor, e disse: Ah! Senhor meu, rogo-te que o homem de Deus, que enviaste, ainda venha para nós outra vez e nos ensine o que devemos fazer ao menino que ha de nascer.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13:9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Deus ouviu a voz de Manué: e o anjo de Deus veiu outra vez á mulher, e ella estava no campo, porém não estava com ella seu marido Manué.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13:10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Apressou-se pois a mulher, e correu, e noticiou-o a seu marido, e disse-lhe: Eis que aquelle homem que veiu a mim o outro dia me appareceu.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13:11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Manué levantou-se, e seguiu a sua mulher, e veiu áquelle homem, e disse-lhe: És tu aquelle homem que fallaste a esta mulher? E disse: Eu sou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13:12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Manué: Cumpram-se as tuas palavras: mas qual será o modo de viver e serviço do menino?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13:13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o anjo do Senhor a Manué: De tudo quanto eu disse á mulher se guardará ella.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13:14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tudo quanto procede da vide de vinho não comerá, nem vinho nem bebida forte beberá, nem coisa immunda comerá: tudo quanto lhe tenho ordenado guardará.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13:15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Manué disse ao anjo do Senhor: Ora deixa que te detenhamos, e te preparemos um cabrito.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13:16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o anjo do Senhor disse a Manué: Ainda que me detenhas, não comerei de teu pão; e se fizeres holocausto o offerecerás ao Senhor. Porque não sabia Manué que fosse o anjo do Senhor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13:17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Manué ao anjo do Senhor: Qual é o teu nome? para que, quando se cumprir a tua palavra, te honremos.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13:18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anjo do Senhor lhe disse: Porque perguntas assim pelo meu nome, visto que é maravilhoso?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13:19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Manué tomou um cabrito e uma offerta de manjares, e os offereceu sobre uma penha ao Senhor: e obrou o anjo maravilhosamente, vendo-o Manué e sua mulher.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13:20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que, subindo a chamma do altar para o céu, o anjo do Senhor subiu na chamma do altar: o que vendo Manué e sua mulher, cairam em terra sobre seus rostos.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13:21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nunca mais appareceu o anjo do Senhor a Manué, nem a sua mulher: então conheceu Manué que era o anjo do Senhor.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13:22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Manué a sua mulher: Certamente morreremos, porquanto temos visto a Deus.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13:23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sua mulher lhe disse: Se o Senhor nos quizera matar, não acceitaria da nossa mão o holocausto e a offerta de manjares, nem nos mostraria tudo isto, nem nos deixaria ouvir taes coisas n'este tempo.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13:24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pariu esta mulher um filho, e chamou o seu nome Sansão: e o menino cresceu, e o Senhor o abençoou.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13:25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espirito do Senhor o começou a impellir de quando em quando para o campo de Dan, entre Zora e Estaol.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