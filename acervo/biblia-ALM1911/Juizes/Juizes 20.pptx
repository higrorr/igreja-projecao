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todos os filhos d'Israel sairam, e a congregação se ajuntou, como se fôra um só homem, desde Dan até Berseba como tambem a terra de Gilead, ao Senhor em Mispah.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cantos de todo o povo se apresentaram de todas as tribus d'Israel na congregação do povo de Deus quatrocentos mil homens de pé que arrancavam a espada.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(Ouviram pois os filhos de Benjamin que os filhos d'Israel haviam subido a Mispah) E disseram os filhos de Israel: Fallae, como succedeu esta maldade?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o homem levita, marido da mulher que fôra morta, e disse: Cheguei com a minha concubina a Gibeah cidade de Benjamin, para passar a noite;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cidadãos de Gibeah se levantaram contra mim, e cercaram a casa de noite: intentaram matar-me, e violaram a minha concubina, de maneira que morreu.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peguei na minha concubina, e fil-a em pedaços, e a enviei por toda a terra da herança d'Israel: porquanto fizeram tal maleficio e loucura em Israel.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todos sois filhos d'Israel: dae aqui a vossa palavra e conselho.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 o povo se levantou como um só homem, dizendo: Nenhum de nós irá á sua tenda nem nenhum de nós se retirará á sua casa.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isto é o que faremos a Gibeah: procederemos contra ella por sorte.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tomaremos dez homens de cem de todas as tribus d'Israel, e cem de mil, e mil de dez mil, para tomarem mantimento para o povo: para que, vindo elles a Gibeah de Benjamin, lhe façam conforme a toda a loucura que tem feito em Israel.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ajuntaram-se contra esta cidade todos os homens d'Israel, alliados como um só homem.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tribus d'Israel enviaram homens por toda a tribu de Benjamin, dizendo: Que maldade é esta que se fez entre vós?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Dae-nos pois agora aquelles homens, filhos de Belial, que estão em Gibeah, para que os matemos, e tiremos d'Israel o mal: porém os filhos de Benjamin não quizeram ouvir a voz de seus irmãos, os filhos d'Israel.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os filhos de Benjamin se ajuntaram das cidades em Gibeah, para sairem a pelejar contra os filhos d'Israel.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contaram-se n'aquelle dia os filhos de Benjamin, das cidades, vinte e seis mil homens que arrancavam a espada, afóra os moradores de Gibeah, de que se contaram setecentos homens escolhidos.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 todo este povo havia setecentos homens escolhidos, canhotos, os quaes todos atiravam com a funda uma pedra a um cabello, e não erravam.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contaram-se dos homens d'Israel, afóra os de Benjamin, quatrocentos mil homens que arrancavam da espada, e todos elles homens de guerra.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levantaram-se os filhos d'Israel, e subiram a Beth-el, e perguntaram a Deus, e disseram: Quem d'entre nós subirá o primeiro a pelejar contra Benjamin? E disse o Senhor: Judah subirá primeiro.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Levantaram-se pois os filhos d'Israel pela manhã, e acamparam-se contra Gibeah.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homens d'Israel sairam á peleja contra Benjamin: e ordenaram os homens d'Israel contra elles a peleja ao pé de Gibeah.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filhos de Benjamin sairam de Gibeah, e derribaram por terra n'aquelle dia vinte e dois mil homens d'Israel.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esforçou-se o povo dos homens d'Israel, e tornaram a ordenar a peleja no logar onde no primeiro dia a tinham ordenado.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subiram os filhos d'Israel, e choraram perante o Senhor até á tarde, e perguntaram ao Senhor, dizendo: Tornar-me-hei a chegar á peleja contra os filhos de Benjamin, meu irmão? E disse o Senhor: Subi contra elle.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Chegaram-se pois os filhos d'Israel aos filhos de Benjamin, no dia seguinte.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os de Benjamin no dia seguinte lhes sairam ao encontro fóra de Gibeah, e derribaram ainda por terra mais dezoito mil homens, todos dos que arrancavam a espada.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todos os filhos de Israel, e todo o povo, subiram, e vieram a Beth-el, e choraram, e estiveram ali perante o Senhor, e jejuaram aquelle dia até á tarde: e offereceram holocaustos e offertas pacificas perante o Senhor.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d'Israel perguntaram ao Senhor (porquanto a arca do concerto de Deus estava ali n'aquelles dias;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Phineas, filho d'Eleazar, filho d'Aarão, estava perante elle n'aquelles dias), dizendo: Sairei ainda mais a pelejar contra os filhos de Benjamin, meu irmão, ou pararei? E disse o Senhor; Subi, que ámanhã eu t'o entregarei na mão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Israel poz emboscadas em redor de Gibeah.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subiram os filhos d'Israel ao terceiro dia contra os filhos de Benjamin, e ordenaram a peleja junto a Gibeah, como das outras vezes.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filhos de Benjamin sairam ao encontro do povo, e desviaram-se da cidade: e começaram a ferir alguns do povo, atravessando-os, como das outras vezes, pelos caminhos (um dos quaes sobe para Beth-el, e o outro para Gibeah pelo campo), alguns trinta dos homens d'Israel.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filhos de Benjamin disseram: Vão derrotados diante de nós como d'antes. Porém os filhos d'Israel disseram: Fujamos, e desviemol-os da cidade para os caminhos.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todos os homens de Israel se levantaram do seu logar, e ordenaram, a peleja em Baal-tamar: e a emboscada d'Israel saiu do seu logar, da caverna de Gibeah.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dez mil homens escolhidos de todo o Israel vieram contra Gibeah, e a peleja se engraveceu: porém elles não sabiam que o mal lhes tocaria.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feriu o Senhor a Benjamin diante d'Israel; e desfizeram os filhos d'Israel n'aquelle dia vinte e cinco mil e cem homens de Benjamin, todos dos que arrancavam espada.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viram os filhos de Benjamin que estavam feridos: porque os homens d'Israel deram logar aos benjamitas, porquanto estavam confiados na emboscada que haviam posto contra Gibeah.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emboscada se apressou, e accommetteu a Gibeah: e a emboscada arremetteu contra ella, e feriu ao fio da espada toda a cidade.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homens d'Israel tinham um signal determinado com a emboscada, que era quando fizessem levantar da cidade uma grande nuvem de fumo.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Viraram-se pois os homens d'Israel na peleja; e já Benjamin começava a ferir, dos homens de Israel, quasi trinta homens, atravessando-os, porque diziam: Já infallivelmente estão derrotados diante de nós, como na peleja passada.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nuvem de fumo se começou a levantar da cidade, como uma columna de fumo: e, virando-se Benjamin a olhar para traz de si, eis que o fumo da cidade subia ao céu.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homens d'Israel viraram os rostos, e os homens de Benjamin pasmaram; porque viram que o mal lhes tocaria.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viraram as costas diante dos homens d'Israel, para o caminho do deserto; porém a peleja os apertou; e os das cidades os desfizeram no meio d'elles.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cercaram a Benjamin, e o seguiram, e descancadamente o pisaram, até diante de Gibeah, para o nascente do sol.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cairam de Benjamin dezoito mil homens, todos estes sendo homens valentes.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viraram as costas, e fugiram para o deserto, á penha de Rimmon; rabiscaram ainda d'elles pelos caminhos uns cinco mil homens: e de perto os seguiram até Gideon, e feriram d'elles dois mil homens.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todos os que de Benjamin n'aquelle dia cairam vinte e cinco mil homens que arrancavam a espada, todos elles homens valentes.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seiscentos homens viraram as costas e fugiram para o deserto, á penha de Rimmon: e ficaram na penha de Rimmon quatro mezes.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20:48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homens d'Israel voltaram para os filhos de Benjamin, e os feriram ao fio da espada, desde os homens da cidade até aos animaes, até a tudo quanto se achava, como tambem a todas as cidades quantas se acharam pozeram a fogo.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