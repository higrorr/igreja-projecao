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homem da montanha d'Ephraim, cujo nome era Micah.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disse a sua mãe: As mil e cem moedas de prata que te foram tiradas, por cuja causa deitavas maldições, e tambem as disseste em meus ouvidos, eis que este dinheiro eu o tenho, eu o tomei. Então disse sua mãe: Bemdito seja meu filho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restituiu as mil e cem moedas de prata a sua mãe: porém sua mãe disse: Inteiramente tenho dedicado este dinheiro da minha mão ao Senhor para meu filho, para fazer uma imagem de esculptura e de fundição: de sorte que agora t'o tornarei a 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restituiu aquelle dinheiro a sua mãe: e sua mãe tomou duzentas moedas de prata, e as deu ao ourives, o qual fez d'ellas uma imagem de esculptura e de fundição, e esteve em casa de Micah.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este homem, Micah, uma casa de deuses: e fez um ephod e teraphins, e consagrou a um de seus filhos, para que lhe fosse por sacerdote.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não havia rei em Israel: cada qual fazia o que parecia direito aos seus olhos.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mancebo de Beth-lehem de Judah, da tribu de Judah, que era levita, e peregrinava 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homem partiu da cidade de Beth-lehem de Judah para peregrinar onde quer que achasse commodidade: chegando elle pois á montanha d'Ephraim, até á casa de Micah, seguindo o seu caminho.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Micah: D'onde vens? E elle lhe disse: Sou levita de Beth-lehem de Judah, e vou peregrinar onde quer que achar commodidade.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Micah: Fica commigo, e sê-me por pae e sacerdote; e cada anno te darei dez moedas de prata, e vestuario, e o teu sustento. E o levita entrou.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consentiu o levita em ficar com aquelle homem: e este mancebo lhe foi como um de seus filhos.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consagrou Micah ao levita, e aquelle mancebo lhe foi por sacerdote; e esteve em casa de Micah.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Micah: Agora sei que O Senhor me fará bem: porquanto tenho um levita por sacerdote.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