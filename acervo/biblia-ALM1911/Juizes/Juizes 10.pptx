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de Abimelech, se levantou, para livrar a Israel, Tola, filho de Puah, filho de Dodo, homem d'Issacar: e habitava em Samir, na montanha d'Ephraim.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julgou a Israel vinte e tres annos: e morreu, e foi sepultado em Samir.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d'elle se levantou Jair, gileadita, e julgou a Israel vinte e dois annos.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este trinta filhos, que cavalgavam sobre trinta jumentos; e tinham trinta cidades, a que chamaram Havoth-jair, até ao dia d'hoje; as quaes estão na terra de Gilead.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Jair, e foi sepultado em Camon.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tornaram os filhos de Israel a fazer o que parecia mal aos olhos do Senhor, e serviram aos baalins, e a Astaroth, e aos deuses da Syria, e aos deuses de Sidon, e aos deuses de Moab, e aos deuses dos filhos d'Ammon, e aos deuses dos philisteos: e deixaram ao Senhor, e não o serviram.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ira do Senhor se accendeu contra Israel: e vendeu-os em mão dos philisteos, e em mão dos filhos d'Ammon.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mesmo anno opprimiram e vexaram aos filhos de Israel: dezoito annos opprimiram a todos os filhos de Israel que estavam d'além do Jordão, na terra dos amorrheos, que está em Gilead.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os filhos d'Ammon passaram o Jordão, para pelejar tambem contra Judah, e contra Benjamin, e contra a casa d'Ephraim: de maneira que Israel ficou mui angustiado.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d'Israel clamaram ao Senhor, dizendo: Contra ti havemos peccado, em que deixámos a nosso Deus, e em que servimos aos baalins.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disse aos filhos de Israel: Porventura dos egypcios, e dos amorrheos, e dos filhos d'Ammon, e dos philisteos,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sidonios, e dos amalekitas, e dos maonitas, que vos opprimiam, quando a mim chamastes, não vos livrei eu então da sua mão?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vós me deixastes a mim, e servistes a outros deuses: pelo que não vos livrarei mais.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Andae, e clamae aos deuses que escolhestes: que vos livrem elles no tempo do vosso aperto.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filhos de Israel disseram ao Senhor: Peccámos, faze-nos conforme a tudo quanto te parecer bem aos teus olhos; tão sómente te rogamos que nos livres n'este dia.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tiraram os deuses alheios do meio de si, e serviram ao Senhor: então se angustiou a sua alma por causa do trabalho d'Israel.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d'Ammon se convocaram, e se pozeram em campo em Gilead: e tambem os de Israel se congregaram, e se pozeram em campo em Mispah.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povo, os principes de Gilead disseram uns aos outros: Quem será o varão que começará a pelejar contra os filhos d'Ammon? elle será por Cabeça de todos os moradores de Gilead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