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depois d'alguns dias, que na sega do trigo Sansão visitou a sua mulher com um cabrito, e disse: Entrarei na camara a minha mulher. Porém o pae d'ella não o deixou entrar.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disse seu pae: Por certo dizia eu que de todo a aborrecias: de sorte que a dei ao teu companheiro: porém não é sua irmã mais nova, mais formosa do que ella? toma-a pois em seu logar.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Sansão disse ácerca d'elles: Innocente sou esta vez para com os philisteos, quando lhes fizer algum 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Sansão, e tomou trezentas raposas: e, tomando tições, as virou cauda a cauda, e lhes poz um tição no meio de cada duas caudas.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fogo aos tições, e largou-as na seara dos philisteos: e assim abrazou os molhos com a sega do trigo, e as vinhas com os olivaes.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os philisteos: Quem fez isto? E disseram: Sansão, o genro do Timnatha, porque lhe tomou a sua mulher, e a deu a seu companheiro. Então subiram os philisteos, e queimaram a fogo a ella e a seu pae.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disse Sansão: Assim o haveis de fazer? pois havendo-me vingado eu de vós então cessarei.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feriu-os com grande ferimento, perna juntamente com côxa: e desceu, e habitou no cume da rocha d'Etam.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philisteos subiram, e acamparam-se contra Judah, e estenderam-se por Lechi,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os homens de Judah: Porque subistes contra nós? E elles disseram: Subimos para amarrar a Sansão, para lhe fazer a elle como elle nos fez a nós.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tres mil homens de Judah desceram até á cova da rocha d'Etam, e disseram a Sansão: Não sabias tu que os philisteos dominam sobre nós? porque pois nos fizeste isto? E elle lhes disse: Assim como elles me fizeram a mim, eu lhes fiz a elles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Descemos para te amarrar, para te entregar nas mãos dos philisteos. Então Sansão lhes disse: Jurae-me que vós mesmos me não accommettereis.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fallaram, dizendo: Não, mas fortemente te amarraremos, e te entregaremos na sua mão; porém de maneira nenhuma te mataremos. E amarraram-n'o com duas cordas novas e fizeram-n'o subir da rocha.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elle a Lechi, os philisteos lhe sairam ao encontro, jubilando: porém o espirito do Senhor possantemente se apossou d'elle, e as cordas que elle tinha nos braços se tornaram como fios de linho que se queimaram no fogo, e as suas amarraduras se desfizeram das suas mãos.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 uma queixada fresca d'um jumento, e estendeu a sua mão, e tomou-a, e feriu com ella mil homens,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Sansão: Com uma queixada de jumento um montão, dois montões; com uma queixada de jumento feri a mil homens.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acabando elle de fallar, lançou a queixada da sua mão: e chamou áquelle logar Ramath-lechi.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tivesse grande sede, clamou ao Senhor, e disse: Pela mão do teu servo tu déste esta grande salvação: morrerei eu pois agora de sede, e cairei na mão d'estes incircumcisos?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fendeu a caverna que estava em Lechi; e saiu d'ella agua, e bebeu; e o seu espirito tornou, e reviveu: pelo que chamou o seu nome: A fonte do que clama, que está em Lechi até ao dia d'hoje.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julgou a Israel, nos dias dos philisteos, vinte annos.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