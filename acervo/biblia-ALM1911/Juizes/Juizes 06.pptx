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de Israel fizeram o que parecia mal aos olhos do Senhor: e o Senhor os deu na mão dos midianitas por sete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prevalecendo a mão dos midianitas sobre Israel, fizeram os filhos de Israel para si, por causa dos midianitas, as covas que estão nos montes, e as cavernas e as fortificações.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succedia que, semeando Israel, subiram os midianitas e os amalekitas; e tambem os do oriente contra elle subiam.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punham-se contra elles em campo, e destruiram a novidade da terra, até chegarem a Gaza: e não deixavam mantimento em Israel, nem ovelhas, nem bois nem jumentos.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subiam com os seus gados e tendas; vinham como gafanhotos, em tanta multidão que não se podia contar, nem a elles nem aos seus camelos: e entravam na terra, para a destruir.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Israel empobreceu muito pela presença dos midianitas: então os filhos de Israel clamaram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clamando os filhos de Israel ao Senhor por causa dos midianitas,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o Senhor um homem propheta aos filhos de Israel, que lhes disse: Assim diz o Senhor, Deus de Israel: Do Egypto eu vos fiz subir, e vos tirei da casa da servidão;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livrei da mão dos egypcios, e da mão de todos quantos vos opprimiam; e os expelli de diante de vós, e a vós dei a sua terra;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disse: Eu sou o Senhor vosso Deus; não temaes aos deuses dos amorrheos, em cuja terra habitaes: mas não déstes ouvidos á minha voz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veiu, e assentou-se debaixo do carvalho que está em Ophra, que pertencia a Joás, abi-ezrita: e Gideon, seu filho, estava malhando o trigo no lagar, para o salvar dos midianitas.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lhe appareceu, e lhe disse: O Senhor é comtigo, varão valoroso.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Gideon lhe respondeu: Ai, senhor meu, se o Senhor é comnosco, porque tudo isto nos sobreveiu? e que é feito de todas as suas maravilhas que nossos paes nos contaram, dizendo: Não nos fez o Senhor subir do Egypto? porém agora o Senhor nos desamparou, e nos deu na mão dos midianitas.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olhou para elle, e disse: Vae n'esta tua força, e livrarás a Israel da mão dos midianitas: porventura não te enviei eu?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Ai, senhor meu, com que livrarei a Israel? eis-que o meu milheiro é o mais pobre em Manasseh, e eu o menor na casa de meu pae.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 disse: Porquanto eu hei de ser comtigo, tu ferirás aos midianitas como se fossem um só homem.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Se agora tenho achado graça aos teus olhos, dá-me um signal de que és o que comigo fallas.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Rogo-te que d'aqui te não apartes, até que eu venha a ti, e tire o meu presente, e o ponha perante ti. E disse: Eu esperarei até que voltes.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Gideon e preparou um cabrito e bolos asmos d'um epha de farinha; a carne poz n'um açafate e o caldo poz n'uma panella: e trouxe-lh'o até debaixo do carvalho, e lh'o apresentou.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anjo de Deus lhe disse: Toma a carne e os bolos asmos, e põe-os sobre esta penha e verte o caldo. E assim o fez.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estendeu a ponta do cajado, que estava na sua mão, e tocou a carne e os bolos asmos: então subiu fogo da penha, e consumiu a carne e os bolos asmos; e o anjo do Senhor desappareceu de seus olhos.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viu Gideon que era o anjo do Senhor: e disse Gideon: Ah, Senhor, Jehovah, que eu vi o anjo do Senhor face a face.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lhe disse: Paz seja comtigo; não temas: não morrerás.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Gideon edificou ali um altar ao Senhor, e lhe chamou, Senhor é paz: e ainda até ao dia d'hoje está em Ophra dos abi-ezritas.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n'aquella mesma noite, que o Senhor lhe disse: Toma o boi de teu pae, a saber, o segundo boi de sete annos: e derriba o altar de Baal, que é de teu pae; e corta o bosque que está ao pé d'elle.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 ao Senhor teu Deus um altar no cume d'este logar forte, n'um logar conveniente: e toma o segundo boi, e o offerecerás em holocausto com a lenha que cortares do bosque.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Gideon tomou dez homens d'entre os seus servos, e fez como o Senhor lhe dissera: e succedeu que, temendo elle a casa de seu pae, e os homens d'aquella cidade, não o fez de dia, mas fel-o de noite.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Levantando-se pois os homens d'aquella cidade de madrugada, eis que estava o altar de Baal derribado, e o bosque estava ao pé d'elle, cortado: e o segundo boi offerecido no altar de novo edificado.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uns aos outros disseram: Quem fez esta coisa? E, esquadrinhando, e inquirindo, disseram: Gideon, o filho de Joás, fez esta coisa.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d'aquella cidade disseram a Joás: Tira para fóra a teu filho, para que morra; pois derribou o altar de Baal, e cortou o bosque que estava ao pé d'elle.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Joás disse a todos os que se pozeram contra elle: Contendereis vós por Baal? livral-o-heis vós? qualquer que por elle contender ainda esta manhã será morto: se é deus, por si mesmo contenda; pois derribaram o seu altar.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n'aquelle dia lhe chamaram Jerubbaal, dizendo: Baal contenda contra elle, pois derribou o seu altar.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midianitas, e amalekitas, e os filhos do oriente se ajuntaram n'um corpo, e passaram, e pozeram o seu campo no valle de Jizreel.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do Senhor revestiu a Gideon, o qual tocou a buzina, e os abi-ezritas se convocaram após d'elle.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mensageiros por toda a tribu de Manasseh, e elle tambem se convocou após d'elle: tambem enviou mensageiros a Eser, e a Zebulon, e a Naphtali, e sairam-lhe ao encontro.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Gideon a Deus: Se has de livrar a Israel por minha mão, como tens dito,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porei um vello de lã na eira: se o orvalho estiver sómente no vello, e secura sobre toda a terra, então conhecerei que has de livrar a Israel por minha mão, como tens dito.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succedeu; porque ao outro dia se levantou de madrugada, e apertou o vello: e do orvalho do vello espremeu uma taça cheia d'agua.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Gideon a Deus: Não se accenda contra mim a tua ira, se ainda fallar só esta vez: rogo-te que só esta vez faça a prova com o vello; rogo-te que só no vello haja secura, e em toda a terra haja o orvalho.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assim o fez n'aquella noite: pois só no vello havia secura, e sobre toda a terra havia orvalho.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