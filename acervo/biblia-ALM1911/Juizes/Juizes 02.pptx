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o anjo do Senhor de Gilgal a Bochim, e disse: Do Egypto vos fiz subir, e vos trouxe á terra que a vossos paes tinha jurado e dito: Nunca invalidarei o meu concerto comvosco.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 vós, não fareis concerto com os moradores d'esta terra, antes derrubareis os seus altares: mas vós não obedecestes á minha voz. Porque fizestes isto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eu disso: Não os expellirei de diante de vós: antes estarão ás vossas ilhargas, e os seus deuses vos serão por laço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fallando o anjo do Senhor estas palavras a todos os filhos d'Israel, o povo levantou a sua voz e chorou.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chamaram áquelle logar, Bochim: e sacrificaram ali ao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havendo Josué despedido o povo, foram-se os filhos d'Israel, cada um á sua herdade, para possuirem 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serviu o povo ao Senhor todos os dias de Josué, e todos os dias dos anciãos que prolongaram os seus dias depois de Josué, e viram toda aquella grande obra do Senhor, que fizera a 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Falleceu porém Josué, filho de Nun, servo do Senhor, da edade de cento e dez annos;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sepultaram-o no termo da sua herdade, em Timnath-heres, no monte d'Ephraim, para o norte do monte de Gaas.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tambem congregada toda aquella geração a seus paes, e outra geração após d'elles se levantou, que não conhecia ao Senhor, nem tão pouco a obra, que fizera a Israel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fizeram os filhos de Israel o que parecia mal aos olhos do Senhor: e serviram os baalins.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deixaram ao Senhor Deus de seus paes, que os tirara da terra do Egypto, e foram-se após d'outros deuses, d'entre os deuses das gentes, que havia ao redor d'elles, e encurvaram-se a elles: e provocaram ao Senhor a ira.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deixaram ao Senhor: e serviram a Baal e a Astaroth.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 ira do Senhor se accendeu contra Israel, e os deu na mão dos roubadores, e os roubaram: e os entregou na mão dos seus inimigos ao redor: e não poderam mais estar em pé diante dos seus inimigos.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onde quer que sahiam, a mão do Senhor era contra elles para mal, como o Senhor tinha dito, e como o Senhor lh'o tinha jurado: e estavam em grande aperto.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 o Senhor juizes, que os livraram da mão dos que os roubaram.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tão pouco ouviram aos juizes, anteu fornicaram após outros deuses, e encurvaram-se a elles: depressa se desviaram do caminho, por onde andaram seus paes, ouvindo os mandamentos do Senhor; o que elles assim não fizeram.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 Senhor lhes levantava juizes, o Senhor era com o juiz, e os livrava da mão dos seus inimigos, todos os dias d'aquelle juiz; porquanto o Senhor se arrependia pelo seu gemido, por causa dos que os apertavam e opprimiam.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succedia que, fallecendo o juiz, tornavam e se corrompiam mais do que seus paes, andando após de outros deuses, servindo-os, e encurvando-se a elles: nada deixavam das suas obras, nem do seu duro caminho.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 ira do Senhor se accendeu contra Israel; e disse: Porquanto este povo traspassou o meu concerto, que tinha ordenado a seus paes, e não deram ouvidos á minha voz.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pouco desapossarei mais de diante d'elles a nenhuma das nações, que Josué deixou, morrendo;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por ellas provar a Israel, se houvessem de guardar o caminho do Senhor, para por elle andarem, como seus paes o guardaram, ou não.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Senhor deixou ficar aquellas nações, e não as desterrou logo, nem as entregou na mão de Josué.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