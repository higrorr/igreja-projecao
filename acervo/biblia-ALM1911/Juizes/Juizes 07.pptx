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Jerubbaal (que é Gideon) se levantou de madrugada, e todo o povo que com elle havia, e se acamparam junto á fonte d'Harod; de maneira que tinha o arraial dos midianitas para o norte, pelo outeiro de Moreh no valle.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Senhor a Gideon: Muito é o povo que está comtigo, para eu dar aos midianitas em sua mão; a fim de que Israel se não glorie contra mim, dizendo: A minha mão me livrou.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 apregoa aos ouvidos do povo, dizendo: Quem fôr cobarde e medroso, volte, e vá-se apressadamente das montanhas de Gilead. Então voltaram do povo vinte e dois mil, e dez mil ficaram.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Senhor a Gideon: Ainda muito povo ha; faze-os descer ás aguas, e ali t'os provarei: e será que, d'aquelle de que eu te disser: Este irá comtigo, esse comtigo irá; porém de todo aquelle, de que eu te disser: Este não irá comtigo, esse não irá.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descer o povo ás aguas. Então o Senhor disse a Gideon: Qualquer que lamber as aguas com a sua lingua, como as lambe o cão, esse porás á parte; como tambem a todo aquelle que se abaixar de joelhos a beber.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 o numero dos que lamberam, levando a mão á bocca, trezentos homens; e todo o resto do povo se abaixou de joelhos a beber as aguas.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Senhor a Gideon: Com estes trezentos homens que lamberam as aguas vos livrarei, e darei os midianitas na tua mão; pelo que toda a outra gente se vá cada um ao seu logar.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povo tomou na sua mão a provisão e as suas buzinas, e enviou a todos os outros homens de Israel cada um á sua tenda, porém os trezentos homens reteve: e estava o arraial dos midianitas abaixo no valle.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n'aquella mesma noite, o Senhor lhe disse: Levanta-te, e desce ao arraial, porque o tenho dado na tua mão.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ainda temes descer, desce tu e teu moço Pura ao arraial;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ouvirás o que dizem, e então se esforçarão as tuas mãos e descerás ao arraial. Então desceu elle com o seu moço Pura até ao extremo das sentinellas que estavam no arraial.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midianitas, e amalekitas, e todos os filhos do oriente jaziam no valle como gafanhotos em multidão: e eram innumeraveis os seus camelos, como a areia que ha na praia do mar em multidão.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Chegando pois Gideon, eis que estava contando um homem ao seu companheiro um sonho, e dizia: Eis que um sonho sonhei, eis que um pão de cevada torrado rodava pelo arraial dos midianitas, e chegava até ás tendas, e as feriu, e cairam, e as transtornou de cima para baixo; e ficaram abatidas.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respondeu o seu companheiro, e disse: Não é isto outra coisa, senão a espada de Gideon, filho de Joás, varão israelita. Deus tem dado na sua mão aos midianitas, e a todo este arraial.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ouvindo Gideon a narração d'este sonho, e a sua explicação, adorou: e tornou ao arraial de Israel, e disse: Levantae-vos, porque o Senhor tem dado o arraial dos midianitas nas vossas mãos.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repartiu os trezentos homens em tres esquadrões: e deu-lhes a cada um nas suas mãos buzinas, e cantaros vasios, com tochas n'elles accesas.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7:17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disse-lhes: Olhae para mim e fazei como eu fizer: e eis que chegando eu ao extremo do arraial, será que, como eu fizer, assim fareis vós.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7:18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Tocando eu e todos os que comigo estiverem a buzina, então tambem vós tocareis a buzina ao redor de todo o arraial, e direis: Pelo Senhor, e Gideon.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7:19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Chegou pois Gideon, e os cem homens que com elle iam, ao extremo do arraial, ao principio da guarda da meia noite, havendo-se já posto as guardas: e tocaram as buzinas, e partiram os cantaros, que tinham nas mãos.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7:20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tocaram os tres esquadrões as buzinas, e partiram os cantaros; e tinham nas suas mãos esquerdas as tochas accesas, e nas suas mãos direitas as buzinas, que tocavam: e exclamaram: Espada do Senhor, e de Gideon.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7:21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ficou-se cada um no seu logar ao redor do arraial: então todo o exercito deitou a correr, e, gritando, fugiram.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7:22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Tocando pois os trezentos as buzinas, o Senhor tornou a espada d'um contra o outro, e isto em todo o arraial: e o exercito fugiu para Zererath, até Beth-sitta até aos limites de Abel-mehola, acima de Tabbath.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7:23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os homens de Israel, de Naphtali, e d'Aser e de todo o Manasseh foram convocados, e perseguiram aos midianitas.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7:24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Gideon enviou mensageiros a todas as montanhas d'Ephraim, dizendo: Descei ao encontro dos midianitas, e tomae-lhes as aguas até Beth-bara, a saber, o Jordão. Convocados pois todos os homens d'Ephraim, tomaram-lhes as aguas até Beth-bara e o Jordão.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7:25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prenderam a dois principes dos midianitas, a Oreb e a Zeeb; e mataram a Oreb na penha d'Oreb, e a Zeeb mataram no lagar de Zeeb, e perseguiram aos midianitas: e trouxeram as cabeças d'Oreb e de Zeeb a Gideon, d'além do Jordão.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