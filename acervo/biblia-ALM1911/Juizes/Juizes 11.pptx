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Era então Jefthe, o gileadita, valente e valoroso, porém filho d'uma prostituta: mas Gilead gerara a Jefthe.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Tambem a mulher de Gilead lhe pariu filhos, e, sendo os filhos d'esta mulher já grandes, expelliram a Jefthe, e lhe disseram: Não herdarás em casa de nosso pae, porque és filho d'outra mulher.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Jefthe fugiu de diante de seus irmãos, e habitou na terra de Tob: e homens levianos se ajuntaram com Jefthe, e sahiam com elle.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depois d'alguns dias, os filhos d'Ammon pelejaram contra Israel.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Aconteceu pois que, como os filhos d'Ammon pelejassem contra Israel, foram os anciãos de Gilead buscar a Jefthe da terra de Tob.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a Jefthe: Vem, e sê-nos por Cabeça: para que combatamos contra os filhos d'Ammon.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Jefthe disse aos anciãos de Gilead: Porventura não me aborrecestes a mim, e não me expellistes da casa de meu pae? porque pois agora viestes a mim, quando estaes em aperto?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os anciãos de Gilead a Jefthe: Por isso tornamos a ti, para que venhas comnosco, e combatas contra os filhos d'Ammon: e nos sejas por Cabeça sobre todos os moradores de Gilead.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Jefthe disse aos anciãos de Gilead: Se me tornardes a levar para combater contra os filhos d'Ammon, e o Senhor m'os dér diante de mim, então eu vos serei por Cabeça?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disseram os anciãos de Gilead a Jefthe: O Senhor será testemunha entre nós, e assim o faremos conforme á tua palavra.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Jefthe foi-se com os anciãos de Gilead, e o povo o poz por Cabeça e principe sobre si: e Jefthe fallou todas as suas palavras perante o Senhor em Mispah.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enviou Jefthe mensageiros ao rei dos filhos d'Ammon, dizendo: Que ha entre mim e ti, que vieste a mim a pelejar contra a minha terra?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rei dos filhos de Ammon aos mensageiros de Jefthe: Porquanto, saindo Israel do Egypto, tomou a minha terra, desde Arnon até Jabbok, e ainda até ao Jordão: torna-m'a pois agora em paz.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Jefthe proseguiu ainda em enviar mensageiros ao rei dos filhos d'Ammon,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Dizendo-lhe: Assim diz Jefthe: Israel não tomou, nem a terra dos moabitas nem a terra dos filhos d'Ammon;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subindo Israel do Egypto, andou pelo deserto até ao Mar Vermelho, e chegou até Cades.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Israel enviou mensageiros ao rei dos edomitas, dizendo: Rogo-te que me deixes passar pela tua terra. Porém o rei dos edomitas não lhe deu ouvidos; enviou tambem ao rei dos moabitas, o qual tambem não quiz: e assim Israel ficou em Cades.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andou pelo deserto, e rodeou a terra dos edomitas e a terra dos moabitas, e veiu do nascente do sol á terra dos moabitas, e alojaram-se d'além d'Arnon; porém não entraram nos limites dos moabitas, porque Arnon é limite dos moabitas.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Israel enviou mensageiros a Sehon, rei dos amorrheos, rei de Hesbon: e disse-lhe Israel: Deixa-nos, peço-te, passar pela tua terra até ao meu logar.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Sehon não se fiou d'Israel para este passar nos seus limites; antes Sehon ajuntou todo o seu povo, e se acamparam em Jasa, e combateu contra Israel.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Deus d'Israel deu a Sehon com todo o seu povo na mão d'Israel, e os feriram: e Israel tomou por herança toda a terra dos amorrheos que habitavam n'aquella terra.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por herança tomaram todos os limites dos anciãos, desde Arnon até Jabbok, e desde o deserto até ao Jordão.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Senhor Deus d'Israel desapossou os amorrheos de diante do seu povo d'Israel: e os possuirias tu?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possuirias tu aquelle que Camos, teu deus, desapossasse de diante de ti? assim possuiremos nós todos quantos o Senhor nosso Deus desapossar de diante de nós.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és tu ainda melhor do que Balac, filho de Zippor, rei dos moabitas? porventura contendeu elle em algum tempo com Israel, ou pelejou alguma vez contra elles?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Emquanto Israel habitou trezentos annos em Hesbon e nas suas villas, e em Aroer e nas suas villas, em todas as cidades que estão ao longo d'Arnon, porque o não recuperastes n'aquelle tempo?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Tão pouco pequei eu contra ti! porém tu usas mal comigo em pelejar contra mim: o Senhor, que é juiz, julgue hoje entre os filhos d'Israel e entre os filhos de Ammon.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rei dos filhos d'Ammon não deu ouvidos ás palavras de Jefthe, que lhe enviou.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espirito do Senhor veiu sobre Jefthe, e atravessou elle por Gilead e Manasseh: porque passou até Mispah de Gilead, e de Mispah de Gilead passou até aos filhos d'Ammon.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Jefthe votou um voto ao Senhor, e disse: Se totalmente deres os filhos d'Ammon na minha mão,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Aquillo que, saindo da porta de minha casa, me sair ao encontro, voltando eu dos filhos d'Ammon em paz, isso será do Senhor, e o offerecerei em holocausto.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Jefthe passou aos filhos d'Ammon, a combater contra elles: e o Senhor os deu na sua mão.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feriu com grande mortandade, desde Aroer até chegar a Minnith, vinte cidades, e até Abel-keramim; assim foram subjugados os filhos d'Ammon diante dos filhos d'Israel.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 pois Jefthe a Mispah, á sua casa, eis que a sua filha lhe saiu ao encontro com adufes e com danças: e era ella só a unica; não tinha outro filho nem filha.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quando a viu, rasgou os seus vestidos, e disse: Ah! filha minha, muito me abateste, e és d'entre os que me turbam! porque eu abri a minha bocca ao Senhor, e não tornarei atraz.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 lhe disse: Pae meu, abriste tu a tua bocca ao Senhor, faze de mim como saiu da tua bocca: pois o Senhor te vingou dos teus inimigos, os filhos d'Ammon.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 mais a seu pae: Faça-se-me isto: deixa-me por dois mezes que vá, e desça pelos montes, e chore a minha virgindade, eu e as minhas companheiras.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elle: Vae. E deixou-a ir por dois mezes: então foi-se ella com as suas companheiras, e chorou a sua virgindade pelos montes.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ao fim de dois mezes, tornou ella para seu pae, o qual cumpriu n'ella o seu voto que tinha votado: e ella não conheceu varão; e d'aqui veiu o costume d'Israel,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Juízes 11:40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as filhas d'Israel iam de anno em anno a lamentar a filha de Jefthe, o gileadita, por quatro dias no anno.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