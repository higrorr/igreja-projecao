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filhos d'Israel tornaram a fazer o que parecia mal aos olhos do Senhor, depois de fallecer Ehud.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vendeu-os o Senhor em mão de Jabin, rei de Canaan, que reinava em Hazor: e Sisera era o capitão do seu exercito, o qual então habitava em Haroseth dos gentios.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filhos d'Israel clamaram ao Senhor, porquanto elle tinha novecentos carros ferrados, e vinte annos opprimia os filhos d'Israel violentamente.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Debora, mulher prophetiza, mulher de Lappidoth, julgava a Israel n'aquelle tempo.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habitava debaixo das palmeiras de Debora, entre Rama e Beth-el, nas montanhas d'Ephraim: e os filhos d'Israel subiam a ella a juizo.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enviou, e chamou a Barac, filho de Abinoam de Kedes de Naphtali, e disse-lhe: Porventura o Senhor Deus d'Israel não deu ordem, dizendo: Vae, e attrahe gente ao monte de Tabor, e toma comtigo dez mil homens dos filhos de Naphtali e dos filhos de Zebulon?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attrahirei a ti para o ribeiro de Kison a Sisera, capitão do exercito de Jabin, com os seus carros, e com a sua multidão: e o darei na tua mão.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 Barac: Se fôres comigo, irei: porém, se não fôres comigo, não irei.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ella: Certamente irei comtigo, porém não será tua a honra pelo caminho que levas; pois á mão de uma mulher o Senhor venderá a Sisera. E Debora se levantou, e partiu com Barac para Kedes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Barac convocou a Zebulon e a Naphtali em Kedes, e subiu com dez mil homens após de si: e Debora subiu com elle,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Heber, keneo, se tinha apartado dos keneos, dos filhos de Hobab, sogro de Moysés: e tinha estendido as suas tendas até ao carvalho de Saanaim, que está junto a Kedes.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annunciaram a Sisera que Barac, filho de Abinoam, tinha subido ao monte de Tabor.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Sisera convocou todos os seus carros, novecentos carros ferrados, e todo o povo que estava com elle, desde Haroseth dos gentios até ao ribeiro de Kison.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Debora a Barac: Levanta-te; porque este é o dia em que o Senhor tem dado a Sisera na tua mão: porventura o Senhor não saiu diante de ti? Barac pois desceu do monte de Tabor, e dez mil homens após d'elle.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derrotou a Sisera, e a todos os seus carros, e a todo o seu exercito ao fio da espada, diante de Barac: e Sisera desceu do carro, e fugiu a pé.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Barac os seguiu após dos carros, e após do exercito, até Haroseth dos gentios: e todo o exercito de Sisera caiu ao fio da espada, até não ficar um só.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Sisera fugiu a pé á tenda de Jael, mulher de Heber, keneo: porquanto havia paz entre Jabin, rei de Hazor, e a casa de Heber, keneo.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Jael saiu ao encontro de Sisera, e disse-lhe: Retira-te, senhor meu, retira-te a mim, não temas. Retirou-se a ella á tenda, e cobriu-o com uma coberta.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lhe disse: Dá-me, peço-te, de beber uma pouca d'agua; porque tenho sede. Então ella abriu um odre de leite, e deu-lhe de beber, e o cobriu.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Põe-te á porta da tenda; e ha de ser que se alguem vier, e te perguntar, e disser: Ha aqui alguem? responde tu então: Não.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Jael, mulher d'Heber, tomou uma estaca da tenda, e lançou mão d'um martello, e foi-se mansamente a elle, e lhe cravou a estaca na fonte, e a pregou na terra, estando elle porém carregado d'um profundo somno, e já cançado; e assim morreu.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que, seguindo Barac a Sisera, Jael lhe saiu ao encontro, e disse-lhe: Vem, e mostrar-te-hei o homem que buscas. E veiu a ella, e eis-que Sisera jazia morto, e a estaca na fonte.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Deus n'aquelle dia sujeitou a Jabin, rei de Canaan, diante dos filhos de Israel.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continuou a mão dos filhos de Israel a proseguir e endurecer-se sobre Jabin, rei de Canaan: até que exterminaram a Jabin, rei de Canaan.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