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convocaram os homens d'Ephraim, e passaram para o norte, e disseram a Jefthe: Porque passaste a combater contra os filhos d'Ammon, e não nos chamaste para ir comtigo? queimaremos a fogo a tua casa comtigo.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Jefthe lhes disse: Eu e o meu povo tivemos grande contenda com os filhos d'Ammon: e chamei-vos, e não me livrastes da sua mão;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 eu que me não livraveis, puz a minha alma na minha mão, e passei aos filhos de Ammon, e o Senhor m'os entregou nas mãos: porque pois subistes vós hoje contra mim, para combater contra mim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ajuntou Jefthe a todos os homens de Gilead, e combateu com Ephraim: e os homens de Gilead feriram a Ephraim; porque, estando os gileaditas entre Ephraim e Manasseh, disseram: Fugitivos sois d'Ephraim.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tomaram os gileaditas aos ephraimitas os váos do Jordão: e succedeu que, quando os fugitivos d'Ephraim diziam: Passarei; então os homens de Gilead lhes diziam: Es tu ephratita? E dizendo elle: Não;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 diziam: Dize pois, Shibboleth; porém elle dizia: Sibboleth, porque o não podia pronunciar assim bem: então pegavam d'elle, e o degolavam aos váos do Jordão: e cairam de Ephraim n'aquelle tempo quarenta e dois mil.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Jefthe julgou a Israel seis annos: e Jefthe, o gileadita, falleceu, e foi sepultado nas cidades de Gilead.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d'elle julgou a Israel Ebsan de Beth-lehem.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tinha este trinta filhos; e enviou fóra a trinta filhas; e trinta filhas trouxe de fóra para seus filhos: e julgou a Israel sete annos.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falleceu Ebsan, e foi sepultado em Beth-lehem.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d'elle julgou a Israel Elon, o zebulonita: e julgou a Israel dez annos.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falleceu Elon, o zebulonita, e foi sepultado em Ayalon, na terra de Zebulon.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d'elle julgou a Israel Abdon, filho d'Hillel, o pirhathonita.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tinha este quarenta filhos, e trinta filhos de filhos, que cavalgavam sobre setenta jumentos: e julgou a Israel oito annos.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falleceu Abdon, filho d'Hillel, o pirathonita: e foi sepultado em Pirathon, na terra de Ephraim, no monte do amalekita.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