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cantou Debora e Barac, filho de Abinoam, n'aquelle mesmo dia,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os chefes se pozeram á frente em Israel, porquanto o povo se offereceu voluntariamente, louvae ao Senhor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reis; dae ouvidos, principes: eu, eu cantarei ao Senhor; psalmodiarei ao Senhor Deus de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saindo tu de Seir, caminhando tu desde o campo de Edon, a terra estremeceu; até os céus gotejaram: até as nuvens gotejaram aguas.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se derreteram diante do Senhor, e até Sinai diante do Senhor Deus de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dias de Samgar, filho d'Anath, nos dias de Jael cessaram os caminhos de se percorrerem: e os que andavam por veredas iam por caminhos torcidos.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Cessaram as aldeias em Israel, cessaram: até que eu, Debora, me levantei, por mãe em Israel me levantei.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escolhia deuses novos, logo a guerra estava ás portas: via-se por isso escudo ou lança entre quarenta mil em Israel?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é para os legisladores de Israel, que voluntariamente se offereceram entre o povo; louvae ao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os que cavalgaes sobre jumentas brancas, que vos assentaes em juizo, e que andaes pelo caminho, fallae d'isto.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D'onde se ouve o estrondo dos frecheiros, entre os logares onde se tiram aguas, ali fallae das justiças do Senhor, das justiças que fez ás suas aldeias em Israel: então o povo do Senhor descia ás portas.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Desperta, desperta, Debora, desperta, desperta, entôa um cantico: levanta-te, Barac, e leva presos a teus prisioneiros, tu, filho d'Abinoam.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fez dominar sobre os magnificos entre o povo aos que ficaram de resto: fez-me o Senhor dominar sobre os valentes.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Ephraim saiu a sua raiz contra Amalek: e apoz de ti vinha Benjamin d'entre os teus povos: de Machir e Zebulon desceram os legisladores, passando com o cajado do escriba.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principaes de Issacar, foram com Debora; e como Issacar, assim tambem Barac, foi enviado a pé para o valle: nas correntes de Ruben foram grandes as resoluções do coração.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ficaste tu entre os curraes para ouvires os balidos dos rebanhos? nas correntes de Ruben tiveram grandes esquadrinhações do coração.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Gilead se ficou d'além do Jordão, e Dan porque se deteve em navios? Aser se assentou nos portos do mar, e ficou nas suas ruinas.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Zebulon é um povo que expoz a sua vida á morte, como tambem Naphtali, nas alturas do campo.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Vieram reis, pelejaram: então pelejaram os reis de Canaan em Thaanak, junto ás aguas de Megiddo: não tomaram ganho de prata.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os céus pelejaram: até as estrellas desde os logares dos seus cursos pelejaram contra Sisera.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ribeiro de Kison os arrastou, aquelle antigo ribeiro, o ribeiro de Kison. Pisaste, ó alma minha, a força.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as unhas dos cavallos se despedaçaram: pelo galopar, o galopar dos seus valentes.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Amaldiçoae a Meroz, diz o anjo do Senhor, acremente amaldiçoae aos seus moradores: porquanto não vieram ao soccorro do Senhor, ao soccorro do Senhor com os valorosos.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Bemdita seja sobre as mulheres Jael, mulher d'Heber, o keneo: bemdita seja sobre as mulheres nas tendas.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Agua pediu elle, leite lhe deu ella: em taça de principes lhe offereceu manteiga.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estaca estendeu a sua mão esquerda, e ao maço dos trabalhadores a sua direita: e matou a Sisera, e rachou-lhe a cabeça, quando lhe pregou e atravessou as fontes.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seus pés se en curvou, caiu, ficou estirado: entre os seus pés se encurvou caiu: onde se encurvou ali ficou abatido.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mãe de Sisera olhava pela janella, e exclamava pela grade: Porque tarda em vir o seu carro? porque se demoram os passos dos seus carros?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mais sabias das suas damas responderam; e até ella se respondia a si mesmo: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achariam e repartiriam despojos? uma ou duas moças a cada homem? para Sisera despojos de varias côres, despojos de varias côres de bordados; de varias cores bordadas de ambas as bandas, para os pescoços do despojo?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ó Senhor, pereçam todos os teus inimigos! porém os que o amam sejam como o sol quando sae na sua força. E socegou a terra quarenta annos.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