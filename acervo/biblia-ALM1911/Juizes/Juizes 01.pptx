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depois da morte de Josué, que os filhos de Israel perguntaram ao Senhor, dizendo: Quem d'entre nós primeiro subirá aos cananeos, para pelejar contra elles?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Judah subirá: eis que lhe dei esta terra na sua mão.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Judah a Simeão, seu irmão: Sobe commigo á minha sorte, e pelejemos contra os cananeos, e tambem eu comtigo subirei á tua sorte. E Simeão partiu com 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Judah, e o Senhor lhe deu na sua mão os cananeos e os pherezeos: e feriram d'elles em Bezek a dez mil homens.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acharam a Adoni-bezek em Bezek, e pelejaram contra elle: e feriram aos cananeos e aos pherezeos.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Adoni-bezek fugiu, e o seguiram, e o prenderam, e lhe cortaram os dedos pollegares das mãos e dos pés.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Adoni-bezek: Setenta reis com os dedos pollegares das mãos e dos pés cortados apanhavam as migalhas debaixo da minha mesa: assim como eu fiz, assim Deus me pagou. E o trouxeram a Jerusalem, e morreu ali.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filhos de Judah pelejaram contra Jerusalem, e a tomaram, e a feriram ao fio da espada: e a cidade pozeram a fogo.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os filhos de Judah desceram a pelejar contra os cananeos que habitavam nas montanhas, e no sul, e nas planicies.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partiu Judah contra os cananeos que habitavam em Hebron (era porém d'antes o nome de Hebron Quiriath-arba): e feriram a Sesai, e a Ahiman e a Talmai.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partiu contra os moradores de Debir: e era d'antes o nome de Debir Quiriath-sepher.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Caleb: Quem ferir a Quiriath-sepher, e a tomar, lhe darei a minha filha Acsa por mulher.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tomou-a Othniel, filho de Kenaz, o irmão de Caleb, mais novo do que elle: e Caleb lhe deu a sua filha Acsa por mulher.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vindo ella a elle, o persuadiu que pedisse um campo a seu pae; e ella se apeou do jumento, saltando: e Caleb lhe disse: Que é o que tens?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lhe disse: Dá-me uma benção; pois me déste uma terra secca, dá-me tambem fontes de aguas. E Caleb lhe deu as fontes superiores e as fontes inferiores.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filhos do Keneo, sogro de Moysés, subiram da cidade das palmeiras com os filhos de Judah ao deserto de Judah, que está ao sul de Arad: e foram, e habitaram com o povo.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Foi-se pois Judah com Simeão, seu irmão, e feriram aos cananeos que habitavam em Zephath: e totalmente a destruiram, e chamaram o nome d'esta cidade Horma.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mais Judah a Gaza com o seu termo, e a Ascalon com o seu termo, e a Ecron com o seu termo.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Senhor com Judah, e despovoou as montanhas: porém não expelliu aos moradores do valle, porquanto tinham carros ferrados.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Hebron a Caleb, como Moysés o dissera: e d'ali expelliu os tres filhos d'Enak.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filhos de Benjamin não expelliram os jebuseos que habitavam em Jerusalem: antes os jebuseos habitaram com os filhos de Benjamin em Jerusalem, até ao dia d'hoje.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tambem a casa de José a Beth-el, e foi o Senhor com elles.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a casa de José espiar a Beth-el: e foi d'antes o nome d'esta cidade Luz.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viram os espias a um homem, que sahia da cidade, e lhe disseram: Ora mostra-nos a entrada da cidade, e usaremos comtigo de beneficencia.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mostrando-lhes elle a entrada da cidade, feriram a cidade ao fio da espada: porém áquelle homem e a toda a sua familia deixaram 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 homem foi-se á terra dos hetheos, e edificou uma cidade, e chamou o seu nome Luz; este é o seu nome até ao dia d'hoje.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Manasseh expelliu os habitantes de Beth-sean, nem dos logares da sua jurisdicção; nem a Taanach, com os logares da sua jurisdicção; nem aos moradores de Dor, com os logares da sua jurisdicção; nem aos moradores de Ibleam, com os logares da sua jurisdicção; nem aos moradores de Megiddo, com os logares da sua jurisdicção: e quizeram os cananeos habitar na mesma terra.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quando Israel cobrou mais forças, fez dos cananeos tributarios: porém não os expelliu de todo.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pouco expelliu Ephraim aos cananeos que habitavam em Gezer: antes os cananeos habitavam no meio d'elle, em Gezer.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pouco expelliu Zebulon aos moradores de Kitron, nem aos moradores de Nahalol: porém os cananeos habitavam no meio d'elle, e foram tributarios.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pouco Aser expelliu aos moradores d'Acco, nem aos moradores de Sidon: como nem a Acbal, nem a Acsih, nem a Chelba, nem a Aphik, nem a Recob;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aseritas habitaram no meio dos cananeos que habitavam na terra: porquanto os não expelliram.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pouco Naphtali expelliu aos moradores de Beth-semes, nem aos moradores de Beth-anath; mas habitou no meio dos cananeos que habitavam na terra: porém lhes foram tributarios os moradores de Beth-semes e Beth-anath.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apertaram os amorrheos aos filhos de Dan até ás montanhas: porque nem os deixavam descer ao valle.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amorrheos quizeram habitar nas montanhas de Heres, em Ajalon e em Saalbim: porém prevaleceu a mão da casa de José, e ficaram tributarios.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termo dos amorrheos desde a subida d'Akrabbim: desde a penha, e d'ali para cima.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