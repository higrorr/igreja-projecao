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pois são as nações, que o Senhor deixou ficar, para por ellas provar a Israel, a saber, a todos os que não sabiam de todas as guerras de Canaan,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sómente para que as gerações dos filhos d'Israel d'ellas soubessem (para lhes ensinar a guerra), pelo menos os que d'antes não sabiam d'ellas: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Cinco principes dos philisteos, e todos os cananeos, e sidonios, e heveos, que habitavam nas montanhas do Libano, desde o monte de Baal-hermon, até á entrada d'Hamath.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pois ficaram, para por elles provar a Israel, para saber se dariam ouvidos aos mandamentos do Senhor, que tinha ordenado a seus paes, pelo ministerio de Moysés.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Habitando pois os filhos de Israel no meio dos cananeos, dos hetheos, e amorrheos, e pherezeos, e heveos, e jebuseos,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Tomaram de suas filhas para si por mulheres, e deram aos filhos d'elles as suas filhas; e serviram a seus deuses.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Israel fizeram o que parecia mal aos olhos do Senhor, e se esqueceram do Senhor seu Deus: e serviram aos baalins e a Astaroth.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ira do Senhor se accendeu contra Israel, e elle os vendeu em mão de Cusan-risathaim, rei de Mesopotamia: e os filhos d'Israel serviram a Cusan-risathaim oito annos.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d'Israel clamaram ao Senhor, e o Senhor levantou aos filhos d'Israel um libertador, e os libertou, a Othniel, filho de Kenaz, irmão de Caleb, mais novo do que 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sobre elle o Espirito do Senhor, e julgou a Israel, e saiu á peleja; e o Senhor deu na sua mão a Cusan-risathaim, rei da Syria; e a sua mão prevaleceu contra Cusan-risathaim.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terra socegou quarenta annos; e Othniel, filho de Kenaz, falleceu.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filhos d'Israel tornaram a fazer o que parecia mal aos olhos do Senhor: então o Senhor esforçou a Eglon, rei dos moabitas, contra Israel: porquanto fizeram o que parecia mal aos olhos do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ajuntou comsigo aos filhos d'Ammon e aos amalekitas, e foi, e feriu a Israel, e tomaram a cidade das palmeiras.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d'Israel serviram a Eglon, rei dos moabitas, dezoito annos.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filhos d'Israel clamaram ao Senhor, e o Senhor lhes levantou um libertador, a Ehud, filho de Gera, filho de Jemini, homem canhoto. E os filhos d'Israel enviaram pela sua mão um presente a Eglon, rei dos moabitas.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Ehud fez uma espada de dois fios, do comprimento de um covado: e cingiu-a por debaixo dos seus vestidos, á sua côxa direita.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levou aquelle presente a Eglon, rei dos moabitas; e era Eglon homem mui gordo.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acabando de entregar o presente, despediu a gente que trouxera o presente.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voltou das imagens de esculptura que estão ao pé de Gilgal, e disse: Tenho uma palavra secreta para ti, ó rei. O qual disse: Cala-te. E todos os que lhe assistiam sairam de diante d'elle.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Ehud entrou a elle, a um cenaculo fresco, que para si só tinha, onde estava assentado, e disse Ehud: Tenho para ti uma palavra de Deus. E levantou-se da cadeira.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Ehud estendeu a sua mão esquerda, e lançou mão da espada da sua côxa direita, e lh'a cravou no ventre,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tal maneira que entrou até á empunhadura após da folha, e a gordura encerrou a folha (porque não tirou a espada do ventre): e saiu-se-lhe o excremento.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Ehud saiu á sala, e cerrou sobre elle as portas do cenaculo, e as fechou.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elle, vieram os seus servos, e viram, e eis que as portas do cenaculo estavam fechadas; e disseram: Sem duvida está cobrindo seus pés na recamara do cenaculo fresco.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esperando até se enfastiarem, eis que não abria as portas do cenaculo; então tomaram a chave, e abriram, e eis aqui seu senhor estendido morto em terra.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Ehud escapou, emquanto elles se demoraram: porque elle passou pelas imagens de esculptura, e escapou para Seirath.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entrando elle, tocou a buzina nas montanhas de Ephraim: e os filhos de Israel desceram com elle das montanhas, e elle adiante d'elles,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Segui-me: porque o Senhor vos tem dado a vossos inimigos, os moabitas, na vossa mão: e desceram após d'elle, e tomaram os váos do Jordão a Moab, e a nenhum deixaram passar.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 tempo feriram dos moabitas uns dez mil homens, todos corpulentos, e todos homens valorosos: e não escapou nenhum.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foi subjugado Moab n'aquelle dia debaixo da mão de Israel: e a terra socegou oitenta annos.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d'elle foi Samgar, filho d'Anath, que feriu a seiscentos homens dos philisteos com uma aguilhada de bois: e tambem elle libertou a Israel.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