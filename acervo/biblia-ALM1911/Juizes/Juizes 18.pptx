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não havia rei em Israel: e nos mesmos dias a tribu dos daneos buscava para si herança para habitar; porquanto até áquelle dia entre as tribus d'Israel lhe não havia caido em herança bastante sorte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enviaram os filhos de Dan da sua tribu cinco homens dos seus confins, homens valorosos, de Zora e de Estaol, a espiar e rastejar a terra; e lhes disseram: Ide, rastejae a terra. E vieram á montanha d'Ephraim, até á casa de Micah, e passaram ali a noite.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elles estavam junto da casa de Micah, conheceram a voz do mancebo, do levita; e chegaram-se para lá, e lhe disseram: Quem te trouxe aqui, que fazes aqui, e que é o que tens aqui?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Assim e assim me tem feito Micah; pois me tem alugado, e eu lhe sirvo de sacerdote.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disseram: Ora pergunta a Deus, para que possamos saber se prosperará o caminho que levamos.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o sacerdote: Ide em paz; o caminho que levardes está perante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foram-se aquelles cinco homens, e vieram a Lais; e viram que o povo que havia no meio d'ella estava seguro, conforme ao costume dos sidonios, quieto e confiado; nem havia possessor algum do reino que por causa alguma envergonhasse a alguem n'aquella terra: tambem estavam longe doa sidonios, e não tinham que fazer com ninguem.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voltaram a seus irmãos, a Zora e a Estaol: e seus irmãos lhes disseram: Que dizeis vós?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Levantae-vos, e subamos a elles; porque examinámos a terra, e eis que é muitissimo boa; pois estareis tranquillos? não sejaes preguiçosos em irdes para entrar a possuir esta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lá chegardes, vereis a um povo confiado, e a terra é larga de extensão; porque Deus vol-a entregou na mão; logar em que não ha falta de coisa alguma que ha na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partiram d'ali, da tribu dos daneos, de Zora e d'Estaol, seiscentos homens armados de armas de guerra.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subiram, e acamparam-se em Kiriath-jearim, em Judah; pelo que chamaram a este logar Mahaneh-dan, até ao dia de hoje; eis que está por detraz de Kiriath-jearim.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passaram á montanha d'Ephraim; e vieram até á casa de Micah.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os cinco homens, que foram espiar a terra de Lais, e disseram a seus irmãos: Sabeis vós tambem que n'aquellas casas ha um ephod, e terafins, e imagem de esculptura e de fundição? vêde pois agora o que haveis de fazer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foram-se para lá, e vieram á casa do mancebo, o levita, em casa de Micah, e o saudaram.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seiscentos homens, que eram dos filhos de Dan, armados de suas armas de guerra, ficaram á entrada da porta.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subindo os cinco homens, que foram espiar a terra, entraram n'ella, e tomaram a imagem d'esculptura, o ephod, e os terafins, e a imagem de fundição, ficando o sacerdote em pé á entrada da porta, com os seiscentos homens que estavam armados com as armas de guerra.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elles pois em casa de Micah, e tomando a imagem de esculptura, e o ephod, e os terafins, e a imagem de fundição, disse-lhes o sacerdote: Que estaes fazendo?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Cala-te, põe a mão na bocca, e vem comnosco, e sê-nos por pae e sacerdote: é-te melhor que sejas sacerdote da casa d'um só homem, do que ser sacerdote d'uma tribu e d'uma geração em Israel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alegrou-se o coração do sacerdote, e tomou o ephod, e os terafins, e a imagem de esculptura: e entrou no meio do povo.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viraram, e partiram: e os meninos, e o gado, e a bagagem puzeram diante de si.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já longe da casa de Micah, os homens que estavam nas casas junto á casa de Micah, se convocaram, e alcançaram os filhos de Dan.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clamaram após dos filhos de Dan, os quaes viraram os seus rostos, e disseram a Micah: Que tens, que assim te convocaste?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disse: Os meus deuses, que eu fiz, me tomastes, juntamente com o sacerdote, e vos fostes; que mais me fica agora? Como pois me dizeis: Que é o que tens?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de Dan lhe disseram: Não nos faças ouvir a tua voz, para que porventura homens de animo amargoso não se lancem sobre vós, e tu percas a tua vida, e a vida dos da tua casa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seguiram o seu caminho os filhos de Dan: e Micah, vendo que eram mais fortes do que elle, voltou, e tornou-se a sua casa.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pois tomaram o que Micah tinha feito, e o sacerdote que tivera, e vieram a Lais, a um povo quieto e confiado, e os feriram ao fio da espada, e queimaram a cidade a fogo.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houve que os livrasse, porquanto estavam longe de Sidon, e não tinham que fazer com ninguem, e a cidade estava no valle que está junto a Beth-rechob: depois reedificaram a cidade e habitaram n'ella.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chamaram o nome da cidade Dan, conforme ao nome de Dan, seu pae, que nascera a Israel: sendo porém d'antes o nome d'esta cidade Lais.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Dan levantaram para si aquella imagem de esculptura: e Jonathan, filho de Gerson, o filho de Manasseh, elle e seus filhos foram sacerdotes da tribu dos daneos, ate ao dia do captiveiro da terra.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a imagem d'esculptura que fizera Micah, estabeleceram entre si, todos os dias que a casa de Deus esteve em Silo.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