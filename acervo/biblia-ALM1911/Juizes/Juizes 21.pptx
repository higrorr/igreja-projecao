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tinham jurado os homens d'Israel em Mispah, dizendo: Nenhum de nós dará sua filha por mulher aos benjamitas.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o povo a Beth-el, e ali ficaram até á tarde diante de Deus: e levantaram a sua voz, e prantearam com grande pranto,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Ah! Senhor Deus d'Israel, porque succedeu isto em Israel, que hoje falte uma tribu em Israel?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dia seguinte, o povo pela manhã se levantou, e edificou ali um altar; e offereceram holocaustos e offertas pacificas.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filhos d'Israel: Quem de todas as tribus d'Israel não subiu ao ajuntamento ao Senhor? Porque se tinha feito um grande juramento ácerca dos que não viessem ao Senhor a Mispah, dizendo: Morrerá certamente.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arrependeram-se os filhos d'Israel ácerca de Benjamin, seu irmão, e disseram: Cortada é hoje d'Israel uma tribu.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faremos, ácerca de mulheres, com os que ficaram de resto, pois nós temos jurado pelo Senhor que nenhuma de nossas filhas lhes dariamos por mulheres?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Ha alguma das tribus d'Israel que não subisse ao Senhor a Mispah? E eis que ninguem de Jabes de Gilead viera ao arraial, á congregação.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povo se contou: e eis que nenhum dos moradores de Jabes de Gilead se achou 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ajuntamento enviou lá doze mil homens dos mais valentes, e lhes ordenou, dizendo: Ide, e ao fio da espada feri aos moradores de Jabes de Gilead, e ás mulheres e aos meninos.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isto é o que haveis de fazer: A todo o macho e a toda a mulher que se houver deitado com um homem totalmente destruireis.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entre os moradores de Jabes de Gilead quatrocentas moças virgens, que não conheceram homem deitando-se com macho: e as trouxeram ao arraial, a Silo, que está na terra de Canaan.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ajuntamento enviou, e fallou aos filhos de Benjamin, que estavam na penha de Rimmon, e lhes proclamou a paz.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mesmo tempo voltaram os benjamitas; e deram-lhes as mulheres que haviam guardado com vida, das mulheres de Jabes de Gilead: porém estas ainda lhes não bastaram.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se arrependeu por causa de Benjamin: porquanto o Senhor tinha feito abertura nas tribus d'Israel.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anciãos do ajuntamento: Que faremos ácerca de mulheres para os que ficaram de resto? pois as mulheres são destruidas de Benjamin.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mais: A herança dos que ficaram de resto é de Benjamin, e nenhuma tribu de Israel deve ser destruida.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 não lhes poderemos dar mulheres de nossas filhas, porque os filhos d'Israel juraram, dizendo: Maldito aquelle que der mulher aos benjamitas.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disseram: Eis que de anno em anno ha solemnidade do Senhor em Silo, que se celebra para o norte de Beth-el, da banda do nascente do sol, pelo caminho alto que sobe de Beth-el a Sichem, e para o sul de Lebona.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mandaram aos filhos de Benjamin, dizendo: Ide, e emboscae-vos nas vinhas,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olhae, e eis ahi, saindo as filhas de Silo a dançar em ranchos, sahi vós das vinhas, e arrebatae-vos cada um sua mulher das filhas de Silo, e ide-vos á terra de Benjamin.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seus paes ou seus irmãos vierem a litigar comnosco, nós lhes diremos: Por amor de nós, tende compaixão d'elles, pois n'esta guerra não tomámos mulheres para cada um d'elles: porque não lh'as déstes vós, para que agora ficasseis culpados?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Benjamin o fizeram assim, e levaram mulheres conforme ao numero d'elles, das que arrebatavam dos ranchos que dançavam: e foram-se, e voltaram á sua herança, e reedificaram as cidades, e habitaram n'ellas.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filhos d'Israel partiram então d'ali, cada um para a sua tribu e para a sua geração: e sairam d'ali, cada um para a sua herança.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não havia rei em Israel: porém cada um fazia o que parecia recto aos seus olhos.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