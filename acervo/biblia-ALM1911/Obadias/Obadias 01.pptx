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Visão de Obadias: Assim diz o Senhor Jehovah a Edom: Temos ouvido a prégação do Senhor, e foi enviado entre as nações um embaixador; levantae-vos, e levantemo-nos contra ella para a guerra.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te fiz pequeno entre as nações; tu és mui desprezado.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soberba do teu coração te enganou, como o que habita nas fendas das rochas, na sua alta morada, que diz no seu coração: Quem me derribará em terra?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 elevares como aguia, e pozeres o teu ninho entre as estrellas, d'ali te derribarei, diz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viessem a ti ladrões, ou roubadores de noite (como és destruido!), porventura não furtariam o que lhes bastasse? se a ti viessem os vindimadores, porventura não deixariam rabisco?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foram esquadrinhadas as coisas de Esaú! como foram investigados os seus esconderijos!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teus confederados te levaram para fóra até aos limites: os que gozam da tua paz te enganaram, prevaleceram contra ti; os que comem o teu pão pozeram debaixo de ti uma armadilha: não ha n'elle entendimento.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acontecerá n'aquelle dia, diz o Senhor, que farei perecer os sabios de Edom, e o entendimento da montanha de Esaú?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teus valentes, ó Teman, estarão atemorisados, para que da montanha de Esaú seja cada um exterminado pela matança.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violencia feita a teu irmão Jacob, cobrir-te-ha a confusão, e serás exterminado para sempre.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em que o confrontaste, no dia em que os forasteiros levavam captivo o seu exercito, e os estranhos entravam pelas suas portas, e lançavam sortes sobre Jerusalem, tu eras tambem como um d'elles.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tu não devias ver satisfeito o dia de teu irmão, no dia do seu desterro; nem alegrar-te sobre os filhos de Judah, no dia da sua ruina; nem alargar a tua bocca, no dia da angustia;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entrar pela porta do meu povo, no dia da sua calamidade; nem tão pouco devias ver satisfeito o seu mal, no dia da sua calamidade; nem estender as tuas mãos contra o seu exercito, no dia da sua calamidade;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parar nas encruzilhadas, para lhe exterminares os que escapassem: nem entregar os que lhe restassem, no dia da angustia.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dia do Senhor está perto, sobre todas as nações: como tu fizeste, assim se fará comtigo: a tua recompensa tornará sobre a tua cabeça.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vós bebestes no monte da minha sanctidade, beberão tambem de continuo todas as nações: beberão, e engulirão, e serão como se nunca fossem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monte de Sião haverá livramento; e elle será sanctidade; e os da casa de Jacob possuirão as suas herdades.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casa de Jacob será fogo, e a casa de José chamma, e a casa de Esaú palha; e se accenderão contra elles, e os consumirão; e ninguem mais restará da casa de Esaú, porque o Senhor o fallou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do sul possuirão a montanha de Esaú, e os das planicies os philisteos: possuirão tambem os campos de Ephraim, e os campos de Samaria; e Benjamin a Gilead.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captivos d'este exercito, dos filhos de Israel, o que era dos cananitas, até Zarephath; e os captivos de Jerusalem, o que está em Sepharad, possuirão as cidades do sul.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Obadias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levantar-se-hão salvadores no monte Sião, para julgarem a montanha de Esaú; e o reino será do Senhor.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