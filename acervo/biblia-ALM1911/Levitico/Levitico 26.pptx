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fareis para vós idolos, nem vos levantareis imagem de esculptura nem estatua, nem poreis pedra figurada na vossa terra, para inclinar-vos a ella: porque Eu sou o Senhor vosso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Guardareis os meus sabbados, e reverenciareis o meu sanctuario: Eu sou 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andardes nos meus estatutos, e guardardes os meus mandamentos, e os fizerdes,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vos darei as vossas chuvas a seu tempo; e a terra dará a sua novidade, e a arvore do campo dará o seu fructo: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debulha se vos chegará á vindima, e a vindima se chegará á sementeira: e comereis o vosso pão a fartar, e habitareis seguros na vossa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darei paz na terra, e dormireis seguros, e não haverá quem vos espante: e farei cessar as más bestas da terra, e pela vossa terra não passará espada.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perseguireis os vossos inimigos, e cairão á espada diante de vós.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Cinco de vós perseguirão um cento, e cem de vós perseguirão dez mil; e os vossos inimigos cairão á espada diante de vós.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vós olharei, e vos farei fructificar, e vos multiplicarei, e confirmarei o meu concerto comvosco.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comereis o deposito velho, depois de envelhecido; e tirareis fóra o velho por causa do novo.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o meu tabernaculo no meio de vós, e a minha alma de vós não se enfadará.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andarei no meio de vós, e eu vos serei por Deus, e vós me sereis por povo.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Senhor vosso Deus, que vos tirei da terra dos egypcios, para que não fosseis seus escravos: e quebrantei os timões do vosso jugo, e vos fiz andar direitos.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me não ouvirdes, e não fizerdes todos estes mandamentos,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rejeitardes os meus estatutos, e a vossa alma se enfadar dos meus juizos, não fazendo todos os meus mandamentos, para invalidar o meu concerto.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tambem vos farei isto: porei sobre vós terror, a tisica e a febre ardente, que consumam os olhos e atormentem a alma: e semeareis debalde a vossa semente, e os vossos inimigos a comerão.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a minha face contra vós, e sereis feridos diante de vossos inimigos; e os que vos aborrecerem de vós se assenhorearão, e fugireis, sem ninguem vos perseguir.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ainda com estas coisas não me ouvirdes, então eu proseguirei a castigar-vos sete vezes mais por causa dos vossos peccados.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quebrantarei a soberba da vossa força; e farei que os vossos céus sejam como ferro e a vossa terra como cobre.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debalde se gastará a sua força: a vossa terra não dará a sua novidade, e as arvores da terra não darão o seu fructo.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andardes contrariamente para comigo, e não me quizerdes ouvir, trazer-vos-hei pragas sete vezes mais, conforme aos vossos peccados.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enviarei entre vós as feras do campo, as quaes vos destilharão, e desfarão o vosso gado, e vos apoucarão; e os vossos caminhos serão desertos.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ainda com estas coisas não fôrdes restaurados por mim, mas ainda andardes contrariamente comigo,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tambem comvosco andarei contrariamente, e eu, mesmo eu, vos ferirei sete vezes mais por causa dos vossos peccados.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trarei sobre vós a espada, que executará a vingança do concerto; e ajuntados estareis nas vossas cidades: então enviarei a peste entre vós, e sereis entregues na mão do inimigo.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vos quebrantar o sustento do pão, então dez mulheres cozerão o vosso pão n'um forno, e tornar-vos-hão o vosso pão por peso; e comereis, mas não vos fartareis.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com isto me não ouvirdes, mas ainda andardes contrariamente comigo,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comvosco andarei contrariamente em furor; e vos castigarei sete vezes mais por causa dos vossos peccados.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comereis a carne de vossos filhos, e a carne de vossas filhas comereis.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destruirei os vossos altos, e desfarei as vossas imagens do sol, e lançarei os vossos cadaveres sobre os cadaveres mortos dos vossos deuses; a minha alma se enfadará de vós.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as vossas cidades por deserto, e assolarei os vossos sanctuarios, e não cheirarei o vosso cheiro suave.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assolarei a terra e se espantarão d'isso os vossos inimigos que n'ella morarem.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espalharei entre as nações, e desembainharei a espada após de vós; e a vossa terra será assolada, e as vossas cidades serão desertas.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terra folgará nos seus sabbados, todos os dias da sua assolação, e vós estareis na terra dos vossos inimigos; então a terra descançará, e folgará nos seus sabbados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dias da assolação descançará, porque não descançou nos vossos sabbados, quando habitaveis n'ella.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aos que de vós ficarem, eu metterei tal pavor nos seus corações, nas terras dos seus inimigos, que o sonido d'uma folha movida os perseguirá; e fugirão como de fugida da espada; e cairão sem ninguem os perseguir.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cairão uns sobre os outros como de diante da espada, sem ninguem os perseguir; e não podereis parar diante dos vossos inimigos.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perecereis entre as gentes, e a terra dos vossos inimigos vos consumirá.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aquelles que entre vós ficarem se derreterão pela sua iniquidade nas terras dos vossos inimigos, e pela iniquidade de seus paes com elles se derreterão.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confessarão a sua iniquidade, e a iniquidade de seus paes, com os seus trespassos, com que trespassaram contra mim; como tambem elles andaram contrariamente para comigo,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tambem andei com elles contrariamente, e os fiz entrar na terra dos seus inimigos; se então o seu coração incircumciso se humilhar, e então tomarem por bem o castigo da sua iniquidade,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me lembrarei do meu concerto com Jacob, e tambem do meu concerto com Isaac, e tambem do meu concerto com Abrahão me lembrarei, e da terra me lembrarei.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será desamparada d'elles, e folgará nos seus sabbados, sendo assolada por causa d'elles; e tomarão por bem o castigo da sua iniquidade, em razão mesmo de que rejeitaram os meus juizos e a sua alma se enfastiou dos meus estatutos.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demais d'isto tambem, estando elles na terra dos seus inimigos, não os rejeitarei nem me enfadarei d'elles, para consumil-os e invalidar o meu concerto com elles, porque Eu sou o Senhor seu Deus.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por amor d'elles me lembrarei do concerto com os seus antepassados, que tirei da terra do Egypto perante os olhos das nações, para lhes ser por Deus: Eu sou o Senhor.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estatutos, e os juizos, e as leis que deu o Senhor entre si e os filhos de Israel, no monte Sinai, pela mão de Moysés.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