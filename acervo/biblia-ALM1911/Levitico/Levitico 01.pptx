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chamou o Senhor a Moysés, e fallou com elle da tenda da congregação,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aos filhos d'Israel, e dize-lhes: Quando algum de vós offerecer offerta ao Senhor, offerecereis as vossas offertas de gado, de vaccas e d'ovelhas.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 sua offerta fôr holocausto de gado, offerecerá macho sem mancha: á porta da tenda da congregação a offerecerá, de sua propria vontade, perante o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porá a sua mão sobre a cabeça do holocausto, para que seja acceito por elle, para a sua expiação.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degolará o bezerro perante o Senhor; e os filhos de Aarão, os sacerdotes, offerecerão o sangue, e espargirão o sangue á roda sobre o altar que está diante da porta da tenda da congregação.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esfolará o holocausto, e o partirá nos seus pedaços.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d'Aarão, os sacerdotes, porão fogo sobre o altar, pondo em ordem a lenha sobre o fogo.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os filhos d'Aarão, os sacerdotes, porão em ordem os pedaços, a cabeça e o redenho sobre a lenha que está no fogo em cima do altar;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sua fressura e as suas pernas lavar-se-hão com agua; e o sacerdote tudo isto queimará sobre o altar: holocausto é, offerta queimada, de cheiro suave ao Senhor.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a sua offerta fôr de gado miudo, d'ovelhas ou de cabras, para holocausto, offerecerá macho sem mancha,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degolará ao lado do altar para a banda do norte perante o Senhor; e os filhos de Aarão, os sacerdotes, espargirão o seu sangue á roda sobre o altar.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o partirá nos seus pedaços, como tambem a sua cabeça e o seu redenho: e o sacerdote os porá em ordem sobre a lenha que está no fogo sobre o altar.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fressura e as pernas lavar-se-hão com agua; e o sacerdote tudo offerecerá, e o queimará sobre o altar; holocausto é, offerta queimada, de cheiro suave ao Senhor.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a sua offerta ao Senhor fôr holocausto d'aves, offerecerá a sua offerta de rolas ou de pombinhos;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a offerecerá sobre o altar, e lhe torcerá o pescoço com a sua unha, e a queimará sobre o altar; e o seu sangue será espremido na parede do altar;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seu papo com as suas pennas tirará e o lançará junto ao altar, para a banda do oriente, no logar da cinza;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fendel-a-ha com as suas azas, porém não a partirá; e o sacerdote a queimará em cima do altar sobre a lenha que está no fogo: holocausto é, offerta queimada de cheiro suave ao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