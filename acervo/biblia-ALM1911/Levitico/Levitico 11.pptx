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 e a Aarão, dizendo-lhes: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d'Israel, dizendo: Estes são os animaes, que comereis de todas as bestas que ha sobre a terra: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tem unhas fendidas, e a fenda das unhas se divide em duas, e remoe, entre os animaes, aquillo comereis.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D'estes porém não comereis, dos que remoem ou dos que teem unhas fendidas: o camelo, que remoe mas não tem unhas fendidas; este vos será immundo;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coelho, porque remoe, mas não tem as unhas fendidas; este vos será immundo;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lebre, porque remoe, mas não tem as unhas fendidas esta vos será immunda.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porco, porque tem unhas fendidas, e a fenda das unhas se divide em duas, mas não remoe; este vos será immundo.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sua carne não comereis, nem tocareis no seu cadaver; estes vos serão immundos.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comereis de tudo o que ha nas aguas, tudo o que tem barbatanas e escamas nas aguas, nos mares e nos rios; aquillo comereis.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tudo o que não tem barbatanas nem escamas, nos mares e nos rios, de todo o reptil das aguas, e de toda a alma vivente que ha nas aguas, estes serão para vós abominação.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Ser-vos-hão pois por abominação: da sua carne não comereis, e abominareis o seu cadaver.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não tem barbatanas ou escamas, nas aguas, será para vós abominação.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abominareis das aves: não se comerão, serão abominação: a aguia, e o quebrantosso, e o xofrango,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milhano, e o abutre segundo a sua especie,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corvo segundo a sua especie,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abestruz, e o mocho, e o cuco, e o gavião segundo a sua especie,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bufo, e o corvo marinho, e a curuja,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gralha, e o cisne, e o pelicão,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cegonha, a garça segundo a sua especie, e a poupa, e o morcego.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reptil que vôa, que anda sobre quatro pés, será para vós uma abominação.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isto comereis de todo o reptil que vôa, que anda sobre quatro pés: o que tiver pernas sobre os seus pés, para saltar com ellas sobre a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D'elles comereis estes: o gafanhoto segundo a sua especie, e o solham segundo a sua especie, e o hargol segundo a sua especie, e o hagab segundo a sua especie.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reptil que vôa, que tem quatro pés, será para vós uma abominação,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estes sereis immundos: qualquer que tocar os seus cadaveres, immundo será até á tarde.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levar os seus cadaveres lavará os seus vestidos, e será immundo até á tarde.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animal que tem unhas fendidas, mas a fenda não se divide em duas, e todo o que não remoe, vos será por immundo: qualquer que tocar n'elles será immundo.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o que anda sobre as suas patas, de todo o animal que anda a quatro pés, vos será por immundo: qualquer que tocar nos seus cadaveres será immundo até á tarde.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levar os seus cadaveres lavará os seus vestidos, e será immundo até á tarde: elles vos serão por immundos.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tambem vos serão por immundos entre os reptis que se arrastam sobre a terra: a doninha, e o rato, e o cágado segundo a sua especie,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ouriço cacheiro, e o lagarto, e a lagartixa, e a lesma e a toupeira.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vos serão por immundos entre todo o reptil; qualquer que os tocar, estando elles mortos, será immundo até á tarde.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aquillo sobre o que d'elles cair alguma coisa, estando elles mortos, será immundo; seja vaso de madeira, ou vestido, ou pelle, ou sacco, qualquer instrumento, com que se faz alguma obra, será mettido na agua, e será immundo até á tarde; depois será limpo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vaso de barro, em que cair alguma coisa d'elles, tudo o que houver n'elle será immundo, e o vaso quebrareis.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manjar que se come, sobre o que vier tal agua, será immundo; e toda a bebida que se bebe, em todo o vaso, será immunda.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aquillo sobre o que cair alguma coisa de seu corpo morto, será immundo: o forno e o vaso de barro serão quebrados; immundos são: portanto vos serão por immundos.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fonte ou cisterna, em que se recolhem aguas, será limpa, mas quem tocar no seu cadaver será immundo.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dos seus cadaveres cair alguma coisa sobre alguma semente de semear, que se semeia, será limpa;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fôr deitada agua sobre a semente, e se do seu cadaver cair alguma coisa sobre ella, vos será por immunda.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morrer algum dos animaes, que vos servem de mantimento, quem tocar no seu cadaver será immundo até á tarde;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comer do seu cadaver lavará os seus vestidos, e será immundo até á tarde; e quem levar o seu corpo morto lavará os seus vestidos, e será immundo até á tarde.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todo o reptil, que se arrasta sobre a terra, será abominação; não se comerá.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anda sobre o ventre, e tudo o que anda sobre quatro pés, ou que tem mais pés, entre todo o reptil que se arrasta sobre a terra, não comereis, porquanto são uma abominação.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façaes as vossas almas abominaveis por nenhum reptil que se arrasta, nem n'elles vos contamineis, para ser immundos por elles;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sou o Senhor vosso Deus: portanto vós os sanctificareis, e sereis sanctos, porque eu sou sancto; e não contaminareis as vossas almas por nenhum reptil que se arrasta sobre a terra;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sou o Senhor, que vos faço subir da terra do Egypto, para que eu seja vosso Deus, e para que sejaes sanctos; porque eu sou sancto.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lei dos animaes, e das aves, e de toda a alma vivente que se move nas aguas, e de toda a alma que se arrasta sobre a terra;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 differença entre o immundo e o limpo; e entre os animaes que se podem comer e os animaes que não se podem comer.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