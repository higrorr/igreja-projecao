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13:1</a:t>
            </a:r>
          </a:p>
          <a:p>
            <a:pPr algn="ctr"/>
            <a:r>
              <a:rPr sz="4400">
                <a:solidFill>
                  <a:srgbClr val="FFFFFF"/>
                </a:solidFill>
                <a:latin typeface="Arial"/>
              </a:rPr>
              <a:t>Fallou mais o Senhor a Moysés e a Aarão, dizendo: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13:2</a:t>
            </a:r>
          </a:p>
          <a:p>
            <a:pPr algn="ctr"/>
            <a:r>
              <a:rPr sz="4400">
                <a:solidFill>
                  <a:srgbClr val="FFFFFF"/>
                </a:solidFill>
                <a:latin typeface="Arial"/>
              </a:rPr>
              <a:t>O homem, quando na pelle da sua carne houver inchação, ou pustula, ou empola branca, que estiver na pelle de sua carne como praga da lepra, então será levado a Aarão o sacerdote, ou a um de seus filhos, os sacerdotes,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13:3</a:t>
            </a:r>
          </a:p>
          <a:p>
            <a:pPr algn="ctr"/>
            <a:r>
              <a:rPr sz="4400">
                <a:solidFill>
                  <a:srgbClr val="FFFFFF"/>
                </a:solidFill>
                <a:latin typeface="Arial"/>
              </a:rPr>
              <a:t>E o sacerdote examinará a praga na pelle da carne; se o pello na praga se tornou branco, e a praga parecer mais profunda do que a pelle da sua carne, praga da lepra é; o sacerdote, vendo-o, então o declarará por immundo.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13:4</a:t>
            </a:r>
          </a:p>
          <a:p>
            <a:pPr algn="ctr"/>
            <a:r>
              <a:rPr sz="4400">
                <a:solidFill>
                  <a:srgbClr val="FFFFFF"/>
                </a:solidFill>
                <a:latin typeface="Arial"/>
              </a:rPr>
              <a:t>Mas, se a empola na pelle de sua carne fôr branca, e não parecer mais profunda do que a pelle, e o pello não se tornou branco, então o sacerdote encerrará o que tem a praga por sete dias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13:5</a:t>
            </a:r>
          </a:p>
          <a:p>
            <a:pPr algn="ctr"/>
            <a:r>
              <a:rPr sz="4400">
                <a:solidFill>
                  <a:srgbClr val="FFFFFF"/>
                </a:solidFill>
                <a:latin typeface="Arial"/>
              </a:rPr>
              <a:t>E ao setimo dia o sacerdote o examinará; e eis que, se a praga ao seu parecer parou, e a praga na pelle se não estendeu, então o sacerdote o encerrará por outros sete dias;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13:6</a:t>
            </a:r>
          </a:p>
          <a:p>
            <a:pPr algn="ctr"/>
            <a:r>
              <a:rPr sz="4400">
                <a:solidFill>
                  <a:srgbClr val="FFFFFF"/>
                </a:solidFill>
                <a:latin typeface="Arial"/>
              </a:rPr>
              <a:t>E o sacerdote ao setimo dia o examinará outra vez; e eis-que, se a praga se recolheu, e a praga na pelle se não estendeu, então o sacerdote o declarará por limpo: apostema é; e lavará os seus vestidos, e será limpo.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13:7</a:t>
            </a:r>
          </a:p>
          <a:p>
            <a:pPr algn="ctr"/>
            <a:r>
              <a:rPr sz="4400">
                <a:solidFill>
                  <a:srgbClr val="FFFFFF"/>
                </a:solidFill>
                <a:latin typeface="Arial"/>
              </a:rPr>
              <a:t>Mas, se a apostema na pelle se estende grandemente, depois que foi mostrado ao sacerdote para a sua purificação, outra vez será mostrado ao sacerdote,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13:8</a:t>
            </a:r>
          </a:p>
          <a:p>
            <a:pPr algn="ctr"/>
            <a:r>
              <a:rPr sz="4400">
                <a:solidFill>
                  <a:srgbClr val="FFFFFF"/>
                </a:solidFill>
                <a:latin typeface="Arial"/>
              </a:rPr>
              <a:t>E o sacerdote o examinará, e eis que, se a apostema na pelle se tem estendido, o sacerdote o declarará por immundo: lepra 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13:9</a:t>
            </a:r>
          </a:p>
          <a:p>
            <a:pPr algn="ctr"/>
            <a:r>
              <a:rPr sz="4400">
                <a:solidFill>
                  <a:srgbClr val="FFFFFF"/>
                </a:solidFill>
                <a:latin typeface="Arial"/>
              </a:rPr>
              <a:t>Quando no homem houver praga de lepra, será levado ao sacerdote,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13:10</a:t>
            </a:r>
          </a:p>
          <a:p>
            <a:pPr algn="ctr"/>
            <a:r>
              <a:rPr sz="4400">
                <a:solidFill>
                  <a:srgbClr val="FFFFFF"/>
                </a:solidFill>
                <a:latin typeface="Arial"/>
              </a:rPr>
              <a:t>E o sacerdote o examinará, e eis que, se ha inchação branca na pelle, a qual tornou o pello em branco, e houver alguma vivificação da carne viva na inchação,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13:11</a:t>
            </a:r>
          </a:p>
          <a:p>
            <a:pPr algn="ctr"/>
            <a:r>
              <a:rPr sz="4400">
                <a:solidFill>
                  <a:srgbClr val="FFFFFF"/>
                </a:solidFill>
                <a:latin typeface="Arial"/>
              </a:rPr>
              <a:t>Lepra envelhecida é na pelle da sua carne: portanto o sacerdote o declarará por immundo: não o encerrará, porque immundo 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13:12</a:t>
            </a:r>
          </a:p>
          <a:p>
            <a:pPr algn="ctr"/>
            <a:r>
              <a:rPr sz="4400">
                <a:solidFill>
                  <a:srgbClr val="FFFFFF"/>
                </a:solidFill>
                <a:latin typeface="Arial"/>
              </a:rPr>
              <a:t>E, se a lepra florescer de todo na pelle, e a lepra cobrir toda a pelle do que tem a praga, desde a sua cabeça até aos seus pés, quanto podem ver os olhos do sacerdote.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13:13</a:t>
            </a:r>
          </a:p>
          <a:p>
            <a:pPr algn="ctr"/>
            <a:r>
              <a:rPr sz="4400">
                <a:solidFill>
                  <a:srgbClr val="FFFFFF"/>
                </a:solidFill>
                <a:latin typeface="Arial"/>
              </a:rPr>
              <a:t>Então o sacerdote examinará, e eis-que, se a lepra tem coberto toda a sua carne, então declarará o que tem a praga por limpo: todo se tornou branco; limpo está.</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13:14</a:t>
            </a:r>
          </a:p>
          <a:p>
            <a:pPr algn="ctr"/>
            <a:r>
              <a:rPr sz="4400">
                <a:solidFill>
                  <a:srgbClr val="FFFFFF"/>
                </a:solidFill>
                <a:latin typeface="Arial"/>
              </a:rPr>
              <a:t>Mas no dia em que apparecer n'ella carne viva será immundo.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13:15</a:t>
            </a:r>
          </a:p>
          <a:p>
            <a:pPr algn="ctr"/>
            <a:r>
              <a:rPr sz="4400">
                <a:solidFill>
                  <a:srgbClr val="FFFFFF"/>
                </a:solidFill>
                <a:latin typeface="Arial"/>
              </a:rPr>
              <a:t>Vendo pois o sacerdote a carne viva, declaral-o-ha por immundo: a carne é immunda: lepra é.</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13:16</a:t>
            </a:r>
          </a:p>
          <a:p>
            <a:pPr algn="ctr"/>
            <a:r>
              <a:rPr sz="4400">
                <a:solidFill>
                  <a:srgbClr val="FFFFFF"/>
                </a:solidFill>
                <a:latin typeface="Arial"/>
              </a:rPr>
              <a:t>Ou, tornando a carne viva, e mudando-se em branca, então virá ao sacerdote,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13:17</a:t>
            </a:r>
          </a:p>
          <a:p>
            <a:pPr algn="ctr"/>
            <a:r>
              <a:rPr sz="4400">
                <a:solidFill>
                  <a:srgbClr val="FFFFFF"/>
                </a:solidFill>
                <a:latin typeface="Arial"/>
              </a:rPr>
              <a:t>E o sacerdote o examinará, e eis que, se a praga se tornou branca, então o sacerdote por limpo declarará o que tem a praga; limpo está.</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13:18</a:t>
            </a:r>
          </a:p>
          <a:p>
            <a:pPr algn="ctr"/>
            <a:r>
              <a:rPr sz="4400">
                <a:solidFill>
                  <a:srgbClr val="FFFFFF"/>
                </a:solidFill>
                <a:latin typeface="Arial"/>
              </a:rPr>
              <a:t>Se tambem a carne, em cuja pelle houver alguma ulcera, se sarar,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13:19</a:t>
            </a:r>
          </a:p>
          <a:p>
            <a:pPr algn="ctr"/>
            <a:r>
              <a:rPr sz="4400">
                <a:solidFill>
                  <a:srgbClr val="FFFFFF"/>
                </a:solidFill>
                <a:latin typeface="Arial"/>
              </a:rPr>
              <a:t>E, em logar da apostema, vier inchação branca ou empola branca, tirando a vermelho, mostrar-se-ha então ao sacerdote.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13:20</a:t>
            </a:r>
          </a:p>
          <a:p>
            <a:pPr algn="ctr"/>
            <a:r>
              <a:rPr sz="4400">
                <a:solidFill>
                  <a:srgbClr val="FFFFFF"/>
                </a:solidFill>
                <a:latin typeface="Arial"/>
              </a:rPr>
              <a:t>E o sacerdote examinará, e eis que, se ella parece mais funda do que a pelle, e o seu pello se tornou branco, o sacerdote o declarará por immundo: praga da lepra é; pela apostema brotou.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13:21</a:t>
            </a:r>
          </a:p>
          <a:p>
            <a:pPr algn="ctr"/>
            <a:r>
              <a:rPr sz="4400">
                <a:solidFill>
                  <a:srgbClr val="FFFFFF"/>
                </a:solidFill>
                <a:latin typeface="Arial"/>
              </a:rPr>
              <a:t>E o sacerdote, vendo-a, e eis que n'ella não apparece pello branco, nem estiver mais funda do que a pelle, mas encolhida, então o sacerdote o encerrará por sete dias.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13:22</a:t>
            </a:r>
          </a:p>
          <a:p>
            <a:pPr algn="ctr"/>
            <a:r>
              <a:rPr sz="4400">
                <a:solidFill>
                  <a:srgbClr val="FFFFFF"/>
                </a:solidFill>
                <a:latin typeface="Arial"/>
              </a:rPr>
              <a:t>Se depois grandemente se estender na pelle, o sacerdote o declarará por immundo; praga é.</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13:23</a:t>
            </a:r>
          </a:p>
          <a:p>
            <a:pPr algn="ctr"/>
            <a:r>
              <a:rPr sz="4400">
                <a:solidFill>
                  <a:srgbClr val="FFFFFF"/>
                </a:solidFill>
                <a:latin typeface="Arial"/>
              </a:rPr>
              <a:t>Mas, se a empola parar no seu logar, não se estendendo, inflammação da apostema é; o sacerdote pois o declarará por limpo.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13:24</a:t>
            </a:r>
          </a:p>
          <a:p>
            <a:pPr algn="ctr"/>
            <a:r>
              <a:rPr sz="4400">
                <a:solidFill>
                  <a:srgbClr val="FFFFFF"/>
                </a:solidFill>
                <a:latin typeface="Arial"/>
              </a:rPr>
              <a:t>Ou, quando na pelle da carne houver queimadura de fogo, e no que é sarado da queimadura houver empola branca, tirando a vermelho ou branco,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13:25</a:t>
            </a:r>
          </a:p>
          <a:p>
            <a:pPr algn="ctr"/>
            <a:r>
              <a:rPr sz="4400">
                <a:solidFill>
                  <a:srgbClr val="FFFFFF"/>
                </a:solidFill>
                <a:latin typeface="Arial"/>
              </a:rPr>
              <a:t>E o sacerdote vendo-a, e eis que o pello na empola se tornou branco, e ella parece mais funda do que a pelle, lepra é, que floresceu pela queimadura: portanto o sacerdote o declarará por immundo; praga de lepra é</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13:26</a:t>
            </a:r>
          </a:p>
          <a:p>
            <a:pPr algn="ctr"/>
            <a:r>
              <a:rPr sz="4400">
                <a:solidFill>
                  <a:srgbClr val="FFFFFF"/>
                </a:solidFill>
                <a:latin typeface="Arial"/>
              </a:rPr>
              <a:t>Mas, se o sacerdote, vendo-a, e eis que, na empola não apparecer pello branco, nem estiver mais funda do que a pelle, mas recolhida, o sacerdote o encerrará por sete dias.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13:27</a:t>
            </a:r>
          </a:p>
          <a:p>
            <a:pPr algn="ctr"/>
            <a:r>
              <a:rPr sz="4400">
                <a:solidFill>
                  <a:srgbClr val="FFFFFF"/>
                </a:solidFill>
                <a:latin typeface="Arial"/>
              </a:rPr>
              <a:t>Depois o sacerdote o examinará ao setimo dia; se grandemente se houver estendido na pelle, o sacerdote o declarará por immundo; praga de lepra é</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13:28</a:t>
            </a:r>
          </a:p>
          <a:p>
            <a:pPr algn="ctr"/>
            <a:r>
              <a:rPr sz="4400">
                <a:solidFill>
                  <a:srgbClr val="FFFFFF"/>
                </a:solidFill>
                <a:latin typeface="Arial"/>
              </a:rPr>
              <a:t>Mas se a empola parar no seu logar, e na pelle não se estender, mas se recolher, inchação da queimadura é: portanto o sacerdote o declarará por limpo, porque signal é da queimadura.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13:29</a:t>
            </a:r>
          </a:p>
          <a:p>
            <a:pPr algn="ctr"/>
            <a:r>
              <a:rPr sz="4400">
                <a:solidFill>
                  <a:srgbClr val="FFFFFF"/>
                </a:solidFill>
                <a:latin typeface="Arial"/>
              </a:rPr>
              <a:t>E, quando homem ou mulher tiverem chaga na cabeça ou na barba,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13:30</a:t>
            </a:r>
          </a:p>
          <a:p>
            <a:pPr algn="ctr"/>
            <a:r>
              <a:rPr sz="4400">
                <a:solidFill>
                  <a:srgbClr val="FFFFFF"/>
                </a:solidFill>
                <a:latin typeface="Arial"/>
              </a:rPr>
              <a:t>E o sacerdote, examinando a chaga, e eis que, se ella parece mais funda do que a pelle, e pello amarello fino n'ella ha, o sacerdote o declarará por immundo; tinha é, lepra da cabeça ou da barba é.</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13:31</a:t>
            </a:r>
          </a:p>
          <a:p>
            <a:pPr algn="ctr"/>
            <a:r>
              <a:rPr sz="4400">
                <a:solidFill>
                  <a:srgbClr val="FFFFFF"/>
                </a:solidFill>
                <a:latin typeface="Arial"/>
              </a:rPr>
              <a:t>Mas, se o sacerdote, havendo examinado a praga da tinha, e eis que, se ella não parece mais funda do que a pelle, e se n'ella não houver pello preto, então o sacerdote encerrará o que tem a praga da tinha por sete dias,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13:32</a:t>
            </a:r>
          </a:p>
          <a:p>
            <a:pPr algn="ctr"/>
            <a:r>
              <a:rPr sz="4400">
                <a:solidFill>
                  <a:srgbClr val="FFFFFF"/>
                </a:solidFill>
                <a:latin typeface="Arial"/>
              </a:rPr>
              <a:t>E o sacerdote examinará a praga ao setimo dia, e eis que se a tinha não fôr estendida, e n'ella não houver pello amarello, nem a tinha parecer mais funda do que a pelle,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13:33</a:t>
            </a:r>
          </a:p>
          <a:p>
            <a:pPr algn="ctr"/>
            <a:r>
              <a:rPr sz="4400">
                <a:solidFill>
                  <a:srgbClr val="FFFFFF"/>
                </a:solidFill>
                <a:latin typeface="Arial"/>
              </a:rPr>
              <a:t>Então se rapará; mas não rapará a tinha; e o sacerdote segunda vez encerrará o que a tinha por sete dias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13:34</a:t>
            </a:r>
          </a:p>
          <a:p>
            <a:pPr algn="ctr"/>
            <a:r>
              <a:rPr sz="4400">
                <a:solidFill>
                  <a:srgbClr val="FFFFFF"/>
                </a:solidFill>
                <a:latin typeface="Arial"/>
              </a:rPr>
              <a:t>Depois o sacerdote examinará a tinha ao setimo dia; e eis que, se a tinha não se houver estendido na pelle, e ella não parecer mais funda do que a pelle, o sacerdote o declarará por limpo, e lavará os seus vestidos, e será limpo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13:35</a:t>
            </a:r>
          </a:p>
          <a:p>
            <a:pPr algn="ctr"/>
            <a:r>
              <a:rPr sz="4400">
                <a:solidFill>
                  <a:srgbClr val="FFFFFF"/>
                </a:solidFill>
                <a:latin typeface="Arial"/>
              </a:rPr>
              <a:t>Mas, se a tinha, depois da sua purificação, se houver estendido grandemente na pelle,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13:36</a:t>
            </a:r>
          </a:p>
          <a:p>
            <a:pPr algn="ctr"/>
            <a:r>
              <a:rPr sz="4400">
                <a:solidFill>
                  <a:srgbClr val="FFFFFF"/>
                </a:solidFill>
                <a:latin typeface="Arial"/>
              </a:rPr>
              <a:t>Então o sacerdote o examinará, e eis que, se a tinha se tem estendido na pelle, o sacerdote não buscará pello amarello: immundo está.</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13:37</a:t>
            </a:r>
          </a:p>
          <a:p>
            <a:pPr algn="ctr"/>
            <a:r>
              <a:rPr sz="4400">
                <a:solidFill>
                  <a:srgbClr val="FFFFFF"/>
                </a:solidFill>
                <a:latin typeface="Arial"/>
              </a:rPr>
              <a:t>Mas, se a tinha ao seu ver parou, e pello preto n'ella cresceu, a tinha está sã, limpo está: portanto o sacerdote o declarará por limpo.</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13:38</a:t>
            </a:r>
          </a:p>
          <a:p>
            <a:pPr algn="ctr"/>
            <a:r>
              <a:rPr sz="4400">
                <a:solidFill>
                  <a:srgbClr val="FFFFFF"/>
                </a:solidFill>
                <a:latin typeface="Arial"/>
              </a:rPr>
              <a:t>E, quando homem ou mulher tiverem empolas brancas na pelle da sua carne,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13:39</a:t>
            </a:r>
          </a:p>
          <a:p>
            <a:pPr algn="ctr"/>
            <a:r>
              <a:rPr sz="4400">
                <a:solidFill>
                  <a:srgbClr val="FFFFFF"/>
                </a:solidFill>
                <a:latin typeface="Arial"/>
              </a:rPr>
              <a:t>Então o sacerdote olhará, e eis que, se na pelle da sua carne apparecem empolas recolhidas, brancas, bustela branca é, que floresceu na pelle; limpo está.</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13:40</a:t>
            </a:r>
          </a:p>
          <a:p>
            <a:pPr algn="ctr"/>
            <a:r>
              <a:rPr sz="4400">
                <a:solidFill>
                  <a:srgbClr val="FFFFFF"/>
                </a:solidFill>
                <a:latin typeface="Arial"/>
              </a:rPr>
              <a:t>E, quando se pellar a cabeça do homem, calvo é, limpo está.</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13:41</a:t>
            </a:r>
          </a:p>
          <a:p>
            <a:pPr algn="ctr"/>
            <a:r>
              <a:rPr sz="4400">
                <a:solidFill>
                  <a:srgbClr val="FFFFFF"/>
                </a:solidFill>
                <a:latin typeface="Arial"/>
              </a:rPr>
              <a:t>E, se se lhe pellar a frente da cabeça, meio calvo é; limpo está.</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13:42</a:t>
            </a:r>
          </a:p>
          <a:p>
            <a:pPr algn="ctr"/>
            <a:r>
              <a:rPr sz="4400">
                <a:solidFill>
                  <a:srgbClr val="FFFFFF"/>
                </a:solidFill>
                <a:latin typeface="Arial"/>
              </a:rPr>
              <a:t>Porém, se na calva, ou na meia calva houver praga branca avermelhada, lepra é, florescendo na sua calva ou na sua meia calva.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13:43</a:t>
            </a:r>
          </a:p>
          <a:p>
            <a:pPr algn="ctr"/>
            <a:r>
              <a:rPr sz="4400">
                <a:solidFill>
                  <a:srgbClr val="FFFFFF"/>
                </a:solidFill>
                <a:latin typeface="Arial"/>
              </a:rPr>
              <a:t>Havendo pois o sacerdote examinado, e eis que, se a inchação da praga na sua calva ou meia calva está branca, tirando a vermelho, como parece a lepra na pelle da carne,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13:44</a:t>
            </a:r>
          </a:p>
          <a:p>
            <a:pPr algn="ctr"/>
            <a:r>
              <a:rPr sz="4400">
                <a:solidFill>
                  <a:srgbClr val="FFFFFF"/>
                </a:solidFill>
                <a:latin typeface="Arial"/>
              </a:rPr>
              <a:t>Leproso é aquelle homem, immundo está: o sacerdote o declarará totalmente por immundo, na sua cabeça tem a sua praga.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13:45</a:t>
            </a:r>
          </a:p>
          <a:p>
            <a:pPr algn="ctr"/>
            <a:r>
              <a:rPr sz="4400">
                <a:solidFill>
                  <a:srgbClr val="FFFFFF"/>
                </a:solidFill>
                <a:latin typeface="Arial"/>
              </a:rPr>
              <a:t>Tambem os vestidos do leproso, em quem está a praga, serão rasgados, e a sua cabeça será descoberta, e cobrirá o beiço superior, e clamará: Immundo, immundo.</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13:46</a:t>
            </a:r>
          </a:p>
          <a:p>
            <a:pPr algn="ctr"/>
            <a:r>
              <a:rPr sz="4400">
                <a:solidFill>
                  <a:srgbClr val="FFFFFF"/>
                </a:solidFill>
                <a:latin typeface="Arial"/>
              </a:rPr>
              <a:t>Todos os dias em que a praga houver n'elle, será immundo; immundo está, habitará só: a sua habitação será fóra do arraial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13:47</a:t>
            </a:r>
          </a:p>
          <a:p>
            <a:pPr algn="ctr"/>
            <a:r>
              <a:rPr sz="4400">
                <a:solidFill>
                  <a:srgbClr val="FFFFFF"/>
                </a:solidFill>
                <a:latin typeface="Arial"/>
              </a:rPr>
              <a:t>Quando tambem em algum vestido houver praga de lepra, em vestido de lã, ou em vestido de linho,</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13:48</a:t>
            </a:r>
          </a:p>
          <a:p>
            <a:pPr algn="ctr"/>
            <a:r>
              <a:rPr sz="4400">
                <a:solidFill>
                  <a:srgbClr val="FFFFFF"/>
                </a:solidFill>
                <a:latin typeface="Arial"/>
              </a:rPr>
              <a:t>Ou no fio urdido, ou no fio tecido, seja de linho, ou seja de lã, ou em pelle, ou em qualquer obra de pelles,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13:49</a:t>
            </a:r>
          </a:p>
          <a:p>
            <a:pPr algn="ctr"/>
            <a:r>
              <a:rPr sz="4400">
                <a:solidFill>
                  <a:srgbClr val="FFFFFF"/>
                </a:solidFill>
                <a:latin typeface="Arial"/>
              </a:rPr>
              <a:t>E a praga no vestido, ou na pelle, ou no fio urdido, ou no fio tecido, ou em qualquer coisa de pelles apparecer verde ou vermelha, praga de lepra é, pelo que se mostrará ao sacerdote,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13:50</a:t>
            </a:r>
          </a:p>
          <a:p>
            <a:pPr algn="ctr"/>
            <a:r>
              <a:rPr sz="4400">
                <a:solidFill>
                  <a:srgbClr val="FFFFFF"/>
                </a:solidFill>
                <a:latin typeface="Arial"/>
              </a:rPr>
              <a:t>E o sacerdote examinará a praga, e encerrará a coisa que tem a praga por sete dias.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13:51</a:t>
            </a:r>
          </a:p>
          <a:p>
            <a:pPr algn="ctr"/>
            <a:r>
              <a:rPr sz="4400">
                <a:solidFill>
                  <a:srgbClr val="FFFFFF"/>
                </a:solidFill>
                <a:latin typeface="Arial"/>
              </a:rPr>
              <a:t>Então examinará a praga ao setimo dia; se a praga se houver estendido no vestido, ou no fio urdido, ou no fio tecido, ou na pelle, para qualquer obra que fôr feita da pelle, lepra roedora é, immunda está;</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13:52</a:t>
            </a:r>
          </a:p>
          <a:p>
            <a:pPr algn="ctr"/>
            <a:r>
              <a:rPr sz="4400">
                <a:solidFill>
                  <a:srgbClr val="FFFFFF"/>
                </a:solidFill>
                <a:latin typeface="Arial"/>
              </a:rPr>
              <a:t>Pelo que se queimará aquelle vestido, ou fio urdido, ou fio tecido de lã, ou de linho, ou de qualquer obra de pelles, em que houver a praga, porque lepra roedora é; com fogo se queimará.</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13:53</a:t>
            </a:r>
          </a:p>
          <a:p>
            <a:pPr algn="ctr"/>
            <a:r>
              <a:rPr sz="4400">
                <a:solidFill>
                  <a:srgbClr val="FFFFFF"/>
                </a:solidFill>
                <a:latin typeface="Arial"/>
              </a:rPr>
              <a:t>Mas, o sacerdote, vendo, e eis que, se a praga se não estendeu no vestido, ou no fio urdido, ou no tecido, ou em qualquer obra de pelles,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13:54</a:t>
            </a:r>
          </a:p>
          <a:p>
            <a:pPr algn="ctr"/>
            <a:r>
              <a:rPr sz="4400">
                <a:solidFill>
                  <a:srgbClr val="FFFFFF"/>
                </a:solidFill>
                <a:latin typeface="Arial"/>
              </a:rPr>
              <a:t>Então o sacerdote ordenará que se lave aquillo no qual havia a praga, e o encerrará segunda vez por sete dias;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13:55</a:t>
            </a:r>
          </a:p>
          <a:p>
            <a:pPr algn="ctr"/>
            <a:r>
              <a:rPr sz="4400">
                <a:solidFill>
                  <a:srgbClr val="FFFFFF"/>
                </a:solidFill>
                <a:latin typeface="Arial"/>
              </a:rPr>
              <a:t>E o sacerdote, examinando a praga, depois que fôr lavada, e eis que se a praga não mudou o seu parecer, nem a praga se estendeu, immundo está, com fogo o queimarás; praga penetrante é, seja raso em todo ou em parte.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13:56</a:t>
            </a:r>
          </a:p>
          <a:p>
            <a:pPr algn="ctr"/>
            <a:r>
              <a:rPr sz="4400">
                <a:solidFill>
                  <a:srgbClr val="FFFFFF"/>
                </a:solidFill>
                <a:latin typeface="Arial"/>
              </a:rPr>
              <a:t>Mas se o sacerdote vir que a praga se tem recolhido, depois que fôr lavada, então a rasgará do vestido, ou da pelle, ou do fio urdido ou tecido;</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13:57</a:t>
            </a:r>
          </a:p>
          <a:p>
            <a:pPr algn="ctr"/>
            <a:r>
              <a:rPr sz="4400">
                <a:solidFill>
                  <a:srgbClr val="FFFFFF"/>
                </a:solidFill>
                <a:latin typeface="Arial"/>
              </a:rPr>
              <a:t>E, se ainda apparecer no vestido, ou no fio urdido ou tecido ou em qualquer coisa de pelles, lepra brotante é: com fogo queimarás aquillo em que ha a praga;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13:58</a:t>
            </a:r>
          </a:p>
          <a:p>
            <a:pPr algn="ctr"/>
            <a:r>
              <a:rPr sz="4400">
                <a:solidFill>
                  <a:srgbClr val="FFFFFF"/>
                </a:solidFill>
                <a:latin typeface="Arial"/>
              </a:rPr>
              <a:t>Mas o vestido, ou fio urdido ou tecido, ou qualquer coisa de pelles, que lavares, e de que a praga se retirar, se lavará segunda vez, e será limpo.</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13:59</a:t>
            </a:r>
          </a:p>
          <a:p>
            <a:pPr algn="ctr"/>
            <a:r>
              <a:rPr sz="4400">
                <a:solidFill>
                  <a:srgbClr val="FFFFFF"/>
                </a:solidFill>
                <a:latin typeface="Arial"/>
              </a:rPr>
              <a:t>Esta é a lei da praga da lepra do vestido de lã, ou de linho, ou do fio urdido ou tecido, ou de qualquer coisa de pelles, para declaral-o por limpo, ou para declaral-o por immundo.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