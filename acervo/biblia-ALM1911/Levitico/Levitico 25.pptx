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no monte de Sinai,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 Quando tiverdes entrado na terra, que eu vos dou, então a terra descançará um sabbado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annos semearás a tua terra, e seis annos podarás a tua vinha, e colherás a sua novidade: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setimo anno haverá sabbado de descanço para a terra, um sabbado ao Senhor: não semearás o teu campo nem podarás a tua vinha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nascer de si mesmo da tua sega não segarás, e as uvas da tua separação não vindimarás: anno de descanço será para a terra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sabbado da terra vos será por alimento, a ti, e ao teu servo, e á tua serva, e ao teu jornaleiro, e ao estrangeiro que peregrina comtigo;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teu gado, e aos teus animaes, que estão na tua terra, toda a sua novidade será por mantimento.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contarás sete semanas d'annos, sete vezes sete annos: de maneira que os dias das sete semanas d'annos te serão quarenta e nove annos.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no mez setimo, aos dez do mez, farás passar a trombeta do jubileu: no dia da expiação fareis passar a trombeta por toda a vossa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sanctificareis o anno quinquagesimo, e apregoareis liberdade na terra a todos os seus moradores: anno de jubileu vos será, e tornareis, cada um á sua possessão, e tornareis, cada um á sua familia.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anno quinquagesimo vos será jubileu: não semearás nem segarás o que n'elle nascer de si mesmo, nem n'elle vindimareis as uvas das separações,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jubileu é, sancto será para vós: a novidade do campo comereis.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anno do jubileu tornareis cada um á sua possessão.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venderdes alguma coisa ao vosso proximo, ou a comprardes da mão do vosso proximo, ninguem opprima a seu irmão: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 numero dos annos desde o jubileu, comprarás ao teu proximo; e conforme ao numero dos annos das novidades, elle a venderá a 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á multidão dos annos, augmentarás o seu preço, e conforme á diminuição dos annos abaixarás o seu preço; porque conforme ao numero das novidades é que elle te vende.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pois opprima ao seu proximo; mas terás temor do teu Deus: porque Eu sou o Senhor vosso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fazei os meus estatutos, e guardae os meus juizos, e fazei-os: assim habitareis seguros na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dará o seu fructo, e comereis a fartar, e n'ella habitareis seguros.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disserdes: Que comeremos no anno setimo? eis que não havemos de semear nem colher a nossa novidade;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mandarei a minha benção sobre vós no sexto anno, para que dê fructo por tres annos.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oitavo anno semeareis, e comereis da novidade velha até ao anno nono: até que venha a sua novidade, comereis a velha.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terra não se venderá em perpetuidade, porque a terra é minha: pois vós sois estrangeiros e peregrinos comigo.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em toda a terra da vossa possessão dareis resgate á terra.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teu irmão empobrecer e vender alguma porção da sua possessão, então virá o seu resgatador, seu parente, e resgatará o que vendeu seu irmão.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alguem não tiver resgatador, porém a sua mão alcançar e achar o que basta para o seu resgate,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contará os annos desde a sua venda, e o que ficar restituirá ao homem a quem o vendeu, e tornará á sua possessão.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 sua mão não alcançar o que basta para restituir-lh'a, então a que fôr vendida ficará na mão do comprador até ao anno do jubileu: porém no anno do jubileu sairá, e elle tornará á sua possessão.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algum vender uma casa de moradia em cidade murada, então a pode resgatar até que se cumpra o anno da sua venda; durante um anno inteiro será licito o seu resgate.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se, cumprindo-se-lhe um anno inteiro, ainda não fôr resgatada, então a casa, que estiver na cidade que tem muro, em perpetuidade ficará ao que a comprou, pelas suas gerações: não sairá no jubileu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casas das aldeias que não teem muro em roda serão estimadas como o campo da terra: para ellas haverá resgate, e sairão no jubileu.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tocante ás cidades dos levitas, ás casas das cidades da sua possessão, direito perpetuo de resgate terão os levitas.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feito resgate um dos levitas, então a compra da casa e da cidade da sua possessão sairá no jubileu: porque as casas das cidades dos levitas são a sua possessão no meio dos filhos de Israel.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campo do arrabalde das suas cidades não se venderá, porque lhes é possessão perpetua.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teu irmão empobrecer, e as suas forças decairem, então sustental-o-has, como estrangeiro e peregrino, para que viva comtigo.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tomarás d'elle usura nem ganho; mas do teu Deus terás temor, para que teu irmão viva comtigo.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lhe darás teu dinheiro com usura, nem darás o teu manjar por interesse.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vosso Deus, que vos tirei da terra do Egypto, para vos dar a terra de Canaan, para ser vosso Deus.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teu irmão empobrecer, estando elle comtigo, e se vender a ti, não o farás servir serviço de escravo.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jornaleiro, como peregrino estará comtigo; até ao anno do jubileu te servirá: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sairá do teu serviço, elle e seus filhos com elle, e tornará á sua familia, e á possessão de seus paes tornará.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meus servos, que tirei da terra do Egypto: não serão vendidos como se vendem os escravos.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assenhorearás d'elle com rigor, mas do teu Deus terás temor.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 teu escravo ou a tua escrava que tiveres, serão das gentes que estão ao redor de vós; d'elles comprareis escravos e escravas.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comprareis dos filhos dos forasteiros que peregrinam entre vós, d'elles e das suas gerações que estiverem comvosco, que tiverem gerado na vossa terra; e vos serão por possessão.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possuil-os-heis por herança para vossos filhos depois de vós, para herdarem a possessão; perpetuamente os fareis servir: mas sobre vossos irmãos, os filhos de Israel, cada um sobre seu irmão, não vos assenhoreareis d'elle com rigor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 mão do estrangeiro e peregrino que está comtigo alcançar riqueza, e teu irmão, que está com elle, empobrecer, e se vender ao estrangeiro ou peregrino que está comtigo, ou á raça da linhagem do estrangeiro.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se houver vendido, haverá resgate para elle: um de seus irmãos o resgatará;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seu tio, ou o filho de seu tio o resgatará; ou um dos seus parentes, da sua familia, o resgatará; ou, se a sua mão alcançar riqueza, se resgatará a si mesmo.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contará com aquelle que o comprou, desde o anno que se vendeu a elle até ao anno do jubileu, e o dinheiro da sua venda será conforme ao numero dos annos: conforme aos dias de um jornaleiro estará com elle.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ainda muitos annos faltarem, conforme a elles restituirá o seu resgate do dinheiro pelo qual foi vendido,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ainda restarem poucos annos até ao anno do jubileu, então fará contas com elle: segundo os seus annos restituirá o seu resgate.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jornaleiro, de anno em anno, estará com elle: não se assenhoreará sobre elle com rigor diante dos teus olhos.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d'esta sorte se não resgatar, sairá no anno do jubileu, elle e seus filhos com elle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25:55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Israel me são servos; meus servos são elles, que tirei da terra do Egypto: Eu sou o Senhor vosso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