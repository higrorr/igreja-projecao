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Aarão e aos seus filhos, e a todos os filhos d'Israel, e dize-lhes: Esta é a palavra que o Senhor ordenou,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homem da casa de Israel que degolar boi, ou cordeiro, ou cabra, no arraial, ou quem os degolar fóra do arraial,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não trouxer á porta da tenda da congregação, para offerecer offerta ao Senhor diante do tabernaculo do Senhor, a tal homem será imputado o sangue; derramou sangue: pelo que tal homem será extirpado do seu povo,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os filhos de Israel, trazendo os seus sacrificios, que sacrificam sobre a face do campo, os tragam ao Senhor, á porta da tenda da congregação, ao sacerdote, e os sacrifiquem por sacrificios pacificos ao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espargirá o sangue sobre o altar do Senhor, á porta da tenda da congregação, e queimará a gordura por cheiro suave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sacrificarão os seus sacrificios aos demonios, após os quaes elles fornicam: isto ser-lhes-ha por estatuto perpetuo nas suas gerações.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 pois: Qualquer homem da casa de Israel, ou dos estrangeiros que peregrinam entre vós, que offerecer holocausto ou sacrificio,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trouxer á porta da tenda da congregação, para offerecel-o ao Senhor, o tal homem será extirpado dos seus povos.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qualquer homem da casa de Israel, ou dos estrangeiros que peregrinam entre elles, que comer algum sangue, contra aquella alma que comer sangue, eu porei a minha face, e a extirparei do seu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alma da carne está no sangue; pelo que vol o tenho dado sobre o altar, para fazer expiação pelas vossas almas: porquanto é o sangue que fará expiação pela alma.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tenho dito aos filhos de Israel: Nenhuma alma de entre vós comerá sangue, nem o estrangeiro, que peregrine entre vós, comerá sangue.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Tambem, qualquer homem dos filhos de Israel, ou dos estrangeiros que peregrinam entre elles, que caçar caça d'animal ou d'ave que se come, derramará o seu sangue, e o cobrirá com pó;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é a alma de toda a carne; o seu sangue é pela sua alma: por isso tenho dito aos filhos de Israel: Não comereis o sangue de nenhuma carne, porque a alma de toda a carne é o seu sangue; qualquer que o comer será extirpado.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alma entre os naturaes, ou entre os estrangeiros, que comer corpo morto ou dilacerado, lavará os seus vestidos, e se banhará com agua, e será immunda até á tarde; depois será limpa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os não lavar, nem banhar a sua carne, levará sobre si a sua iniquidade.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