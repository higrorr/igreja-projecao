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 sua offerta fôr sacrificio pacifico: se a offerecer de gado macho ou femea, a offerecerá sem mancha diante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 sua mão sobre a cabeça da sua offerta, e a degolará diante da porta da tenda da congregação: e os filhos de Aarão, os sacerdotes, espargirão o sangue sobre o altar em roda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offerecerá do sacrificio pacifico a offerta queimada ao Senhor; a gordura que cobre a fressura, e toda a gordura que está sobre a fressura.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ambos os rins, e a gordura que está sobre elles, e sobre as tripas, e o redenho que está sobre o figado com os rins, tirará.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Aarão o queimarão sobre o altar, em cima do holocausto, que estará sobre a lenha que está no fogo: offerta queimada é de cheiro suave ao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sua offerta fôr de gado miudo por sacrificio pacifico ao Senhor, seja macho ou femea, sem mancha o offerecerá.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offerecer um cordeiro por sua offerta, offerecel-o-ha perante o Senhor;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 sua mão sobre a cabeça da sua offerta, e a degolará diante da tenda da congregação; e os filhos de Aarão espargirão o seu sangue sobre o altar em redor.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do sacrificio pacifico offerecerá ao Senhor por offerta queimada a sua gordura, a cauda toda, a qual tirará do espinhaço, e a gordura que cobre a fressura, e toda a gordura que está sobre a fressura;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tirará ambos os rins, e a gordura que está sobre elles, e sobre as tripas, e o redenho que está sobre o figado com os rins.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 queimará sobre o altar: manjar é da offerta queimada ao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 sua offerta fôr uma cabra, perante o Senhor a offerecerá,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 sua mão sobre a sua cabeça, e a degolará diante da tenda da congregação; e os filhos de Aarão espargirão o seu sangue sobre o altar em redor.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offerecerá d'ella a sua offerta, por offerta queimada ao Senhor, a gordura que cobre a fressura, e toda a gordura que está sobre a fressura;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tirará ambos os rins, e a gordura que está sobre elles, e sobre as tripas, e o redenho que está sobre o figado com os rins.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 queimará sobre o altar; manjar é da offerta queimada de cheiro suave. Toda a gordura será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Estatuto perpetuo é nas vossas gerações, em todas as vossas habitações: nenhuma gordura nem sangue algum comereis.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