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aos filhos d'Israel, dizendo: Se uma mulher conceber e parir um macho, será immunda sete dias, assim como nos dias da separação da sua enfermidade será immunda.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dia oitavo se circumcidará ao menino a carne do seu prepucio.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ficará ella trinta e tres dias no sangue da sua purificação; nenhuma coisa sancta tocará, e não virá ao sanctuario até que se cumpram os dias da sua purificação.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parir uma femea, será immunda duas semanas, como na sua separação: depois ficará sessenta e seis dias no sangue da sua purificação.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forem cumpridos os dias da sua purificação por filho ou por filha, trará um cordeiro d'um anno por holocausto, e um pombinho ou uma rola para expiação do peccado, diante da porta da tenda da congregação, ao sacerdote,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o offerecerá perante o Senhor, e por ella fará propiciação; e será limpa do fluxo do seu sangue: esta é a lei da que parir macho ou femea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Levítico 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a sua mão não alcançar assaz para um cordeiro, então tomará duas rolas, ou dois pombinhos, um para o holocausto e outro para a propiciação do peccado: assim o sacerdote por ella fará expiação, e será limpa.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