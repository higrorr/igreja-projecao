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de Israel, e dize-lhes: Quando alguem fizer particular voto, segundo a tua avaliação serão as pessoas ao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fôr a tua avaliação d'um macho, da edade de vinte annos até á edade de sessenta, será a tua avaliação de cincoenta siclos de prata, segundo o siclo do sanctuario.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fôr femea, a tua avaliação será de trinta siclos.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fôr de cinco annos até vinte, a tua avaliação d'um macho será vinte siclos, e da femea dez siclos.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fôr d'um mez até cinco annos, a tua avaliação d'um macho será de cinco siclos de prata, e a tua avaliação pela femea será de tres siclos de prata.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fôr de sessenta annos e acima, pelo macho a tua avaliação será de quinze siclos, e pela femea dez siclos.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fôr mais pobre do que a tua avaliação, então apresentar-se-ha diante do sacerdote, para que o sacerdote o avalie: conforme ao que alcançar a mão do que fez o voto, o avaliará o sacerdote.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fôr animal de que se offerece offerta ao Senhor, tudo quanto der d'elle ao Senhor será sancto.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 mudará, nem o trocará bom por mau, ou mau por bom: se porém em alguma maneira trocar animal por animal, o tal e o trocado serão ambos sanctos.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fôr algum animal immundo, dos que se não offerecem em offerta ao Senhor, então apresentará o animal diante do sacerdote,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o avaliará, seja bom ou seja mau: segundo a avaliação do sacerdote, assim será.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em alguma maneira o resgatar, então accrescentará o seu quinto além da tua avaliação.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algum sanctificar a sua casa para ser sancta ao Senhor, o sacerdote a avaliará, seja boa ou seja má: como o sacerdote a avaliar, assim será.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o que sanctificou resgatar a sua casa, então accrescentará o quinto a mais do dinheiro da tua avaliação, e será sua.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tambem algum sanctificar ao Senhor uma parte do campo da sua possessão, então a tua avaliação será segundo a sua semente: um homer de semente de cevada será avaliado por cincoenta siclos de prata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sanctificar o seu campo desde o anno do jubileu, conforme á tua avaliação ficará.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sanctificar o seu campo depois do anno do jubileu, então o sacerdote lhe contará o dinheiro conforme aos annos restantes até ao anno do jubileu, e isto se abaterá da tua avaliação.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aquelle que sanctificou o campo d'alguma maneira o resgatar, então accrescentará o quinto, a mais do dinheiro da tua avaliação, e lhe ficará.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não resgatar o campo, ou se vender o campo a outro homem, nunca mais se resgatará.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havendo o campo saido no anno do jubileu, será sancto ao Senhor, como campo consagrado: a possessão d'elle será do sacerdote.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sanctificar ao Senhor o campo que comprou, e não fôr do campo da sua possessão,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sacerdote lhe contará a somma da tua avaliação até ao anno do jubileu; e no mesmo dia dará a tua avaliação por sanctidade ao Senhor.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do jubileu o campo tornará áquelle de quem o comprou, áquelle cuja era a possessão do campo.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tua avaliação se fará conforme ao siclo do sanctuario: o siclo será de vinte geras.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que primeiro nascer d'um animal, ninguem ao Senhor sanctificará; seja boi ou gado miudo, do Senhor é.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fôr d'um animal immundo, o resgatará, segundo a tua estimação, e sobre elle accrescentará o seu quinto: e, se não se resgatar, vender-se-ha segundo a tua estimação.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Todavia, nenhuma coisa consagrada, que algum consagrar ao Senhor de tudo o que tem, d'homem, ou d'animal, ou do campo da sua possessão, se venderá nem resgatará: toda a coisa consagrada será uma coisa sanctissima ao Senhor.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coisa consagrada que fôr consagrada do homem, não será resgatada: certamente morrerá.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todas as dizimas do campo, da semente do campo, do fructo das arvores, são do Senhor: sanctas são ao Senhor.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algum das suas dizimas resgatar alguma coisa, accrescentará o seu quinto sobre ella.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Tocante a todas as dizimas de vaccas e ovelhas, tudo o que passar debaixo da vara, o dizimo será sancto ao Senhor.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esquadrinhará entre o bom e o mau, nem o trocará: mas, se em alguma maneira o trocar, o tal e o trocado será sancto; não será resgatado.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mandamentos que o Senhor ordenou a Moysés, para os filhos de Israel, no monte de Sinai.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