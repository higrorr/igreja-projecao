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a Aarão e a seus filhos com elle, e os vestidos, e o azeite da uncção, como tambem o novilho da expiação do peccado, e os dois carneiros, e o cesto dos pães asmos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 toda a congregação á porta da tenda da congregação.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pois Moysés como o Senhor lhe ordenara, e a congregação ajuntou-se á porta da tenda da congregação.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 á congregação: isto é o que o Senhor ordenou que se fizesse.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fez chegar a Aarão e a seus filhos, e os lavou com agua,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vestiu a tunica, e cingiu-o com o cinto, e pôz sobre elle o manto; tambem pôz sobre elle o ephod, e cingiu-o com o cinto de artificio do ephod, e o apertou com 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poz-lhe o peitoral, pondo no peitoral o Urim e o Thummim;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pôz a mitra sobre a sua cabeça, e na mitra diante do seu rosto pôz a lamina de oiro, a corôa da sanctidade, como o Senhor ordenara a Moysés.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tomou o azeite da uncção, e ungiu o tabernaculo, e tudo o que havia n'elle, e o sanctificou;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d'elle espargiu sete vezes sobre o altar, e ungiu o altar e todos os seus vasos, como tambem a pia e a sua base, para sanctifical-as.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derramou do azeite da uncção sobre a cabeça de Aarão, e ungiu-o, para sanctifical-o.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Moysés fez chegar os filhos de Aarão, e vestiu-lhes as tunicas, e cingiu-os com o cinto, e apertou-lhes as tiaras, como o Senhor ordenara a Moysés.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fez chegar o novilho da expiação do peccado; e Aarão e seus filhos pozeram as suas mãos sobre a cabeça do novilho da expiação do peccado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degolou; e Moysés tomou o sangue, e pôz d'elle com o seu dedo sobre os cornos do altar em redor, e expiou o altar: depois derramou o resto do sangue á base do altar, e o sanctificou, para fazer expiação sobre elle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tomou toda a gordura que está na fressura, e o redenho do figado, e os dois rins e a sua gordura: e Moysés o queimou sobre o altar.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novilho com o seu coiro, e a sua carne, e o seu esterco queimou com fogo fóra do arraial, como o Senhor ordenara a Moysés.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fez chegar o carneiro do holocausto; e Aarão e seus filhos pozeram as suas mãos sobre a cabeça do carneiro: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degolou; e Moysés espargiu o sangue sobre o altar em redor.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Partiu tambem o carneiro nos seus pedaços; e Moysés queimou a cabeça, e os pedaços e a gordura.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fressura e as pernas lavou com agua; e Moysés queimou todo o carneiro sobre o altar: holocausto de cheiro suave, uma offerta queimada era ao Senhor, como o Senhor ordenou a Moysés.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fez chegar o outro carneiro, o carneiro da consagração: e Aarão com seus filhos pozeram as suas mãos sobre a cabeça do carneiro,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degolou; e Moysés tomou do seu sangue, e o poz sobre a ponta da orelha direita de Aarão, e sobre o pollegar da sua mão direita, e sobre o pollegar do seu pé direito.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chegar os filhos de Aarão; e Moysés poz d'aquelle sangue sobre a ponta da orelha direita d'elles, e sobre o pollegar da sua mão direita, e sobre o pollegar do seu pé direito: e Moysés espargiu o resto do sangue sobre o altar em redor.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 gordura, e a cauda, e toda a gordura que está na fressura, e o redenho do figado, e ambos os rins, e a sua gordura e a espadua direita.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do cesto dos pães asmos, que estava diante do Senhor, tomou um bolo asmo, e um bolo de pão azeitado, e um coscorão, e os poz sobre a gordura e sobre a espadua direita.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isto deu nas mãos de Aarão e nas mãos de seus filhos: e os moveu por offerta de movimento perante o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Moysés tomou-os das suas mãos, e os queimou no altar sobre o holocausto; estas foram uma consagração, por cheiro suave, offerta queimada ao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Moysés o peito, e moveu-o por offerta de movimento perante o Senhor: aquella foi a porção de Moysés do carneiro da consagração, como o Senhor ordenara a Moysés.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Moysés tambem do azeite da uncção, e do sangue que estava sobre o altar, e o espargiu sobre Aarão e sobre os seus vestidos, e sobre os seus filhos, e sobre os vestidos de seus filhos com elle; e sanctificou a Aarão e os seus vestidos, e seus filhos, e os vestidos de seus filhos com elle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 a Aarão, e a seus filhos: Cozei a carne diante da porta da tenda da congregação, e ali a comei com o pão que está no cesto da consagração, como tenho ordenado, dizendo: Aarão e seus filhos a comerão.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sobejar da carne e do pão, queimareis com fogo.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 porta da tenda da congregação não saireis em sete dias, até ao dia em que se cumprirem os dias da vossa consagração: porquanto por sete dias elle vos consagrará.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 fez n'este dia, assim o Senhor ordenou se fizesse, para fazer expiação por vós.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Ficareis pois á porta da tenda da congregação dia e noite por sete dias, e fareis a guarda do Senhor, para que não morraes: porque assim me foi ordenado.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e seus filhos fizeram todas as coisas que o Senhor ordenou pela mão de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