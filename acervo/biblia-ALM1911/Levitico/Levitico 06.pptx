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alguma pessoa peccar, e trespassar contra o Senhor, e negar ao seu proximo o que se lhe deu em guarda, ou o que depoz na sua mão, ou o roubo, ou o que retem violentamente ao seu proximo,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que achou o perdido, e o negar com falso juramento, ou fizer alguma outra coisa de todas em que o homem costuma peccar;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porquanto peccou e ficou culpado, restituirá o roubo que roubou, ou o retido que retem violentamente, ou o deposito que lhe foi dado em guarda, ou o perdido que achou,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tudo aquillo sobre que jurou falsamente; e o restituirá no seu cabedal, e ainda sobre isso accrescentará o quinto; áquelle de quem é o dará no dia de sua expiação.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expiação trará ao Senhor: um carneiro sem mancha do rebanho, conforme á tua estimação, para expiação da culpa, trará ao sacerdote: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fará expiação por ella diante do Senhor, e será perdoada de qualquer de todas as coisas que fez, sendo culpada n'ellas.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a Aarão e a seus filhos, dizendo: Esta é a lei do holocausto; o holocausto será queimado sobre o altar toda a noite até á manhã, e o fogo do altar arderá n'elle.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vestirá a sua veste de linho, e vestirá as calças de linho sobre a sua carne, e levantará a cinza, quando o fogo houver consumido o holocausto sobre o altar, e a porá junto ao altar.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despirá as suas vestes, e vestirá outras vestes: e levará a cinza fóra do arraial para um logar limpo.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fogo pois sobre o altar arderá n'elle, não se apagará; mas o sacerdote accenderá lenha n'elle cada manhã, e sobre elle porá em ordem o holocausto, e sobre elle queimará a gordura das offertas pacificas.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fogo arderá continuamente sobre o altar; não se apagará.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lei da offerta de manjares: um dos filhos de Aarão a offerecerá perante o Senhor diante do altar,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d'ella tomará o seu punho cheio da flôr de farinha da offerta e do seu azeite, e todo o incenso que estiver sobre a offerta de manjares: então o accenderá sobre o altar, cheiro suave é isso, por ser memorial ao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restante d'ella comerão Aarão e seus filhos: asmo se comerá no logar sancto, no pateo da tenda da congregação o comerão.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Levedado não se cozerá: sua porção é que lhes dei das minhas offertas queimadas: coisa sanctissima é, como a expiação do peccado e como a expiação da culpa.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macho entre os filhos d'Aarão comerá d'ella: estatuto perpetuo será para as vossas gerações das offertas queimadas do Senhor; tudo o que tocar n'ellas será sancto.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offerta d'Aarão e de seus filhos, que offerecerão ao Senhor no dia em que fôr ungido: a decima parte d'um epha de flôr de farinha pela offerta de manjares continua; a metade d'ella pela manhã, e a outra metade d'ella á tarde.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N'uma caçoila se fará com azeite; cosida a trarás; e os pedaços cosidos da offerta offerecerás em cheiro suave ao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sacerdote, que de entre seus filhos fôr ungido em seu logar, fará o mesmo; por estatuto perpetuo seja, toda será queimada ao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toda a offerta do sacerdote totalmente será queimada; não se comerá.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 e a seus filhos, dizendo: Esta é a lei da expiação do peccado: no logar onde se degola o holocausto se degolará a expiação do peccado perante o Senhor; coisa sanctissima 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sacerdote que a offerecer pelo peccado a comerá: no logar sancto se comerá, no pateo da tenda da congregação.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tocar a sua carne será sancto: se espargir alguem do seu sangue sobre o seu vestido, lavarás aquillo sobre o que caiu n'um logar sancto.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vaso de barro em que fôr cosida será quebrado; porém, se fôr cosida n'um vaso de cobre, esfregar-se-ha e lavar-se-ha na agua.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macho entre os sacerdotes a comerá: coisa sanctissima é.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nenhuma expiação de peccado, cujo sangue se traz á tenda da congregação, para expiar no sanctuario, se comerá: no fogo será queimada.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