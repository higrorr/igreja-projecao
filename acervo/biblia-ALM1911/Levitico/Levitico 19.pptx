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toda a congregação dos filhos de Israel, e dize-lhes: Sanctos sereis, porque Eu, o Senhor vosso Deus, sou sancto.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temerá a sua mãe e a seu pae, e guardará os meus sabbados: Eu sou o Senhor vosso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virareis para os idolos, nem vos fareis deuses de fundição: Eu sou o Senhor vosso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sacrificardes sacrificio pacifico ao Senhor, da vossa propria vontade o sacrificareis.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em que o sacrificardes, e no dia seguinte, se comerá; mas o que sobejar ao terceiro dia será queimado com fogo.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alguma coisa d'elle fôr comida ao terceiro dia, coisa abominavel é: não será acceita.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o comer levará a sua iniquidade, porquanto profanou a sanctidade do Senhor; por isso tal alma será extirpada do seu povo.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segardes a sega da vossa terra, o canto do teu campo não segarás totalmente, nem as espigas caidas colherás da tua sega.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não rabiscarás a tua vinha, nem colherás os bagos caidos da tua vinha: deixal-os-has ao pobre e ao estrangeiro: Eu sou o Senhor vosso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furtareis nem mentireis, nem usareis de falsidade cada um com o seu proximo;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jurareis falso pelo meu nome, pois profanarás o nome do teu Deus: Eu sou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opprimirás o teu proximo, nem o roubarás: a paga do jornaleiro não ficará comtigo até á manhã.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amaldiçoarás ao surdo, nem porás tropeço diante do cego: mas terás temor do teu Deus: Eu sou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fareis injustiça no juizo: não acceitarás o pobre, nem respeitarás o grande; com justiça julgarás o teu proximo.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andarás como mexeriqueiro entre os teus povos: não te porás contra o sangue do teu proximo: Eu sou 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aborrecerás a teu irmão no teu coração: não deixarás de reprehender o teu proximo, e n'elle não soffrerás peccado.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vingarás nem guardarás ira contra os filhos do teu povo; mas amarás o teu proximo como a ti mesmo: Eu sou 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Guardareis os meus estatutos: não permittirás que se ajuntem misturadamente os teus animaes de differente especie: no teu campo não semearás semente de mistura, e vestido de diversos estofos misturados não vestireis.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um homem se deitar com uma mulher que fôr serva desposada do homem, e não fôr resgatada, nem se lhe houver dado liberdade, então serão açoitados; não morrerão, pois não foi libertada.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 expiação da sua culpa, trará ao Senhor, á porta da tenda da congregação, um carneiro da expiação,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 o carneiro da expiação da culpa, o sacerdote fará propiciação por elle perante o Senhor, pelo seu peccado que peccou; e o seu peccado, que peccou, lhe será perdoado.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tiverdes entrado na terra, e plantardes toda a arvore de comer, ser-vos-ha incircumciso o seu fructo; tres annos vos será incircumciso; d'elle não se comerá.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quarto anno todo o seu fructo será sancto para dar louvores ao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quinto anno comereis o seu fructo, para que vos faça crescer a sua novidade: Eu sou o Senhor vosso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comereis coisa alguma com o sangue; não agourareis nem adivinhareis.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cortareis o cabello, arredondando os cantos da vossa cabeça, nem damnificarás a ponta da tua barba.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mortos não dareis golpes na vossa carne: nem fareis marca alguma sobre vós: Eu sou 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contaminarás a tua filha, fazendo-a fornicar: para que a terra não fornique, nem se encha de maldade.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Guardareis os meus sabbados, e o meu sanctuario reverenciareis: Eu sou 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virareis para os adivinhadores e encantadores; não os busqueis, contaminando-vos com elles: Eu sou o Senhor vosso Deus.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das cãs te levantarás, e honrarás a face do velho; e terás temor do teu Deus: Eu sou o Senhor.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o estrangeiro peregrinar comtigo na vossa terra, não o opprimireis.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um natural entre vós será o estrangeiro que peregrina comvosco: amal-o-has como a ti mesmo, pois estrangeiros fostes na terra do Egypto: Eu sou o Senhor vosso Deus.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commettereis injustiça no juizo, nem na vara, nem no peso, nem na medida.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Balanças justas, pedras justas, epha justa, e justo hin tereis: Eu sou o Senhor vosso Deus, que vos tirei da terra do Egypto.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guardareis todos os meus estatutos, e todos os meus juizos, e os fareis: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