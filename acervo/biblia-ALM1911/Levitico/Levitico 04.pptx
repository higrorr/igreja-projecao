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Quando uma alma peccar por erro contra alguns dos mandamentos do Senhor, ácerca do que se não deve fazer, e obrar contra algum d'elles: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sacerdote ungido peccar para escandalo do povo, offerecerá pelo seu peccado, que peccou, um novilho sem mancha, ao Senhor, por expiação do peccado.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trará o novilho á porta da tenda da congregação, perante o Senhor, e porá a sua mão sobre a cabeça do novilho, e degolará o novilho perante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ungido tomará do sangue do novilho, e o trará á tenda da congregação: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molhará o seu dedo no sangue, e d'aquelle sangue espargirá sete vezes perante o Senhor, diante do véu do sanctuario.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porá o sacerdote d'aquelle sangue sobre os cornos do altar do incenso aromatico, perante o Senhor, que está na tenda da congregação: e todo o resto do sangue do novilho derramará á base do altar do holocausto, que está á porta da tenda da congregação.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gordura do novilho da expiação tirará d'elle: a gordura que cobre a fressura, e toda a gordura que está sobre a fressura,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dois rins, e a gordura que está sobre elles, que está sobre as tripas, e o redenho de sobre o figado, com os rins, o tirará,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tira do boi do sacrificio pacifico: e o sacerdote o queimará sobre o altar do holocausto.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coiro do novilho, e toda a sua carne, com a sua cabeça e as suas pernas, e as suas entranhas, e o seu esterco,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novilho levará fóra do arraial a um logar limpo, onde se lança a cinza, e o queimará com fogo sobre a lenha: onde se lança a cinza se queimará.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toda a congregação d'Israel errar, e o negocio fôr occulto aos olhos da congregação, e se fizerem, contra um de todos os mandamentos do Senhor, aquillo que se não deve fazer, e forem culpados;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peccado em que peccarem fôr notorio, então a congregação offerecerá um novilho, por expiação do peccado, e o trará diante da tenda da congregação,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anciãos da congregação porão as suas mãos sobre a cabeça do novilho perante o Senhor: e degolar-se-ha o novilho perante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ungido trará do sangue do novilho á tenda da congregação,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molhará o seu dedo n'aquelle sangue, e o espargirá sete vezes perante o Senhor, diante do véu.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d'aquelle sangue porá sobre os cornos do altar, que está perante a face do Senhor, na tenda da congregação: e todo o resto do sangue derramará á base do altar do holocausto, que está diante da porta da tenda da congregação.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tirará d'elle toda a sua gordura, e queimal-a-ha sobre o altar;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 a este novilho, como fez ao novilho da expiação; assim lhe fará, e o sacerdote por elles fará propiciação, e lhes será perdoado o peccado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levará o novilho fóra do arraial, e o queimará como queimou o primeiro novilho: é expiação do peccado da congregação.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principe peccar, e por erro obrar contra algum de todos os mandamentos do Senhor seu Deus, n'aquillo que se não deve fazer, e assim fôr culpado;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 o seu peccado, no qual peccou, lhe fôr notificado, então trará pela sua offerta um bode tirado das cabras, macho sem mancha,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do bode, e o degolará no logar onde se degola o holocausto, perante a face do Senhor: expiação do peccado 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com o seu dedo tomará do sangue da expiação, e o porá sobre os cornos do altar do holocausto: então o resto do seu sangue derramará á base do altar do holocausto.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queimará sobre o altar toda a sua gordura como gordura do sacrificio pacifico: assim o sacerdote por elle fará expiação do seu peccado, e lhe será perdoado.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qualquer outra pessoa do povo da terra peccar por erro, fazendo contra algum dos mandamentos do Senhor, aquillo que se não deve fazer, e assim fôr culpada;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 o seu peccado, no qual peccou, lhe fôr notificado, então trará pela sua offerta uma cabra sem mancha, pelo seu peccado que peccou,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da expiação do peccado, e degolará a expiação do peccado no logar do holocausto.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com o seu dedo tomará do seu sangue, e o porá sobre os cornos do altar do holocausto: e todo o resto do seu sangue derramará á base do altar;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tirará toda a gordura, como se tira a gordura do sacrificio pacifico; e o sacerdote a queimará sobre o altar por cheiro suave ao Senhor: e o sacerdote fará propiciação por ella, e lhe será perdoado o peccado.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pela sua offerta trouxer uma cordeira para expiação do peccado, sem mancha trará,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da expiação do peccado, e a degolará por expiação do peccado, no logar onde se degola o holocausto.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com o seu dedo tomará do sangue da expiação do peccado, e o porá sobre os cornos do altar do holocausto: então todo o resto do seu sangue derramará na base do altar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tirará toda a sua gordura, como se tira a gordura do cordeiro do sacrificio pacifico; e o sacerdote a queimará sobre o altar, em cima das offertas queimadas do Senhor: assim o sacerdote por ella fará expiação dos seus peccados que peccou, e lhe será perdoado o peccado.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