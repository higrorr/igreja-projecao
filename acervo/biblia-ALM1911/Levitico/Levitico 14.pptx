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fallou o Senhor a Moysés,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será a lei do leproso no dia da sua purificação: será levado ao sacerdote,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sacerdote sairá fóra do arraial, e o sacerdote, examinando, e eis que, se a praga da lepra do leproso fôr sarada,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sacerdote ordenará que por aquelle que se houver de purificar se tomem duas aves vivas e limpas, e pau de cedro, e carmezim e hyssopo.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Mandará tambem o sacerdote que se degole uma ave n'um vaso de barro sobre aguas vivas,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tomará a ave viva, e o pau de cedro, e o carmezim, e o hyssopo, e os molhará com a ave viva no sangue da ave que foi degolada sobre as aguas vivas.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sobre aquelle que ha de purificar-se da lepra espargirá sete vezes; então o declarará por limpo, e soltará a ave viva sobre a face do campo.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aquelle que tem a purificar-se lavará os seus vestidos, e rapará todo o seu pello, e se lavará com agua; assim será limpo: e depois entrará no arraial, porém ficará fóra da sua tenda por sete dias;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 que ao setimo dia rapará todo o seu pello, a sua cabeça, e a sua barba, e as sobrancelhas dos seus olhos; e rapará todo o seu outro pello, e lavará os seus vestidos, e lavará a sua carne com agua, e será limpo.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 dia oitavo tomará dois cordeiros sem mancha, e uma cordeira sem mancha, de um anno, e tres dizimas de flor de farinha para offerta de manjares, amassada com azeite, e um log de azeite;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sacerdote que faz a purificação apresentará ao homem que houver de purificar-se com aquellas coisas perante o Senhor, á porta da tenda da congregação.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sacerdote tomará um dos cordeiros, e o offerecerá por expiação da culpa, e o log de azeite; e os moverá por offerta movida perante o Senhor.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degolará o cordeiro no logar em que se degola a expiação do peccado e o holocausto, no logar sancto; porque assim a expiação da culpa como a expiação do peccado é para o sacerdote; coisa sanctissima é.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sacerdote tomará do sangue da expiação da culpa, e o sacerdote o porá sobre a ponta da orelha direita d'aquelle que tem a purificar-se, e sobre o dedo pollegar da sua mão direita, e no dedo pollegar do seu pé direito.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o sacerdote tomará do log de azeite, e o derramará na palma da sua propria mão esquerda.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sacerdote molhará o seu dedo direito no azeite que está na sua mão esquerda, e d'aquelle azeite com o seu dedo espargirá sete vezes perante o Senhor;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restante do azeite, que está na sua mão, o sacerdote porá sobre a ponta da orelha direita d'aquelle que tem a purificar-se, e sobre o dedo pollegar da sua mão direita, e sobre o dedo pollegar do seu pé direito, em cima do sangue da expiação da culpa;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restante do azeite que está na mão do sacerdote, o porá sobre a cabeça d'aquelle que tem a purificar-se: assim o sacerdote fará expiação por elle perante o Senhor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o sacerdote fará a expiação do peccado, e fará expiação por aquelle que tem a purificar-se da sua immundicia; e depois degolará o holocausto;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sacerdote offerecerá o holocausto e a offerta de manjares sobre o altar: assim o sacerdote fará expiação por elle, e será limpo.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se fôr pobre, e a sua mão não alcançar tanto, tomará um cordeiro para expiação da culpa em offerta de movimento, para fazer expiação por elle, e a dizima de flor de farinha, amassada com azeite, para offerta de manjares, e um log de azeite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duas rolas, ou dois pombinhos, conforme alcançar a sua mão, dos quaes um será para expiação do peccado, e o outro para holocausto.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14:23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 oitavo dia da sua purificação os trará ao sacerdote, á porta da tenda da congregação, perante o Senhor,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14:24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sacerdote tomará o cordeiro da expiação da culpa, e o log de azeite, e o sacerdote os moverá por offerta movida perante o Senhor.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14:25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degolará o cordeiro da expiação da culpa, e o sacerdote tomará do sangue da expiação da culpa, e o porá sobre a ponta da orelha direita d'aquelle que tem a purificar-se, e sobre o dedo pollegar da sua mão direita, e sobre o dedo pollegar do seu pé direito.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14:26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o sacerdote derramará do azeite na palma da sua propria mão esquerda;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14:27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o sacerdote com o seu dedo direito espargirá do azeite que está na sua mão esquerda, sete vezes perante o Senhor,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14:28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sacerdote porá do azeite que está na sua mão na ponta da orelha direita d'aquelle que tem a purificar-se, e no dedo pollegar da sua mão direita, e no dedo pollegar do seu pé direito; no logar do sangue da expiação da culpa.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14:29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que sobejar do azeite que está na mão do sacerdote porá sobre a cabeça do que tem a purificar-se, para fazer expiação por elle perante o Senhor.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14:30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offerecerá uma das rolas ou dos pombinhos, conforme alcançar a sua mão.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14:31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que alcançar a sua mão, será um para expiação do peccado e o outro para holocausto com a offerta de manjares; e assim o sacerdote fará expiação por aquelle que tem a purificar-se perante o Senhor.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14:32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é a lei d'aquelle em quem estiver a praga da lepra, cuja mão não alcançar aquillo para a sua purificação.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14:33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Fallou mais o Senhor a Moysés e a Aarão, dizendo: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14:34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tiverdes entrado na terra de Canaan que vos hei de dar por possessão, e eu enviar a praga da lepra em alguma casa da terra da vossa possessão,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14:35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virá aquelle, cuja fôr a casa, e o fará saber ao sacerdote, dizendo: Parece-me que ha como que praga em minha casa.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14:36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sacerdote ordenará que despejem a casa, antes que venha o sacerdote para examinar a praga, para que tudo o que está na casa não seja contaminado: e depois virá o sacerdote, para examinar a casa: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14:37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vendo a praga, e eis que se a praga nas paredes da casa tem covinhas verdes ou vermelhas, e parecem mais fundas do que a parede,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14:38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sacerdote sairá d'aquella casa para fóra da porta da casa, e cerrará a casa por sete dias.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14:39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tornará o sacerdote ao setimo dia, e examinará; e se vir que a praga nas paredes da casa se tem estendido,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14:40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sacerdote ordenará que arranquem as pedras, em que estiver a praga, e que as lancem fóra da cidade n'um logar immundo: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14:41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fará raspar a casa por dentro ao redor, e o pó que houverem raspado lançarão fóra da cidade n'um logar immundo.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14:42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tomarão outras pedras, e as porão no logar das primeiras pedras; o outro barro se tomará, e a casa se rebocará.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14:43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se a praga tornar, e brotar na casa, depois de se arrancarem as pedras, e depois da casa ser raspada, e depois de ser rebocada,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14:44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sacerdote entrará, e, examinando, eis que, se a praga na casa se tem estendido, lepra roedora ha na casa: immunda está.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14:45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se derribará a casa, as suas pedras, e a sua madeira, como tambem todo o barro da casa; e se levará para fóra da cidade a um logar immundo.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14:46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que entrar n'aquella casa, em qualquer dia em que estiver fechada, será immundo até á tarde.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14:47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o que se deitar a dormir em tal casa, lavará os seus vestidos: e o que comer em tal casa lavará os seus vestidos.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14:48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tornando o sacerdote a entrar, e, examinando, eis que, se a praga na casa se não tem estendido, depois que a casa foi rebocada, o sacerdote declarará a casa por limpa, porque a praga está curada.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14:49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tomará para expiar a casa duas aves, e pau de cedro, e carmezim e hyssopo: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14:50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degolará uma ave n'um vaso de barro sobre aguas vivas: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14:51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tomará pau de cedro, e o hyssopo, e o carmezim, e a ave viva, e o molhará na ave degolada e nas aguas vivas, e espargirá a casa sete vezes: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14:52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expiará aquella casa com o sangue da avezinha, e com as aguas vivas, e com a avezinha viva, e com o pau de cedro, e com o hyssopo, e com o carmezim.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14:53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soltará a ave viva para fóra da cidade sobre a face do campo: assim fará expiação pela casa, e será limpa.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14:54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é a lei de toda a praga da lepra, e da tinha,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14:55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 lepra dos vestidos, e das casas,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14:56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 inchação, e da apostema, e das empolas;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14:57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ensinar em que dia alguma coisa será immunda, e em que dia será limpa. Esta é a lei da lepra.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