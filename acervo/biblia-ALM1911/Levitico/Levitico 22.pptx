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 a Aarão e a seus filhos que se apartem das coisas sanctas dos filhos de Israel, que a mim me sanctificam, para que não profanem o nome da minha sanctidade: Eu sou 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Dize-lhes: Todo o homem, que entre as vossas gerações, de toda a vossa semente, se chegar ás coisas sanctas que os filhos de Israel sanctificam ao Senhor, tendo sobre si a sua immundicia, aquella alma será extirpada de diante da minha face: Eu sou o Senhor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da semente d'Aarão, que fôr leproso, ou tiver fluxo, comerá das coisas sanctas, até que seja limpo: como tambem o que tocar alguma coisa immunda de cadaver, ou aquelle de que sair a semente da copula,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qualquer que tocar a algum reptil, pelo que se fez immundo, ou a algum homem, pelo que se fez immundo, segundo toda a sua immundicia.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que o tocar será immundo até á tarde, e não comerá das coisas sanctas, mas banhará a sua carne em agua.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havendo-se o sol já posto, então será limpo, e depois comerá das coisas sanctas; porque este é o seu pão.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corpo morto e o dilacerado não comerá, para n'elle se não contaminar: Eu sou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Guardarão pois o meu mandamento, para que por isso não levem peccado, e morram n'elle, havendo-as profanado: Eu sou o Senhor que os sanctifico.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nenhum estranho comerá das coisas sanctas: nem o hospede do sacerdote nem o jornaleiro comerão das coisas sanctas.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quando o sacerdote comprar alguma alma com o seu dinheiro, aquella comerá d'ellas, e o nascido na sua casa: estes comerão do seu pão.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 filha do sacerdote se casar com homem estranho, ella não comerá da offerta movida das coisas sanctas.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quando a filha do sacerdote fôr viuva ou repudiada, e não tiver semente, e se houver tornado á casa de seu pae, como na sua mocidade, do pão de seu pae comerá; mas nenhum estranho comerá d'elle.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alguem por erro comer a coisa sancta, sobre ella accrescentará seu quinto, e o dará ao sacerdote com a coisa sancta.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não profanarão as coisas sanctas dos filhos de Israel, que offerecem ao Senhor,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os farão levar a iniquidade da culpa, comendo as suas coisas sanctas: pois Eu sou o Senhor que as sanctifico.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 Aarão, e a seus filhos, e a todos os filhos de Israel, e dize-lhes: Qualquer que, da casa de Israel, ou dos estrangeiros em Israel, offerecer a sua offerta, quer dos seus votos, quer das suas offertas voluntarias, que offerecerem ao Senhor em holocausto,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a sua vontade, offerecerá macho sem mancha, das vaccas, dos cordeiros, ou das cabras.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Nenhuma coisa em que haja defeito offerecereis, porque não seria acceita por vós.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alguem offerecer sacrificio pacifico ao Senhor, separando das vaccas ou das ovelhas um voto, ou offerta voluntaria, sem mancha será, para que seja acceito; nenhum defeito haverá n'elle.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cego, ou quebrado, ou aleijado, o verrugoso, ou sarnoso, ou cheio de impigens, este não offerecereis ao Senhor, e d'elles não poreis offerta queimada ao Senhor sobre o altar.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boi, ou gado miudo, comprido ou curto de membros, poderás offerecer por offerta voluntaria, mas por voto não será acceito.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machucado, ou moido, ou despedaçado, ou cortado, não offerecereis ao Senhor: não fareis isto na vossa terra.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da mão do estrangeiro nenhum manjar offerecereis ao vosso Deus, de todas estas coisas, pois a sua corrupção está n'ellas; falta n'ellas ha; não serão acceitas por vós.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nascer o boi, ou cordeiro, ou cabra, sete dias estará debaixo de sua mãe; depois, desde o dia oitavo em diante, será acceito por offerta queimada ao Senhor.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boi ou gado miudo, a elle e a seu filho não degolareis n'um dia.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sacrificardes sacrificio de louvores ao Senhor, o sacrificareis da vossa vontade.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mesmo dia se comerá; nada deixareis ficar até á manhã: Eu sou 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guardareis os meus mandamentos, e os fareis: Eu sou o Senhor.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profanareis o meu sancto nome, para que eu seja sanctificado no meio dos filhos de Israel: Eu sou o Senhor que vos sanctifico;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22:33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vos tirei da terra do Egypto, para vos ser por Deus: Eu sou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