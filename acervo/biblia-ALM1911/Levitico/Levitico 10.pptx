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d'Aarão, Nadab e Abihu, tomaram cada um o seu incensario, e puzeram n'elles fogo, e puzeram incenso sobre elle, e trouxeram fogo estranho perante a face do Senhor, o que lhes não ordenara.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fogo de diante do Senhor, e os consumiu; e morreram perante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 a Aarão: Isto é o que o Senhor fallou, dizendo: Serei sanctificado n'aquelles que se cheguem a mim, e serei glorificado diante de todo o povo. Porém Aarão calou-se.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chamou a Misael e a Elzaphan, filhos d'Ussiel, tio de Aarão, e disse-lhes: Chegae, tirae a vossos irmãos de diante do sanctuario, para fóra do arraial.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chegaram, e levaram-n'os nas suas tunicas para fóra do arraial, como Moysés tinha 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 a Aarão, e a seus filhos Eleazar e Ithamar: Não descobrireis as vossas cabeças, nem rasgareis vossos vestidos, para que não morraes, nem venha grande indignação sobre toda a congregação: mas vossos irmãos, toda a casa de Israel, lamentem este incendio que o Senhor accendeu.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saireis da porta da tenda da congregação, para que não morraes; porque está sobre vós o azeite da uncção do Senhor. E fizeram conforme á palavra de Moysés.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Aarão,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Vinho nem bebida forte tu e teus filhos comtigo não bebereis, quando entrardes na tenda da congregação, para que não morraes: estatuto perpetuo será isso entre as vossas gerações;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fazer differença entre o sancto e o profano e entre o immundo e o limpo,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ensinar aos filhos d'Israel todos os estatutos que o Senhor lhes tem fallado pela mão de Moysés.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 a Aarão, e a Eleazar e a Ithamar, seus filhos, que lhe ficaram: Tomae a offerta de manjares, restante das offertas queimadas do Senhor, e comei-a sem levadura junto ao altar, porquanto uma coisa sanctissima 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comereis no logar sancto; porque isto é a tua porção, e a porção de teus filhos das offertas queimadas do Senhor: porque assim me foi ordenado.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peito da offerta do movimento e a espadua da offerta alçada comereis em logar limpo, tu, e teus filhos e tuas filhas comtigo; porque foram dados por tua porção, e por porção de teus filhos, dos sacrificios pacificos dos filhos de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espadua da offerta alçada e o peito da offerta do movimento trarão com as offertas queimadas de gordura, para mover por offerta de movimento perante o Senhor; o que será por estatuto perpetuo, para ti e para teus filhos comtigo, como o Senhor tem ordenado.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diligentemente buscou o bode da expiação, e eis que já era queimado: portanto indignou-se grandemente contra Eleazar e contra Ithamar, os filhos que de Aarão ficaram, dizendo: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comestes a expiação do peccado no logar sancto? pois uma coisa sanctissima é: e o Senhor a deu a vós, para que levasseis a iniquidade da congregação, para fazer expiação por elles diante do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Eis-que não se trouxe o seu sangue para dentro do sanctuario; certamente haveis de comel-a no sanctuario, como tenho ordenado.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Aarão a Moysés: Eis-que hoje offereceram a sua expiação de peccado e o seu holocausto perante o Senhor, e taes coisas me succederam: se eu hoje comera a expiação do peccado, seria pois acceito aos olhos do Senhor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ouvindo isto, foi acceito aos seus olhos.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