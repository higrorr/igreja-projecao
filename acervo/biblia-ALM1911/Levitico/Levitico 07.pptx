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 é a lei da expiação da culpa: coisa sanctissima é.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logar onde degolam o holocausto, degolarão a expiação da culpa, e o seu sangue se espargirá sobre o altar em redor.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d'ella se offerecerá toda a sua gordura; a cauda, e a gordura que cobre a fressura.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ambos os rins, e a gordura que n'elles ha, que está sobro as tripas, e o redenho sobre o figado, com os rins se tirará,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sacerdote o queimará sobre o altar em offerta queimada ao Senhor: expiação da culpa 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macho entre os sacerdotes a comerá: no logar sancto se comerá: coisa sanctissima 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 expiação do peccado, assim será a expiação da culpa: uma mesma lei haverá para ellas; será do sacerdote que houver feito propiciação com ella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sacerdote, que offerecer o holocausto d'alguem, o mesmo sacerdote terá o coiro do holocausto que offerecer.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toda a offerta que se cozer no forno, com tudo que se preparar na sertã e na caçoila, será do sacerdote que o offerece.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toda a offerta amassada com azeite, ou secca, será de todos os filhos d'Aarão, assim de um como de outro.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 é a lei do sacrificio pacifico que se offerecerá ao Senhor: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 offerecer por offerta de louvores, com o sacrificio de louvores, offerecerá bolos asmos amassados com azeite; e coscorões asmos amassados com azeite; e os bolos amassados com azeite serão fritos, de flôr de farinha.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os bolos offerecerá pão levedado pela sua offerta, com o sacrificio de louvores da sua offerta pacifica.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toda a offerta offerecerá um d'elles por offerta alçada ao Senhor, que será do sacerdote que espargir o sangue da offerta pacifica.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carne do sacrificio de louvores da sua offerta pacifica se comerá no dia do seu offerecimento: nada se deixará d'ella até á manhã.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o sacrificio da sua offerta fôr voto, ou offerta voluntaria, no dia em que offerecer o seu sacrificio se comerá; e o que d'elle ficar tambem se comerá no dia seguinte;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que ainda ficar da carne do sacrificio ao terceiro dia será queimado no fogo.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da carne do seu sacrificio pacifico se comer ao terceiro dia, aquelle que a offereceu não será acceito, nem lhe será imputado; coisa abominavel será, e a pessoa que comer d'ella levará a sua iniquidade.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carne que tocar alguma coisa immunda não se comerá; com fogo será queimada: mas da outra carne qualquer que estiver limpo comerá d'ella.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alguma pessoa comer a carne do sacrificio pacifico, que é do Senhor, tendo ella sobre si a sua immundicia, aquella pessoa será extirpada dos seus povos.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uma pessoa tocar alguma coisa immunda, como immundicia de homem, ou gado immundo, ou qualquer abominação immunda, e comer da carne do sacrificio pacifico, que é do Senhor, aquella pessoa será extirpada dos seus povos.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fallou o Senhor a Moysés, dizendo: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aos filhos de Israel, dizendo: Nenhuma gordura de boi, nem de carneiro, nem de cabra comereis,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pode usar-se da gordura do corpo morto, e da gordura do dilacerado, para toda a obra, mas de nenhuma maneira a comereis;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qualquer que comer a gordura do animal, do qual se offerecer ao Senhor offerta queimada, a pessoa que a comer será extirpada dos seus povos.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nenhum sangue comereis em qualquer das vossas habitações, quer de aves quer de gado.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 pessoa que comer algum sangue, aquella pessoa será extirpada dos seus povos.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Moysés, dizendo: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aos filhos de Israel, dizendo: Quem offerecer ao Senhor o seu sacrificio pacifico, trará a sua offerta ao Senhor do seu sacrificio pacifico.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suas proprias mãos trarão as offertas queimadas do Senhor; a gordura do peito com o peito trará para movel-o por offerta movida perante o Senhor.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sacerdote queimará a gordura sobre o altar, porém o peito será de Aarão e de seus filhos.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 espadua direita dareis ao sacerdote por offerta alçada dos vossos sacrificios pacificos.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dos filhos de Aarão que offerecer o sangue do sacrificio pacifico. e a gordura, aquelle terá a espadua direita para a sua porção;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peito movido e a espadua alçada tomei dos filhos de Israel dos seus sacrificios pacificos, e os dei a Aarão, o sacerdote, e a seus filhos, por estatuto perpetuo dos filhos de Israel.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porção de Aarão e a porção de seus filhos das offertas queimadas do Senhor, no dia em que os apresentou para administrar o sacerdocio ao Senhor.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o Senhor ordenou que se lhes désse d'entre os filhos de Israel no dia em que os ungiu, estatuto perpetuo é pelas suas gerações.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lei do holocausto, da offerta de manjares, e da expiação do peccado, e da expiação da culpa, e da offerta das consagrações, e do sacrificio pacifico.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7:38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o Senhor ordenou a Moysés no monte Sinai, no dia em que ordenou aos filhos de Israel que offerecessem as suas offertas ao Senhor no deserto de Sinai.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