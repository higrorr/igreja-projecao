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alguma pessoa offerecer offerta de manjares ao Senhor, a sua offerta será de flôr de farinha, e n'ella deitará azeite, e porá o incenso sobre ella;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trará aos filhos de Aarão, os sacerdotes, um dos quaes tomará d'ella um punhado da flor de farinha, e do seu azeite com todo o seu incenso: e o sacerdote queimará o seu memorial sobre o altar: offerta queimada é de cheiro suave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sobejar da offerta de manjares, será de Aarão e de seus filhos: coisa sanctissima é, de offertas queimadas ao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offereceres offerta de manjares, cozida no forno, será de bolos asmos de flor de farinha, amassados com azeite, e coscorões asmos untados com azeite.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tua offerta fôr offerta de manjares, cozida na caçoila, será da flor de farinha sem fermento, amassada com azeite.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pedaços a partirás, e sobre ella deitarás azeite; offerta é de manjares.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tua offerta fôr offerta de manjares da sertã, far-se-ha da flor de farinha com azeite.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trarás a offerta de manjares, que se fará d'aquillo, ao Senhor; e se apresentará ao sacerdote, o qual a levará ao altar.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d'aquella offerta de manjares o seu memorial, e a queimará sobre o altar: offerta queimada é de cheiro suave ao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 que sobejar da offerta de manjares, será de Aarão e de seus filhos: coisa sanctissima é de offertas queimadas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offerta de manjares, que offerecerdes ao Senhor, se fará com fermento: porque de nenhum fermento, nem de mel algum, offerecereis offerta queimada ao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D'elles offerecereis ao Senhor por offerta das primicias; porém sobre o altar não subirão por cheiro suave.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offerta dos teus manjares salgarás com sal; e não deixarás faltar á tua offerta de manjares o sal do concerto do teu Deus: em toda a tua offerta offerecerás 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offereceres ao Senhor offerta de manjares das primicias, offerecerás a offerta de manjares das tuas primicias de espigas verdes, tostadas ao fogo; isto é, do grão trilhado de espigas verdes cheias.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ella deitarás azeite, e porás sobre ella incenso; offerta é de manjares.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sacerdote queimará o seu memorial do seu grão trilhado, e do seu azeite, com todo o seu incenso: offerta queimada é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