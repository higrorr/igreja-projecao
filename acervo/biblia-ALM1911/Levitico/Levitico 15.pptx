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o Senhor a Moysés e a Aarão,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Fallae aos filhos de Israel, e dizei-lhes: Qualquer homem que tiver fluxo da sua carne, será immundo por causa do seu fluxo.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pois será a sua immundicia por causa do seu fluxo: se a sua carne vasa do seu fluxo, ou se a sua carne estanca do seu fluxo, esta é a sua immundicia.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a cama, em que se deitar o que tiver fluxo, será immunda; e toda a coisa, sobre o que se assentar, será immunda.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qualquer que tocar a sua cama, lavará os seus vestidos, e se banhará em agua, e será immundo até á tarde.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aquelle que se assentar sobre aquillo em que se assentou o que tem o fluxo, lavará os seus vestidos, e se banhará em agua e será immundo até á tarde.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aquelle que tocar a carne do que tem o fluxo, lavará os seus vestidos, e se banhará em agua, e será immundo até á tarde.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tambem o que tem o fluxo cuspir sobre um limpo, então lavará este os seus vestidos, e se banhará em agua, e será immundo até á tarde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toda a sella, em que cavalgar o que tem o fluxo, será immunda.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qualquer que tocar em alguma coisa que estiver debaixo d'elle, será immundo até á tarde; e aquelle que a levar, lavará os seus vestidos, e se banhará em agua, e será immundo até á tarde.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todo aquelle, a quem tocar o que tem o fluxo, sem haver lavado as suas mãos com agua, lavará os seus vestidos, e se banhará em agua e será immundo até á tarde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vaso de barro, que tocar o que tem o fluxo, será quebrado; porém todo o vaso de madeira será lavado com agua.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Quando, pois, o que tem o fluxo, estiver limpo do seu fluxo, contar-se-*ha sete dias para a sua purificação, e lavará os seus vestidos, e banhará a sua carne em aguas vivas; e será limpo.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dia oitavo tomará duas rolas ou dois pombinhos, e virá perante o Senhor, á porta da tenda da congregação, e os dará ao sacerdote: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sacerdote offerecerá um para expiação do peccado, e o outro para holocausto; e assim o sacerdote fará por elle expiação do seu fluxo perante o Senhor.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 homem, quando sair d'elle a semente da copula, toda a sua carne banhará com agua, e será immundo até á tarde.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todo o vestido, e toda a pelle em que houver semente da copula, se lavará com agua, e será immundo até á tarde.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a mulher, com que homem se deitar com semente da copula, ambos se banharão com agua, e serão immundos até á tarde;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 mulher, quando tiver fluxo, e o seu fluxo de sangue estiver na sua carne, estará sete dias na sua separação, e qualquer que a tocar será immundo até á tarde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tudo aquillo, sobre o que ella se deitar durante a sua separação, será immundo; e tudo, sobre o que se assentar, será immundo.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qualquer que tocar a sua cama, lavará os seus vestidos, e se banhará com agua, e será immundo até á tarde.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qualquer que tocar alguma coisa, sobre o que ella se tiver assentado, lavará os seus vestidos, e se banhará com agua, e será immundo até á tarde.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tambem alguma coisa estiver sobre a cama, ou sobre o vaso em que ella se assentou, se a tocar, será immundo até á tarde.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se, com effeito, qualquer homem se deitar com ella, e a sua immundicia estiver sobre elle, immundo será por sete dias; tambem toda a cama, sobre que se deitar, será immunda.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 mulher, quando manar o fluxo do seu sangue, por muitos dias fóra do tempo da sua separação, ou quando tiver fluxo de sangue por mais tempo do que a sua separação, todos os dias do fluxo da sua immundicia será immunda, como nos dias da sua separação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a cama, sobre que se deitar todos os dias do seu fluxo, ser-lhe-ha como a cama da sua separação; e toda a coisa, sobre que se assentar, será immunda, conforme á immundicia da sua separação.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qualquer que a tocar será immundo; portanto lavará os seus vestidos, e se banhará com agua, e será immundo até á tarde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quando fôr limpa do seu fluxo, então se contarão sete dias, e depois será limpa.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15:29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oitavo dia tomará duas rolas, ou dois pombinhos, e os trará ao sacerdote, á porta da tenda da congregação.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15:30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sacerdote offerecerá um para expiação do peccado, e o outro para holocausto: e o sacerdote fará por ella expiação do fluxo da sua immundicia perante o Senhor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15:31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separareis os filhos de Israel das suas immundicias, para que não morram nas suas immundicias, contaminando o meu tabernaculo, que está no meio d'elles.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15:32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a lei d'aquelle que tem o fluxo, e d'aquelle de quem sae a semente da copula, e que fica por ella immundo;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15:33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da mulher enferma na sua separação, e d'aquelle que padece do seu fluxo, seja macho ou femea, e do homem que se deita com mulher immunda.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