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dize-lhes: As solemnidades do Senhor, que convocareis, serão sanctas convocações: estas são as minhas solemnidades: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obra se fará, mas ao setimo dia será o sabbado do descanço, sancta convocação; nenhuma obra fareis; sabbado do Senhor é em todas as vossas habitações.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solemnidades do Senhor, as sanctas convocações, que convocareis ao seu tempo determinado;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mez primeiro, aos quatorze do mez, pela tarde, é a paschoa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quinze dias d'este mez é a festa dos asmos do Senhor: sete dias comereis asmos.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dia tereis sancta convocação: nenhuma obra servil fareis;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sete dias offerecereis offerta queimada ao Senhor: ao setimo dia haverá sancta convocação: nenhuma obra servil fareis.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dize-lhes: Quando houverdes entrado na terra, que vos hei de dar, e segardes a sua sega, então trareis um mólho das primicias da vossa sega ao sacerdote: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moverá o mólho perante o Senhor, para que sejaes acceitos: ao seguinte dia do sabbado o moverá o sacerdote.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em que moverdes o mólho, preparareís um cordeiro sem mancha, de um anno, em holocausto ao Senhor,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offerta de manjares, duas dizimas de flor de farinha, amassada com azeite, para offerta queimada em cheiro suave ao Senhor, e a sua libação de vinho, o quarto de um hin.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comereis pão, nem trigo tostado, nem espigas verdes, até áquelle mesmo dia em que trouxerdes a offerta do vosso Deus: estatuto perpetuo é por vossas gerações, em todas as vossas habitações.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para vós contareis desde o dia seguinte ao sabbado, desde o dia em que trouxerdes o mólho da offerta movida: sete semanas inteiras serão.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dia seguinte, ao setimo sabbado, contareis cincoenta dias: então offerecereis nova offerta de manjares ao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vossas habitações trareis dois pães de movimento: de duas dizimas de farinha serão, levedados se cozerão: primicias são ao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com o pão offerecereis sete cordeiros sem mancha, de um anno, e um novilho, e dois carneiros; holocausto serão ao Senhor, com a sua offerta de manjares, e as suas libações, por offerta queimada de cheiro suave ao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offerecereis um bode para expiação do peccado, e dois cordeiros de um anno por sacrificio pacifico.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os moverá com o pão das primicias por offerta movida perante o Senhor, com os dois cordeiros: sanctidade serão ao Senhor para o sacerdote.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dia apregoareis que tereis sancta convocação: nenhuma obra servil fareis: estatuto perpetuo é em todas as vossas habitações pelas vossas gerações.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segardes a sega da vossa terra, não acabarás de segar os cantos do teu campo, nem colhereis as espigas caidas da tua sega; para o pobre e para o estrangeiro as deixarás: Eu sou o Senhor vosso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No mez setimo, ao primeiro do mez, tereis descanço, memoria da jubilação, sancta convocação.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obra servil fareis, mas offerecereis offerta queimada ao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dez d'este mez setimo será o dia da expiação: tereis sancta convocação, e affligireis as vossas almas; e offerecereis offerta queimada ao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dia nenhuma obra fareis, porque é o dia da expiação, para fazer expiação por vós perante o Senhor vosso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alma, que n'aquelle mesmo dia se não affligir, será extirpada do seu povo.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 a alma, que n'aquelle mesmo dia fizer alguma obra, aquella alma eu destruirei do meio do seu povo.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obra fareis: estatuto perpetuo é pelas vossas gerações em todas as vossas habitações.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Sabbado de descanço vos será; então affligireis as vossas almas: aos nove do mez á tarde, d'uma tarde a outra tarde, celebrareis o vosso sabbado.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Aos quinze dias d'este mez setimo será a festa dos tabernaculos ao Senhor por sete dias.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primeiro dia haverá sancta convocação: nenhuma obra servil fareis.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offerecereis offertas queimadas ao Senhor: ao dia oitavo tereis sancta convocação, e offerecereis offertas queimadas ao Senhor: dia de prohibição é, nenhuma obra servil fareis.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solemnidades do Senhor, que apregoareis para sanctas convocações, para offerecer ao Senhor offerta queimada, holocausto e offerta de manjares, sacrificio e libações, cada qual em seu dia proprio: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dos sabbados do Senhor, e além dos vossos dons, e além de todos os vossos votos, e além de todas as vossas offertas voluntarias que dareis ao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aos quinze dias do mez setimo, quando tiverdes recolhido a novidade da terra, celebrareis a festa do Senhor por sete dias; ao dia primeiro haverá descanço, e ao dia oitavo haverá descanço.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primeiro dia tomareis para vós ramos de formosas arvores, ramos de palmas, ramos de arvores espessas, e salgueiros de ribeiras; e vos alegrareis perante o Senhor vosso Deus por sete dias.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celebrareis esta festa ao Senhor por sete dias cada anno: estatuto perpetuo é pelas vossas gerações; no mez setimo a celebrareis.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habitareis debaixo de tendas: todos os naturaes em Israel habitarão em tendas: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saibam as vossas gerações que eu fiz habitar os filhos de Israel em tendas, quando os tirei da terra do Egypto; Eu sou o Senhor vosso Deus.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pronunciou Moysés as solemnidades do Senhor aos filhos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