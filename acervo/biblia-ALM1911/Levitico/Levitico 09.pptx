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ao dia oitavo, que Moysés chamou a Aarão e seus filhos, e os anciãos de Israel,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 Aarão: Toma-te um bezerro, para expiação do peccado, e um carneiro para holocausto, sem mancha: e traze-os perante 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fallarás aos filhos de Israel, dizendo: Tomae um bode para expiação do peccado, e um bezerro, e um cordeiro d'um anno, sem mancha, para holocausto: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um boi e um carneiro por sacrificio pacifico, para sacrificar perante o Senhor, e offerta de manjares, amassada com azeite: porquanto hoje o Senhor vos apparecerá.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trouxeram o que ordenou Moysés, diante da tenda da congregação, e chegou-se toda a congregação, e se poz perante 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Moysés: Esta coisa que o Senhor ordenou fareis: e a gloria do Senhor vos apparecerá.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Moysés a Aarão: Chega-te ao altar, e faze a tua expiação de peccado e o teu holocausto; e faze expiação por ti e pelo povo: depois faze a offerta do povo, e faze expiação por elles, como ordenou 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Aarão se chegou ao altar, e degolou o bezerro da expiação que era por 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d'Aarão trouxeram-lhe o sangue, e molhou o seu dedo no sangue, e o poz sobre os cornos do altar; e o resto do sangue derramou á base do altar.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gordura, e os rins, e o redenho do figado de expiação do peccado queimou sobre o altar, como o Senhor ordenara a Moysés.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carne e o coiro queimou com fogo fóra do arraial.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degolou o holocausto, e os filhos d'Aarão lhe entregaram o sangue, e espargiu-o sobre o altar em redor.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lhe entregaram o holo-* *causto nos seus pedaços, com a cabeça; e queimou-o sobre o altar.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lavou a fressura e as pernas, e as queimou sobre o holocausto no altar.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fez chegar a offerta do povo, e tomou o bode da expiação do peccado, que era do povo, e o degolou, e o preparou por expiação do peccado, como o primeiro.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chegar o holocausto, e o preparou segundo o rito.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chegar a offerta de manjares, e a sua mão encheu d'ella, e a queimou sobre o altar, além do holocausto da manhã.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degolou o boi e o carneiro em sacrificio pacifico, que era do povo; e os filhos de Aarão entregaram-lhe o sangue, que espargiu sobre o altar em redor,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a gordura do boi e do carneiro, a cauda, e o que cobre a fressura, e os rins, e o redenho do figado.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pozeram a gordura sobre os peitos, e queimou a gordura sobre o altar;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peitos e a espadua direita Aarão moveu por offerta de movimento perante o Senhor, como Moysés tinha ordenado.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Aarão levantou as suas mãos ao povo e os abençoou; e desceu, havendo feito a expiação do peccado, e o holocausto, e a offerta pacifica.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entraram Moysés e Aarão na tenda da congregação: depois sairam, e abençoaram ao povo; e a gloria do Senhor appareceu a todo o povo,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fogo saiu de diante do Senhor, e consumiu o holocausto e a gordura sobre o altar: o que vendo todo o povo , jubilaram e cairam sobre as suas faces.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