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5:1</a:t>
            </a:r>
          </a:p>
          <a:p>
            <a:pPr algn="ctr"/>
            <a:r>
              <a:rPr sz="4400">
                <a:solidFill>
                  <a:srgbClr val="FFFFFF"/>
                </a:solidFill>
                <a:latin typeface="Arial"/>
              </a:rPr>
              <a:t>E quando alguma pessoa peccar, ouvindo uma voz de blasphemia, de que fôr testemunha, seja que o viu, ou que o soube, se o não denunciar, então levará a sua iniquidade.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5:2</a:t>
            </a:r>
          </a:p>
          <a:p>
            <a:pPr algn="ctr"/>
            <a:r>
              <a:rPr sz="4400">
                <a:solidFill>
                  <a:srgbClr val="FFFFFF"/>
                </a:solidFill>
                <a:latin typeface="Arial"/>
              </a:rPr>
              <a:t>Ou, quando alguma pessoa tocar em alguma coisa immunda, seja corpo morto de besta fera immunda, seja corpo morto d'animal immundo, seja corpo morto de reptil immundo, ainda que lhe fosse occulto, contudo será elle immundo e culpado.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5:3</a:t>
            </a:r>
          </a:p>
          <a:p>
            <a:pPr algn="ctr"/>
            <a:r>
              <a:rPr sz="4400">
                <a:solidFill>
                  <a:srgbClr val="FFFFFF"/>
                </a:solidFill>
                <a:latin typeface="Arial"/>
              </a:rPr>
              <a:t>Ou, quando tocar a immundicia d'um homem, seja qualquer que fôr a sua immundicia, com que se faça immundo, e lhe fôr occulto, e o souber depois, será culpado.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5:4</a:t>
            </a:r>
          </a:p>
          <a:p>
            <a:pPr algn="ctr"/>
            <a:r>
              <a:rPr sz="4400">
                <a:solidFill>
                  <a:srgbClr val="FFFFFF"/>
                </a:solidFill>
                <a:latin typeface="Arial"/>
              </a:rPr>
              <a:t>Ou, quando alguma pessoa jurar, pronunciando temerariamente com os seus beiços, para fazer mal, ou para fazer bem, em tudo o que o homem pronuncia temerariamente com juramento, e lhe fôr occulto, e o souber depois, culpado será n'uma d'estas coisas.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5:5</a:t>
            </a:r>
          </a:p>
          <a:p>
            <a:pPr algn="ctr"/>
            <a:r>
              <a:rPr sz="4400">
                <a:solidFill>
                  <a:srgbClr val="FFFFFF"/>
                </a:solidFill>
                <a:latin typeface="Arial"/>
              </a:rPr>
              <a:t>Será pois que, culpado sendo n'uma d'estas coisas, confessará aquillo em que peccou,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5:6</a:t>
            </a:r>
          </a:p>
          <a:p>
            <a:pPr algn="ctr"/>
            <a:r>
              <a:rPr sz="4400">
                <a:solidFill>
                  <a:srgbClr val="FFFFFF"/>
                </a:solidFill>
                <a:latin typeface="Arial"/>
              </a:rPr>
              <a:t>E a sua expiação trará ao Senhor, pelo seu peccado que peccou: uma femea de gado miudo, uma cordeira, ou uma cabrinha pelo peccado: assim o sacerdote por ella fará expiação do seu peccado.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5:7</a:t>
            </a:r>
          </a:p>
          <a:p>
            <a:pPr algn="ctr"/>
            <a:r>
              <a:rPr sz="4400">
                <a:solidFill>
                  <a:srgbClr val="FFFFFF"/>
                </a:solidFill>
                <a:latin typeface="Arial"/>
              </a:rPr>
              <a:t>Mas, se a sua mão não alcançar o que bastar para gado miudo, então trará, em sua expiação da culpa que commetteu, ao Senhor duas rolas ou dois pombinhos; um para expiação do peccado, e o outro para holocausto;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5:8</a:t>
            </a:r>
          </a:p>
          <a:p>
            <a:pPr algn="ctr"/>
            <a:r>
              <a:rPr sz="4400">
                <a:solidFill>
                  <a:srgbClr val="FFFFFF"/>
                </a:solidFill>
                <a:latin typeface="Arial"/>
              </a:rPr>
              <a:t>E os trará ao sacerdote, o qual primeiro offerecerá aquelle que é para expiação do peccado; e com a sua unha lhe torcerá a cabeça junto ao pescoço, mas não o partirá:</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5:9</a:t>
            </a:r>
          </a:p>
          <a:p>
            <a:pPr algn="ctr"/>
            <a:r>
              <a:rPr sz="4400">
                <a:solidFill>
                  <a:srgbClr val="FFFFFF"/>
                </a:solidFill>
                <a:latin typeface="Arial"/>
              </a:rPr>
              <a:t>E do sangue da expiação do peccado espargirá sobre a parede do altar, porém o que sobejar d'aquelle sangue espremer-se-ha á base do altar: expiação do peccado 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5:10</a:t>
            </a:r>
          </a:p>
          <a:p>
            <a:pPr algn="ctr"/>
            <a:r>
              <a:rPr sz="4400">
                <a:solidFill>
                  <a:srgbClr val="FFFFFF"/>
                </a:solidFill>
                <a:latin typeface="Arial"/>
              </a:rPr>
              <a:t>E do outro fará holocausto conforme ao costume: assim o sacerdote por ella fará expiação do seu peccado que peccou, e lhe será perdoado.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5:11</a:t>
            </a:r>
          </a:p>
          <a:p>
            <a:pPr algn="ctr"/>
            <a:r>
              <a:rPr sz="4400">
                <a:solidFill>
                  <a:srgbClr val="FFFFFF"/>
                </a:solidFill>
                <a:latin typeface="Arial"/>
              </a:rPr>
              <a:t>Porém, se a sua mão não alcançar duas rolas, ou dois pombinhos, então aquelle que peccou trará pela sua offerta a decima parte d'um epha de flôr de farinha, para expiação do peccado: não deitará sobre ella azeite, nem lhe porá em cima o incenso, porquanto é expiação do peccado: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5:12</a:t>
            </a:r>
          </a:p>
          <a:p>
            <a:pPr algn="ctr"/>
            <a:r>
              <a:rPr sz="4400">
                <a:solidFill>
                  <a:srgbClr val="FFFFFF"/>
                </a:solidFill>
                <a:latin typeface="Arial"/>
              </a:rPr>
              <a:t>E a trará ao sacerdote, e o sacerdote d'ella tomará o seu punho cheio pelo seu memorial, e a queimará sobre o altar, em cima das offertas queimadas do Senhor: expiação de peccado 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5:13</a:t>
            </a:r>
          </a:p>
          <a:p>
            <a:pPr algn="ctr"/>
            <a:r>
              <a:rPr sz="4400">
                <a:solidFill>
                  <a:srgbClr val="FFFFFF"/>
                </a:solidFill>
                <a:latin typeface="Arial"/>
              </a:rPr>
              <a:t>Assim o sacerdote por ella fará expiação do seu peccado, que peccou em alguma d'estas coisas, e lhe será perdoado; e o resto será do sacerdote, como a offerta de manjares.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5:14</a:t>
            </a:r>
          </a:p>
          <a:p>
            <a:pPr algn="ctr"/>
            <a:r>
              <a:rPr sz="4400">
                <a:solidFill>
                  <a:srgbClr val="FFFFFF"/>
                </a:solidFill>
                <a:latin typeface="Arial"/>
              </a:rPr>
              <a:t>E fallou o Senhor a Moysés, dizendo: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5:15</a:t>
            </a:r>
          </a:p>
          <a:p>
            <a:pPr algn="ctr"/>
            <a:r>
              <a:rPr sz="4400">
                <a:solidFill>
                  <a:srgbClr val="FFFFFF"/>
                </a:solidFill>
                <a:latin typeface="Arial"/>
              </a:rPr>
              <a:t>Quando alguma pessoa commetter um trespasso, e peccar por ignorancia nas coisas sagradas do Senhor, então trará ao Senhor pela expiação um carneiro sem mancha do rebanho, conforme á tua estimação em siclos de prata, segundo o siclo do sanctuario, para expiação da culpa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5:16</a:t>
            </a:r>
          </a:p>
          <a:p>
            <a:pPr algn="ctr"/>
            <a:r>
              <a:rPr sz="4400">
                <a:solidFill>
                  <a:srgbClr val="FFFFFF"/>
                </a:solidFill>
                <a:latin typeface="Arial"/>
              </a:rPr>
              <a:t>Assim restituirá o que peccar nas coisas sagradas, e ainda de mais accrescentará o seu quinto, e o dará ao sacerdote: assim o sacerdote com o carneiro da expiação fará expiação por ella, e ser-lhe-ha perdoado o peccado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5:17</a:t>
            </a:r>
          </a:p>
          <a:p>
            <a:pPr algn="ctr"/>
            <a:r>
              <a:rPr sz="4400">
                <a:solidFill>
                  <a:srgbClr val="FFFFFF"/>
                </a:solidFill>
                <a:latin typeface="Arial"/>
              </a:rPr>
              <a:t>E, se alguma pessoa peccar, e obrar contra algum de todos os mandamentos do Senhor o que se não deve fazer, ainda que o não soubesse, comtudo será ella culpada, e levará a sua iniquidade: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5:18</a:t>
            </a:r>
          </a:p>
          <a:p>
            <a:pPr algn="ctr"/>
            <a:r>
              <a:rPr sz="4400">
                <a:solidFill>
                  <a:srgbClr val="FFFFFF"/>
                </a:solidFill>
                <a:latin typeface="Arial"/>
              </a:rPr>
              <a:t>E trará ao sacerdote um carneiro sem mancha do rebanho, conforme á tua estimação, para expiação da culpa, e o sacerdote por ella tará expiação do seu erro em que errou sem saber; e lhe será perdoado.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Levítico 5:19</a:t>
            </a:r>
          </a:p>
          <a:p>
            <a:pPr algn="ctr"/>
            <a:r>
              <a:rPr sz="4400">
                <a:solidFill>
                  <a:srgbClr val="FFFFFF"/>
                </a:solidFill>
                <a:latin typeface="Arial"/>
              </a:rPr>
              <a:t>Expiação de culpa é: certamente se fez culpado ao Senhor.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