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depois que morreram os dois filhos de Aarão, quando se chegaram diante do Senhor e morreram.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o Senhor a Moysés: Dize a Aarão, teu irmão que não entre no sanctuario em todo o tempo, para dentro do véu, diante do propiciatorio que está sobre a arca, para que não morra; porque eu appareço na nuvem sobre o propiciatorio.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isto Aarão entrará no sanctuario: com um novilho, para expiação do peccado, e um carneiro para holocausto.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Vestirá elle a tunica sancta de linho, e terá ceroulas de linho sobre a sua carne, e cingir-se-ha com um cinto de linho, e se cobrirá com uma mitra de linho: estes são vestidos sanctos: por isso banhará a sua carne na agua, e os vestirá.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congregação dos filhos de Israel tomará dois bodes para expiação do peccado e um carneiro para holocausto.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Aarão offerecerá o novilho da expiação, que será para elle; e fará expiação por si e pela sua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tomará ambos os bodes, e os porá perante o Senhor, á porta da tenda da congregação.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lançará sortes sobre os dois bodes: uma sorte pelo Senhor, e a outra sorte pelo bode emissario.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Aarão fará chegar o bode, sobre o qual cair a sorte pelo Senhor, e o offerecerá para expiação do peccado.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bode, sobre que cair a sorte para ser bode emissario, apresentar-se-*ha com elle, para envial-o ao deserto como bode emissario.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fará chegar o novilho da expiação, que será para elle, e fará expiação por si e pela sua casa; e degolará o novilho da expiação, que é para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Tomará tambem o incensario cheio de brazas de fogo do altar, de diante do Senhor, e os seus punhos cheios de incenso aromatico moido, e o metterá dentro do véu.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o incenso sobre o fogo perante o Senhor, e a nuvem do incenso cobrirá o propiciatorio, que está sobre o testemunho, para que não morra.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 do sangue do novilho, e com o seu dedo espargirá sobre a face do propiciatorio, para a banda do oriente; e perante o propiciatorio espargirá sete vezes do sangue com o seu dedo.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degolará o bode da expiação, que será para o povo, e trará o seu sangue para dentro do véu; e fará com o seu sangue como fez com o sangue do novilho, e o espargirá sobre o propiciatorio, e perante a face do propiciatorio.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fará expiação pelo sanctuario por causa das immundicias dos filhos de Israel e das suas transgressões, segundo todos os seus peccados: e assim fará para a tenda da congregação que mora com elles no meio das suas immundicias.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nenhum homem estará na tenda da congregação quando elle entrar a fazer expiação no sanctuario, até que elle saia: assim fará expiação por si mesmo, e pela sua casa, e por toda a congregação de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sairá ao altar, que está perante o Senhor, e fará expiação por elle; e tomará do sangue do novilho, e do sangue do bode, e o porá sobre os cornos do altar ao redor.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d'aquelle sangue espargirá sobre elle com o seu dedo sete vezes, e o purificará das immundicias dos filhos de Israel, e o sanctificará.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acabado de expiar o sanctuario, e a tenda da congregação, e o altar, então fará chegar o bode vivo.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porá ambas as suas mãos sobre a cabeça do bode vive, e sobre elle confessará todas as iniquidades dos filhos de Israel, e todas as suas transgressões, segundo todos os seus peccados: e os porá sobre a cabeça do bode, e envial-o-ha ao deserto, pela mão d'um homem designado para isso.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aquelle bode levará sobre si todas as iniquidades d'elles á terra solitaria; e enviará o bode ao deserto.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Aarão virá á tenda da congregação, e despirá os vestidos de linho, que havia vestido quando entrara no sanctuario, e ali os deixará.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banhará a sua carne em agua no logar sancto, e vestirá os seus vestidos; então sairá e preparará o seu holocausto, e o holocausto do povo, e fará expiação por si e pelo povo.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queimará a gordura da expiação do peccado sobre o altar.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tiver levado o bode (que era bode emissario) lavará os seus vestidos, e banhará a sua carne em agua; e depois entrará no arraial.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novilho da expiação, e o bode da expiação do peccado, cujo sangue foi trazido para fazer expiação no sanctuario, será levado fóra do arraial: porém as suas pelles, a sua carne, e o seu esterco queimarão com fogo.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os queimar lavará os seus vestidos, e banhará a sua carne em agua; e depois entrará no arraial.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vos será por estatuto perpetuo: no setimo mez, aos dez do mez, affligireis as vossas almas, e nenhuma obra fareis, nem o natural nem o estrangeiro que peregrina entre vós.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n'aquelle dia fará expiação por vós, para purificar-vos: e sereis purificados de todos os vossos peccados perante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um sabbado de descanço para vós, e affligireis as vossas almas: isto é estatuto perpetuo.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sacerdote, que fôr ungido, e que fôr sagrado, para administrar o sacerdocio no logar de seu pae, fará a expiação, havendo vestido os vestidos de linho, os vestidos sanctos: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expiará o sancto sanctuario; tambem expiará a tenda da congregação e o altar; similhantemente fará expiação pelos sacerdotes e por todo o povo da congregação.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vos será por estatuto perpetuo, para fazer expiação pelos filhos d'Israel de todos os seus peccados, uma vez no anno. E fez Aarão como o Senhor ordenara a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