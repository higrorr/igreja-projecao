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dirás aos filhos de Israel: Qualquer que, dos filhos de Israel, ou dos estrangeiros que peregrinam em Israel, dér da sua semente a Molech, certamente morrerá; o povo da terra o apedrejará com pedras.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porei a minha face contra esse homem, e o extirparei do meio do seu povo, porquanto deu da sua semente a Molech, para contaminar o meu sanctuario e profanar o meu sancto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povo da terra de alguma maneira esconder os seus olhos d'aquelle homem que houver dado da sua semente a Molech, assim que o não matem,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porei a minha face contra aquelle homem, e contra a sua familia, e o extirparei do meio do seu povo, com todos os que fornicam após d'elle, fornicando após de Molech.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uma alma se virar para os adivinhadores e encantadores, para fornicar após d'elles, eu porei a minha face contra aquella alma, e a extirparei do meio do seu povo.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sanctificae-vos, e sêde sanctos, pois Eu sou o Senhor vosso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guardae os meus estatutos, e fazei-os: Eu sou o Senhor que vos sanctifica.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amaldiçoar a seu pae ou a sua mãe certamente morrerá: amaldiçoou a seu pae ou a sua mãe; o seu sangue é sobre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homem que adulterar com a mulher de outro, havendo adulterado com a mulher do seu proximo, certamente morrerá o adultero e a adultera.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homem que se deitar com a mulher de seu pae descobriu a nudez de seu pae; ambos certamente morrerão: o seu sangue é sobre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Similhantemente, quando um homem se deitar com a sua nora, ambos certamente morrerão: fizeram confusão; o seu sangue é sobre 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um homem se deitar com outro homem, como com mulher, ambos fizeram abominação; certamente morrerão; o seu sangue é sobre 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um homem tomar uma mulher e a sua mãe, maldade é: a elle e a ellas queimarão com fogo, para que não haja maldade no meio de vós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um homem se deitar com um animal, certamente morrerá; e matareis o animal.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mulher que se chegar a algum animal, para ter ajuntamento com elle, aquella mulher matarás com o animal; certamente morrerão; o seu sangue é sobre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um homem tomar a sua irmã, filha de seu pae, ou filha de sua mãe, e elle vir a nudez d'ella, e ella vir a sua, torpeza é: portanto serão extirpados aos olhos dos filhos do seu povo: descobriu a nudez de sua irmã, levará sobre si a sua iniquidade.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um homem se deitar com uma mulher que tem a sua enfermidade, e descobriu a sua nudez, descobrindo a sua fonte, e ella descobrir a fonte do seu sangue, ambos serão extirpados do meio do seu povo.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nudez da irmã de tua mãe, ou da irmã de teu pae não descobrirás: porquanto descobriu a sua parenta, sobre si levarão a sua iniquidade.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um homem se deitar com a sua tia descobriu a nudez de seu tio: seu peccado sobre si levarão; sem filhos morrerão.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um homem tomar a mulher de seu irmão, immundicia é: a nudez de seu irmão descobriu: sem filhos ficarão.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 pois todos os meus estatutos, e todos os meus juizos, e fazei-os, para que vos não vomite a terra, na qual eu vos metto para habitar n'ella.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andeis nos estatutos da gente que eu lanço fóra diante da vossa face, porque fizeram todas estas coisas: portanto fui enfadado d'elles.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vós vos tenho dito: Em herança possuireis a sua terra, e eu a darei a vós, para possuil-a em herança, terra que mana leite e mel: Eu sou o Senhor vosso Deus, que vos separei dos povos.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Fareis pois differença entre os animaes limpos e immundos, e entre as aves immundas e as limpas; e as vossas almas não fareis abominaveis por causa dos animaes, ou das aves, ou de tudo o que se arrasta sobre a terra; as quaes coisas apartae de vós, para tel-as por immundas.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ser-me-heis sanctos, porque Eu, o Senhor, sou sancto, e separei-vos dos povos, para serdes meus.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algum homem ou mulher em si tiver um espirito adivinho, ou fôr encantador, certamente morrerão: com pedras se apedrejarão; o seu sangue é sobre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