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a:t>
            </a:r>
          </a:p>
          <a:p>
            <a:pPr algn="ctr"/>
            <a:r>
              <a:rPr sz="4400">
                <a:solidFill>
                  <a:srgbClr val="FFFFFF"/>
                </a:solidFill>
                <a:latin typeface="Arial"/>
              </a:rPr>
              <a:t>Fallou mais o Senhor a Moysés, dizendo: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a:t>
            </a:r>
          </a:p>
          <a:p>
            <a:pPr algn="ctr"/>
            <a:r>
              <a:rPr sz="4400">
                <a:solidFill>
                  <a:srgbClr val="FFFFFF"/>
                </a:solidFill>
                <a:latin typeface="Arial"/>
              </a:rPr>
              <a:t>Falla aos filhos de Israel, e dize-lhes: Eu sou o Senhor vosso Deus.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18:3</a:t>
            </a:r>
          </a:p>
          <a:p>
            <a:pPr algn="ctr"/>
            <a:r>
              <a:rPr sz="4400">
                <a:solidFill>
                  <a:srgbClr val="FFFFFF"/>
                </a:solidFill>
                <a:latin typeface="Arial"/>
              </a:rPr>
              <a:t>Não fareis segundo as obras da terra do Egypto, em que habitastes, nem fareis segundo as obras da terra de Canaan, na qual eu vos metto, nem andareis nos seus estatutos.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18:4</a:t>
            </a:r>
          </a:p>
          <a:p>
            <a:pPr algn="ctr"/>
            <a:r>
              <a:rPr sz="4400">
                <a:solidFill>
                  <a:srgbClr val="FFFFFF"/>
                </a:solidFill>
                <a:latin typeface="Arial"/>
              </a:rPr>
              <a:t>Fareis conforme aos meus juizos, e os meus estatutos guardareis, para andardes n'elles: Eu sou o Senhor vosso Deus,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18:5</a:t>
            </a:r>
          </a:p>
          <a:p>
            <a:pPr algn="ctr"/>
            <a:r>
              <a:rPr sz="4400">
                <a:solidFill>
                  <a:srgbClr val="FFFFFF"/>
                </a:solidFill>
                <a:latin typeface="Arial"/>
              </a:rPr>
              <a:t>Portanto os meus estatutos e os meus juizos guardareis; os quaes, fazendo o homem, viverá por elles: Eu sou o Senhor.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18:6</a:t>
            </a:r>
          </a:p>
          <a:p>
            <a:pPr algn="ctr"/>
            <a:r>
              <a:rPr sz="4400">
                <a:solidFill>
                  <a:srgbClr val="FFFFFF"/>
                </a:solidFill>
                <a:latin typeface="Arial"/>
              </a:rPr>
              <a:t>Nenhum homem se chegará a qualquer parenta da sua carne, para descobrir a sua nudez: Eu sou o Senhor.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18:7</a:t>
            </a:r>
          </a:p>
          <a:p>
            <a:pPr algn="ctr"/>
            <a:r>
              <a:rPr sz="4400">
                <a:solidFill>
                  <a:srgbClr val="FFFFFF"/>
                </a:solidFill>
                <a:latin typeface="Arial"/>
              </a:rPr>
              <a:t>Não descobrirás a nudez de tua mãe: ella é tua mãe; não descobrirás a sua nudez.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18:8</a:t>
            </a:r>
          </a:p>
          <a:p>
            <a:pPr algn="ctr"/>
            <a:r>
              <a:rPr sz="4400">
                <a:solidFill>
                  <a:srgbClr val="FFFFFF"/>
                </a:solidFill>
                <a:latin typeface="Arial"/>
              </a:rPr>
              <a:t>Não descobrirás a nudez da mulher de teu pae.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18:9</a:t>
            </a:r>
          </a:p>
          <a:p>
            <a:pPr algn="ctr"/>
            <a:r>
              <a:rPr sz="4400">
                <a:solidFill>
                  <a:srgbClr val="FFFFFF"/>
                </a:solidFill>
                <a:latin typeface="Arial"/>
              </a:rPr>
              <a:t>A nudez de tua irmã, filha de teu pae, ou filha de tua mãe, nascida em casa, ou fóra da casa, a sua nudez não descobrirás.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18:10</a:t>
            </a:r>
          </a:p>
          <a:p>
            <a:pPr algn="ctr"/>
            <a:r>
              <a:rPr sz="4400">
                <a:solidFill>
                  <a:srgbClr val="FFFFFF"/>
                </a:solidFill>
                <a:latin typeface="Arial"/>
              </a:rPr>
              <a:t>A nudez da filha do teu filho, ou da filha de tua filha, a sua nudez não descobrirás: porque ella é tua nudez.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18:11</a:t>
            </a:r>
          </a:p>
          <a:p>
            <a:pPr algn="ctr"/>
            <a:r>
              <a:rPr sz="4400">
                <a:solidFill>
                  <a:srgbClr val="FFFFFF"/>
                </a:solidFill>
                <a:latin typeface="Arial"/>
              </a:rPr>
              <a:t>A nudez da filha da mulher de teu pae, gerada de teu pae (ella é tua irmã), a sua nudez não descobrirás.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18:12</a:t>
            </a:r>
          </a:p>
          <a:p>
            <a:pPr algn="ctr"/>
            <a:r>
              <a:rPr sz="4400">
                <a:solidFill>
                  <a:srgbClr val="FFFFFF"/>
                </a:solidFill>
                <a:latin typeface="Arial"/>
              </a:rPr>
              <a:t>A nudez da irmã de teu pae não descobrirás; ella é parenta de teu pae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18:13</a:t>
            </a:r>
          </a:p>
          <a:p>
            <a:pPr algn="ctr"/>
            <a:r>
              <a:rPr sz="4400">
                <a:solidFill>
                  <a:srgbClr val="FFFFFF"/>
                </a:solidFill>
                <a:latin typeface="Arial"/>
              </a:rPr>
              <a:t>A nudez da irmã de tua mãe não descobrirás; pois ella é parenta de tua mãe.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18:14</a:t>
            </a:r>
          </a:p>
          <a:p>
            <a:pPr algn="ctr"/>
            <a:r>
              <a:rPr sz="4400">
                <a:solidFill>
                  <a:srgbClr val="FFFFFF"/>
                </a:solidFill>
                <a:latin typeface="Arial"/>
              </a:rPr>
              <a:t>A nudez do irmão de teu pae não descobrirás; não chegarás á sua mulher; ella é tua tia.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18:15</a:t>
            </a:r>
          </a:p>
          <a:p>
            <a:pPr algn="ctr"/>
            <a:r>
              <a:rPr sz="4400">
                <a:solidFill>
                  <a:srgbClr val="FFFFFF"/>
                </a:solidFill>
                <a:latin typeface="Arial"/>
              </a:rPr>
              <a:t>A nudez de tua nora não descobrirás: ella é mulher de teu filho: não descobrirás a sua nudez.</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18:16</a:t>
            </a:r>
          </a:p>
          <a:p>
            <a:pPr algn="ctr"/>
            <a:r>
              <a:rPr sz="4400">
                <a:solidFill>
                  <a:srgbClr val="FFFFFF"/>
                </a:solidFill>
                <a:latin typeface="Arial"/>
              </a:rPr>
              <a:t>A nudez da mulher de teu irmão não descobrirás; é a nudez de teu irmão.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18:17</a:t>
            </a:r>
          </a:p>
          <a:p>
            <a:pPr algn="ctr"/>
            <a:r>
              <a:rPr sz="4400">
                <a:solidFill>
                  <a:srgbClr val="FFFFFF"/>
                </a:solidFill>
                <a:latin typeface="Arial"/>
              </a:rPr>
              <a:t>A nudez d'uma mulher e de sua filha não descobrirás: não tomarás a filha de seu filho, nem a filha de sua filha, para descobrir a sua nudez; parentas são: maldade 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18:18</a:t>
            </a:r>
          </a:p>
          <a:p>
            <a:pPr algn="ctr"/>
            <a:r>
              <a:rPr sz="4400">
                <a:solidFill>
                  <a:srgbClr val="FFFFFF"/>
                </a:solidFill>
                <a:latin typeface="Arial"/>
              </a:rPr>
              <a:t>E não tomarás uma mulher com sua irmã, para affligil-a, descobrindo a sua nudez com ella na sua vida.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18:19</a:t>
            </a:r>
          </a:p>
          <a:p>
            <a:pPr algn="ctr"/>
            <a:r>
              <a:rPr sz="4400">
                <a:solidFill>
                  <a:srgbClr val="FFFFFF"/>
                </a:solidFill>
                <a:latin typeface="Arial"/>
              </a:rPr>
              <a:t>E não chegarás á mulher durante a separação da sua immundicia, para descobrir a sua nudez,</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18:20</a:t>
            </a:r>
          </a:p>
          <a:p>
            <a:pPr algn="ctr"/>
            <a:r>
              <a:rPr sz="4400">
                <a:solidFill>
                  <a:srgbClr val="FFFFFF"/>
                </a:solidFill>
                <a:latin typeface="Arial"/>
              </a:rPr>
              <a:t>Nem te deitarás com a mulher de teu proximo para copula de semente, para te contaminar com ella.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18:21</a:t>
            </a:r>
          </a:p>
          <a:p>
            <a:pPr algn="ctr"/>
            <a:r>
              <a:rPr sz="4400">
                <a:solidFill>
                  <a:srgbClr val="FFFFFF"/>
                </a:solidFill>
                <a:latin typeface="Arial"/>
              </a:rPr>
              <a:t>E da tua semente não darás para fazer passar pelo fogo perante Molech; e não profanarás o nome de teu Deus: Eu sou o Senhor.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18:22</a:t>
            </a:r>
          </a:p>
          <a:p>
            <a:pPr algn="ctr"/>
            <a:r>
              <a:rPr sz="4400">
                <a:solidFill>
                  <a:srgbClr val="FFFFFF"/>
                </a:solidFill>
                <a:latin typeface="Arial"/>
              </a:rPr>
              <a:t>Com macho te não deitarás, como se fosse mulher: abominação 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18:23</a:t>
            </a:r>
          </a:p>
          <a:p>
            <a:pPr algn="ctr"/>
            <a:r>
              <a:rPr sz="4400">
                <a:solidFill>
                  <a:srgbClr val="FFFFFF"/>
                </a:solidFill>
                <a:latin typeface="Arial"/>
              </a:rPr>
              <a:t>Nem te deitarás com um animal, para te não contaminar com elle: nem a mulher se porá perante um animal, para ajuntar-se com elle; confusão 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18:24</a:t>
            </a:r>
          </a:p>
          <a:p>
            <a:pPr algn="ctr"/>
            <a:r>
              <a:rPr sz="4400">
                <a:solidFill>
                  <a:srgbClr val="FFFFFF"/>
                </a:solidFill>
                <a:latin typeface="Arial"/>
              </a:rPr>
              <a:t>Com nenhuma d'estas coisas vos contamineis: porque em todas estas coisas se contaminaram as gentes que eu lanço fóra de diante da vossa face.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18:25</a:t>
            </a:r>
          </a:p>
          <a:p>
            <a:pPr algn="ctr"/>
            <a:r>
              <a:rPr sz="4400">
                <a:solidFill>
                  <a:srgbClr val="FFFFFF"/>
                </a:solidFill>
                <a:latin typeface="Arial"/>
              </a:rPr>
              <a:t>Pelo que a terra está contaminada; e eu visitarei sobre ella a sua iniquidade, e a terra vomitará os seus moradores.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18:26</a:t>
            </a:r>
          </a:p>
          <a:p>
            <a:pPr algn="ctr"/>
            <a:r>
              <a:rPr sz="4400">
                <a:solidFill>
                  <a:srgbClr val="FFFFFF"/>
                </a:solidFill>
                <a:latin typeface="Arial"/>
              </a:rPr>
              <a:t>Porém vós guardareis os meus estatutos e os meus juizos, e nenhuma d'estas abominações fareis, nem o natural, nem o estrangeiro que peregrina entre vós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18:27</a:t>
            </a:r>
          </a:p>
          <a:p>
            <a:pPr algn="ctr"/>
            <a:r>
              <a:rPr sz="4400">
                <a:solidFill>
                  <a:srgbClr val="FFFFFF"/>
                </a:solidFill>
                <a:latin typeface="Arial"/>
              </a:rPr>
              <a:t>Porque todas estas abominações fizeram os homens d'esta terra, que n'ella estavam antes de vós; e a terra foi contaminada.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18:28</a:t>
            </a:r>
          </a:p>
          <a:p>
            <a:pPr algn="ctr"/>
            <a:r>
              <a:rPr sz="4400">
                <a:solidFill>
                  <a:srgbClr val="FFFFFF"/>
                </a:solidFill>
                <a:latin typeface="Arial"/>
              </a:rPr>
              <a:t>Para que a terra vos não vomite, havendo-a contaminado, como vomitou a gente que n'ella estava antes de vós.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18:29</a:t>
            </a:r>
          </a:p>
          <a:p>
            <a:pPr algn="ctr"/>
            <a:r>
              <a:rPr sz="4400">
                <a:solidFill>
                  <a:srgbClr val="FFFFFF"/>
                </a:solidFill>
                <a:latin typeface="Arial"/>
              </a:rPr>
              <a:t>Porém, qualquer que fizer alguma d'estas abominações, as almas que as fizeram serão extirpadas do seu povo.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18:30</a:t>
            </a:r>
          </a:p>
          <a:p>
            <a:pPr algn="ctr"/>
            <a:r>
              <a:rPr sz="4400">
                <a:solidFill>
                  <a:srgbClr val="FFFFFF"/>
                </a:solidFill>
                <a:latin typeface="Arial"/>
              </a:rPr>
              <a:t>Portanto guardareis o meu mandado, não fazendo nenhum dos estatutos abominaveis que se fizeram antes de vós, e não vos contamineis com elles: Eu sou o Senhor vosso Deus.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