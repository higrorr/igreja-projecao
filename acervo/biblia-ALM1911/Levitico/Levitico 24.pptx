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Ordena aos filhos d'Israel que te tragam azeite de oliveiras, puro, batido, para a luminaria, para accender as lampadas continuamente.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Aarão as porá em ordem perante o Senhor continuamente, desde a tarde até á manhã, fóra do véu do testemunho, na tenda da congregação: estatuto perpetuo é pelas vossas gerações.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 castiçal puro porá em ordem as lampadas perante o Senhor continuamente.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tomarás da flor de farinha, e d'ella cozerás doze bolos: cada bolo será de duas dizimas.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porás em duas fileiras, seis em cada fileira, sobre a mesa pura, perante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cada fileira porás incenso puro, para que seja para o pão por offerta memorial; offerta queimada é ao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cada dia de sabbado, isto se porá em ordem perante o Senhor continuamente, pelos filhos de Israel, por concerto perpetuo.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de Aarão e de seus filhos, os quaes o comerão no logar sancto, porque uma coisa sanctissima é para elle, das offertas queimadas ao Senhor, por estatuto perpetuo.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um filho d'uma mulher israelita, o qual era filho d'um homem egypcio, no meio dos filhos de Israel; e o filho da israelita e um homem israelita porfiaram no arraial.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filho da mulher israelita blasphemou o nome do Senhor, e o amaldiçoou, pelo que o trouxeram a Moysés: e o nome de sua mãe era Shelomith, filha de Dibri, da tribu de Dan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levaram á prisão, até que se lhes fizesse declaração pela bocca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 que tem blasphemado para fóra do arraial; e todos os que o ouviram porão as suas mãos sobre a sua cabeça: então toda a congregação o apedrejará.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filhos de Israel fallarás, dizendo: Qualquer que amaldiçoar o seu Deus, levará sobre si o seu peccado.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blasphemar o nome do Senhor, certamente morrerá; toda a congregação certamente o apedrejará; assim o estrangeiro como o natural, blasphemando o nome do Senhor, será morto.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matar a alguem certamente morrerá.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quem matar um animal, o restituirá, vida por vida.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alguem desfigurar o seu proximo, como elle fez assim lhe será feito: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Quebradura por quebradura, olho por olho, dente por dente: como elle tiver desfigurado a algum homem, assim se lhe fará.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pois matar um animal, restituil-o-ha, mas quem matar um homem será morto.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mesma lei tereis; assim será o estrangeiro como o natural; pois eu sou o Senhor vosso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aos filhos de Israel que levassem o que tinha blasphemado para fóra do arraial, e o apedrejassem com pedras: e fizeram os filhos de Israel como o Senhor ordenara a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