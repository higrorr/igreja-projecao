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o Senhor a Moysés: Falla aos sacerdotes, filhos d'Aarão, e dize-lhes: O sacerdote não se contaminará por causa d'um morto entre os seus povos,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por seu parente mais chegado a elle: por sua mãe, e por seu pae, e por seu filho, e sua filha, e por seu irmão,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sua irmã virgem, chegada a elle, que ainda não teve marido: por ella se contaminará.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contaminará por principe entre os seus povos, para se profanar.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farão calva na sua cabeça, e não raparão a ponta da sua barba, nem darão golpes na sua carne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Sanctos serão a seu Deus, e não profanarão o nome do seu Deus, porque offerecem as offertas queimadas do Senhor, o pão do seu Deus: portanto serão sanctos.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tomarão mulher prostituta ou infame, nem tomarão mulher repudiada de seu marido; pois sancto é a seu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sanctificarás, porquanto offerece o pão do teu Deus: sancto será para ti, pois Eu, o Senhor que vos sanctifica, sou sancto.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 filha d'um sacerdote começar a fornicar, profana a seu pae; com fogo será queimada.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summo sacerdote entre seus irmãos, sobre cuja cabeça foi derramado o azeite da uncção, e que fôr sagrado para vestir os vestidos, não descobrirá a sua cabeça nem rasgará os seus vestidos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 chegará a cadaver algum, nem por causa de seu pae, nem por sua mãe, se contaminará;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sairá do sanctuario, para que não profane o sanctuario do seu Deus, pois a corôa do azeite da uncção do seu Deus está sobre elle; Eu sou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tomará uma mulher na sua virgindade.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Viuva, ou repudiada, ou deshonrada, ou prostituta, estas não tomará, mas virgem dos seus povos tomará por mulher.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profanará a sua semente entre os seus povos; porque Eu sou o Senhor que o sanctifico.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Aarão, dizendo: Ninguem da tua semente, nas suas gerações, em que houver alguma falta, se chegará a offerecer o pão do seu Deus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nenhum homem em quem houver alguma deformidade se chegará: como homem cego, ou côxo, ou de nariz chato, ou de membros demasiadamente compridos,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homem que tiver quebrado o pé, ou quebrada a mão,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corcovado, ou anão, ou que tiver belida no olho, ou sarna, ou impigens, ou que tiver testículo quebrado.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homem da semente de Aarão, o sacerdote, em quem houver alguma deformidade, se chegará para offerecer as offertas queimadas do Senhor: falta n'elle ha; não se chegará para offerecer o pão do seu Deus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pão do seu Deus das sanctidades de sanctidades e das coisas sanctas poderá comer.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até ao véu não entrará, nem se chegará ao altar, porquanto falta ha n'elle, para que não profane os meus sanctuarios; porque Eu sou o Senhor que os sanctifico.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fallou isto a Aarão e a seus filhos, e a todos os filhos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