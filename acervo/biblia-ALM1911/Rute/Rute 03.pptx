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Noemi, sua sogra: Minha filha, não hei de eu buscar descanço, para que fiques bem?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pois, não é Boaz, com cujas moças estiveste, de nossa parentela? eis que esta noite padejará a cevada na eira.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Lava-te pois, e unge-te, e veste os teus vestidos, e desce á eira: porém não te dês a conhecer ao homem, até que tenha acabado de comer e beber.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quando elle se deitar, notarás o logar em que se deitar; então entra, e descobrir-lhe-has os pés, e te deitarás, e elle te fará saber o que deves fazer.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 disse: Tudo quanto me disseres, farei.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para a eira, e fez conforme a tudo quanto sua sogra lhe tinha ordenado.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Boaz comido e bebido, e estando já o seu coração alegre, veiu deitar-se ao pé de uma meda; então veiu ella de mansinho, e lhe descobriu os pés, e se deitou.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pela meia noite, o homem estremeceu, e se voltou: e eis que uma mulher jazia a seus pés.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Quem és tu? E ella disse: Sou Ruth, tua serva; estende pois tua aba sobre a tua serva, porque tu és o remidor.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Bemdita sejas tu do Senhor, minha filha; melhor fizeste esta tua ultima beneficencia do que a primeira, pois após de nenhuns mancebos foste, quer pobres quer ricos.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minha filha, não temas; tudo quanto disseste te farei, pois toda a cidade do meu povo sabe que és mulher virtuosa.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 é muito verdade que eu sou remidor: mas ainda outro remidor ha mais chegado do que eu.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Fica-te aqui esta noite, e será que, pela manhã, se elle te redimir, bem está, elle te redima; porém, se te não quizer redimir, vive o Senhor, que eu te redimirei: deita-te aqui até ámanhã.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Ficou-se pois deitada a seus pés até pela manhã, e levantou-se antes que podesse um conhecer a outro, porquanto disse: Não se saiba que alguma mulher veiu á eira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Dá cá o roupão que tens sobre ti, e tem mão n'elle. E ella teve mão n'elle; e elle mediu seis medidas de cevada, e lh'as poz em cima; então entrou na cidade,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á sua sogra, a qual disse: Quem és tu, minha filha? E ella lhe contou tudo quanto aquelle homem lhe fizera.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Estas seis medidas de cevada me deu, porque me disse: Não vás vazia a tua sogra.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ella: Está quieta, minha filha, até que saibas como irá o caso, porque aquelle homem não descançará até que conclua hoje este negocio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