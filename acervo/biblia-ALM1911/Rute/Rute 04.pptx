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Boaz subiu á porta, e assentou-se ali: e eis que o remidor de que Boaz tinha fallado ia passando, e disse-lhe: Ó fulano, desvia-te para cá, assenta-te aqui. E desviou-se para ali, e assentou-se.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dez homens dos anciãos da cidade, e disse: Assentae-vos aqui. E assentaram-se.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 remidor: Aquella parte da terra que foi de Elimelech, nosso irmão, Noemi, que tornou da terra dos moabitas, a vendeu.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eu: Manifestal-o-hei em teus ouvidos, dizendo: Toma-a diante dos habitantes, e diante dos anciãos do meu povo; se a has de redimir, redime-a, e, se não se houver de redimir, declara-m'o, para que o saiba, pois outro não ha senão tu que a redima, e eu depois de ti. Então disse elle: Eu a redimirei.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Boaz: No dia em que tomares a terra da mão de Noemi, tambem a tomarás da mão de Ruth, a moabita, mulher do defunto, para suscitar o nome do defunto sobre a sua herdade.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remidor: Para mim não a poderei redimir, para que não damne a minha herdade: redime tu a minha remissão para ti, porque eu não a poderei redimir.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Havia, pois, já de muito tempo este costume em Israel, emquanto a remissão e contracto, para confirmar todo o negocio, que o homem descalçava o sapato e o dava ao seu proximo: e isto era por testemunho em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o remidor a Boaz: Toma-a para ti. E descalçou o sapato.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Boaz disse aos anciãos e a todo o povo: Sois hoje testemunhas de que tomei tudo quanto foi d'Elimelech, e de Chilion, e de Mahlon, da mão de Noemi,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que tambem tomo por mulher a Ruth, a moabita, que foi mulher de Mahlon, para suscitar o nome do defunto sobre a sua herdade, para que o nome do defunto não seja desarraigado d'entre seus irmãos e da porta do seu logar: d'isto sois hoje testemunhas.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que estava na porta, e os anciãos, disseram: Somos testemunhas: o Senhor faça a esta mulher, que entra na tua casa, como a Rachel e como a Leah, que ambas edificaram a casa d'Israel; e ha-te já valorosamente em Ephrata, e faze-te nome afamado em Beth-lehem.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 a tua casa como a casa de Perez (que Tamar pariu a Judah), da semente que o Senhor te der d'esta moça.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tomou Boaz a Ruth, e ella lhe foi por mulher; e elle entrou a ella, e o Senhor lhe deu conceição, e pariu um filho.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 mulheres disseram a Noemi: Bemdito seja o Senhor, que não deixou hoje de te dar remidor, e seja o seu nome afamado em Israel.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te será por recreador da alma, e conservará a tua velhice, pois tua nora, que te ama, o pariu, e ella te é melhor do que sete filhos.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Noemi tomou o filho, e o poz no seu regaço, e foi sua ama.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visinhas lhe deram um nome, dizendo: A Noemi nasceu um filho. E chamaram o seu nome Obed. Este é o pae de Jessé, pae de David.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pois as gerações de Perez: Perez gerou a Esrom,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Esrom gerou a Arão, e Arão gerou a Amminadab,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Amminadab gerou a Nahasson, e Nahasson gerou a Salmon,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Salmon gerou a Boaz, e Boaz gerou a Obed,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Obed gerou a Jessé, e Jessé gerou a David.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