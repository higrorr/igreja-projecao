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Rute 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nos dias em que os juizes julgavam, houve uma fome na terra: pelo que um homem de Beth-lehem de Judah saiu a peregrinar nos campos de Moab, elle e sua mulher, e seus dois filhos: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Rute 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era o nome d'este homem Elimelech, e o nome de sua mulher Noemi, e os nomes de seus dois filhos Mahon e Chilion, ephrateos, de Beth-lehem de Judah: e vieram aos campos de Moab, e ficaram ali.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Rute 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morreu Elimelech, marido de Noemi: e ficou ella com os seus dois filhos,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Rute 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quaes tomaram para si mulheres moabitas: e era o nome d'uma Orpha, e o nome da outra Ruth; e ficaram ali quasi dez annos.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Rute 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morreram tambem ambos, Mahalon e Chilion, ficando assim esta mulher desamparada dos seus dois filhos e de seu marido.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Rute 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se levantou ella com as suas noras, e voltou dos campos de Moab: porquanto na terra de Moab ouviu que o Senhor tinha visitado o seu povo. dando-lhe pão.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Rute 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saiu do logar onde estivera, e as suas duas noras com ella. E, indo ellas caminhando, para voltarem para a terra de Judah,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Rute 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Noemi ás suas duas noras: Ide, voltae cada uma á casa de sua mãe; e o Senhor use comvosco de benevolencia, como vós usastes com os defuntos e comigo.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Rute 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vos dê que acheis descanço cada uma em casa de seu marido. E, beijando-as ella, levantaram a sua voz e choraram.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Rute 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disseram-lhe: Certamente voltaremos comtigo ao teu povo.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Rute 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Noemi disse: Tornae, minhas filhas, porque irieis comigo? tenho eu ainda no meu ventre mais filhos, para que vos fossem por maridos?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Rute 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Tornae, filhas minhas, ide-vos embora, que já mui velha sou para ter marido: ainda quando eu dissesse, Tenho esperança, ou ainda que esta noite tivesse marido e ainda parisse filhos,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Rute 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Esperal-os-hieis até que viessem a ser grandes? deter-vos-hieis por elles, sem tomardes marido? não, filhas minhas, que mais amargo me é a mim do que a vós mesmas; porquanto a mão do Senhor se descarregou contra mim.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Rute 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levantaram a sua voz, e tornaram a chorar: e Orpha beijou a sua sogra, porém Ruth se apegou a ella.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Rute 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disse: Eis que voltou tua cunhada ao seu povo e aos seus deuses: volta tu tambem após da tua cunhada.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Rute 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porém Ruth: Não me instes para que te deixe, e me torne de detraz de ti; porque aonde quer que tu fores irei eu, e onde quer que pousares á noite ali pousarei eu; o teu povo é o meu povo, o teu Deus é o meu Deus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Rute 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Onde quer que morreres morrerei eu, e ali serei sepultada: me faça assim o Senhor, e outro tanto, se outra coisa que não seja a morte me separar de ti.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Rute 1:18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Vendo ella, pois, que de todo estava resolvida para ir com ella, deixou de lhe fallar.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Rute 1:19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pois foram-se ambas, até que chegaram a Beth-lehem: e succedeu que, entrando ellas em Beth-lehem, toda a cidade se commoveu por causa d'ellas, e diziam: Não é esta Noemi?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Rute 1:20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ella lhes dizia: Não me chameis Noemi; chamae-me Mara; porque grande amargura me tem dado o Todo-poderoso.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Rute 1:21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Cheia parti, porém vazia o Senhor me fez tornar: porque pois me chamareis Noemi? pois o Senhor testifica contra mim, e o Todo-poderoso me tem feito tanto mal.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Rute 1:22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Noemi voltou, e com ella Ruth a moabita, sua nora, que voltou dos campos de Moab: e chegaram a Beth-lehem no principio da sega das cevadas.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