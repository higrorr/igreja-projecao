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tinha Noemi um parente de seu marido, homem valente e poderoso, da geração de Elimelech: e era o seu nome Boaz.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Ruth a moabita disse a Noemi: Deixa-me ir ao campo, e apanharei espigas após d'aquelle em cujos olhos eu achar graça. E ella lhe disse: Vae, minha filha.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Foi pois, e chegou, e apanhava espigas no campo após dos segadores: e caiu-lhe em sorte uma parte do campo de Boaz, que era da geração de Elimelech.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Boaz veiu de Beth-lehem, e disse aos segadores: O Senhor seja comvosco. E disseram-lhe elles: O Senhor te abençoe.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disse Boaz a seu moço, que estava posto sobre os segadores: De quem é esta moça?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respondeu o moço, que estava posto sobre os segadores, e disse: Esta é a moça moabita que voltou com Noemi dos campos de Moab.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Disse-me ella: Deixa-me colher espigas, e ajuntal-as entre as gavellas após dos segadores. Assim ella veiu, e desde pela manhã está aqui até agora, a não ser um pouco que esteve sentada em casa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Boaz a Ruth: Não ouves, filha minha? não vás colher a outro campo, nem tão pouco passes d'aqui: porém aqui te ajuntarás com as minhas moças.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teus olhos estarão attentos no campo que segarem, e irás após d'ellas; não dei ordem aos moços, que te não toquem? tendo tu sede, vae aos vasos, e bebe do que os moços tirarem.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ella caiu sobre o seu rosto, e se inclinou á terra: e disse-lhe: Porque achei graça em teus olhos, para que faças caso de mim, sendo eu uma estrangeira?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respondeu Boaz, e disse-lhe: Bem se me contou quanto fizeste a tua sogra, depois da morte de teu marido: e deixaste a teu pae e a tua mãe, e a terra onde nasceste, e vieste para um povo que d'antes não conheceste.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galardoe o teu feito: e seja cumprido o teu galardão do Senhor Deus de Israel, sob cujas azas te vieste abrigar.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ella: Ache eu graça em teus olhos, senhor meu, pois me consolaste, e pois fallaste ao coração da tua serva, não sendo eu ainda como uma das tuas creadas.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sendo já horas de comer, disse-lhe Boaz: Achega-te aqui, e come do pão, e molha o teu bocado no vinagre. E ella se assentou ao lado dos segadores, e elle lhe deu do trigo tostado, e comeu, e se fartou, e ainda lhe sobejou.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levantando-se ella a colher, Boaz deu ordem aos seus moços, dizendo: Até entre as gavelas deixae-a colher, e não lh'o embaraceis.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deixae cair alguns punhados, e deixae-os ficar, para que os colha, e não a reprehendaes.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esteve ella apanhando n'aquelle campo até á tarde: e debulhou o que apanhou, e foi quasi um epha de cevada.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tomou-o, e veiu á cidade; e viu sua sogra o que tinha apanhado: tambem tirou, e deu-lhe o que lhe sobejara depois de fartar-se.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disse-lhe sua sogra: Onde colheste hoje, e onde trabalhaste? bemdito seja aquelle que te reconheceu. E relatou a sua sogra com quem tinha trabalhado, e disse: O nome do homem com quem hoje trabalhei é Boaz.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Noemi disse a sua nora: Bemdito seja do Senhor, que ainda não tem deixado a sua beneficencia nem para com os vivos nem para com os mortos. Disse-lhe mais Noemi: Este homem é nosso parente chegado, e um d'entre os nossos remidores.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Ruth, a moabita: Tambem ainda me disse: Com os moços que tenho te ajuntarás, até que acabem toda a sega que tenho.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Noemi a sua nora, Ruth: Melhor é, filha minha, que saias com as suas moças, para que n'outro campo não te encontrem.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Assim, ajuntou-se com as moças de Boaz, para colher até que a sega das cevadas e dos trigos se acabou; e ficou com a sua sogra.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