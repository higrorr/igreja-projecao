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3:1</a:t>
            </a:r>
          </a:p>
          <a:p>
            <a:pPr algn="ctr"/>
            <a:r>
              <a:rPr sz="4400">
                <a:solidFill>
                  <a:srgbClr val="FFFFFF"/>
                </a:solidFill>
                <a:latin typeface="Arial"/>
              </a:rPr>
              <a:t>Porventura começamos outra vez a louvar-nos a nós mesmos? Ou necessitamos, como alguns, de cartas de recommendação para vós, ou de recommendação de vós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3:2</a:t>
            </a:r>
          </a:p>
          <a:p>
            <a:pPr algn="ctr"/>
            <a:r>
              <a:rPr sz="4400">
                <a:solidFill>
                  <a:srgbClr val="FFFFFF"/>
                </a:solidFill>
                <a:latin typeface="Arial"/>
              </a:rPr>
              <a:t>Vós sois a nossa carta, escripta em nossos corações, conhecida e lida por todos os homens.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3:3</a:t>
            </a:r>
          </a:p>
          <a:p>
            <a:pPr algn="ctr"/>
            <a:r>
              <a:rPr sz="4400">
                <a:solidFill>
                  <a:srgbClr val="FFFFFF"/>
                </a:solidFill>
                <a:latin typeface="Arial"/>
              </a:rPr>
              <a:t>Porque já é manifesto, que vós sois a carta de Christo, ministrada por nós, e escripta, não com tinta, mas com o Espirito de Deus vivo, não em taboas de pedra, mas nas taboas de carne do coração.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3:4</a:t>
            </a:r>
          </a:p>
          <a:p>
            <a:pPr algn="ctr"/>
            <a:r>
              <a:rPr sz="4400">
                <a:solidFill>
                  <a:srgbClr val="FFFFFF"/>
                </a:solidFill>
                <a:latin typeface="Arial"/>
              </a:rPr>
              <a:t>E é por Christo que temos tal confiança em Deus: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3:5</a:t>
            </a:r>
          </a:p>
          <a:p>
            <a:pPr algn="ctr"/>
            <a:r>
              <a:rPr sz="4400">
                <a:solidFill>
                  <a:srgbClr val="FFFFFF"/>
                </a:solidFill>
                <a:latin typeface="Arial"/>
              </a:rPr>
              <a:t>Não que sejamos capazes, por nós, de pensar alguma coisa, como de nós mesmos; mas a nossa capacidade vem de Deus: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3:6</a:t>
            </a:r>
          </a:p>
          <a:p>
            <a:pPr algn="ctr"/>
            <a:r>
              <a:rPr sz="4400">
                <a:solidFill>
                  <a:srgbClr val="FFFFFF"/>
                </a:solidFill>
                <a:latin typeface="Arial"/>
              </a:rPr>
              <a:t>O qual nos fez tambem capazes de ser ministros do novo testamento, não da lettra, mas do espirito; porque a lettra mata, e o espirito vivifica.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3:7</a:t>
            </a:r>
          </a:p>
          <a:p>
            <a:pPr algn="ctr"/>
            <a:r>
              <a:rPr sz="4400">
                <a:solidFill>
                  <a:srgbClr val="FFFFFF"/>
                </a:solidFill>
                <a:latin typeface="Arial"/>
              </a:rPr>
              <a:t>E, se o ministerio da morte, gravado com lettras em pedras, foi para gloria, de maneira que os filhos de Israel não podiam fitar os olhos na face de Moysés, por causa da gloria do seu rosto, a qual era transitoria,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3:8</a:t>
            </a:r>
          </a:p>
          <a:p>
            <a:pPr algn="ctr"/>
            <a:r>
              <a:rPr sz="4400">
                <a:solidFill>
                  <a:srgbClr val="FFFFFF"/>
                </a:solidFill>
                <a:latin typeface="Arial"/>
              </a:rPr>
              <a:t>Como não será de maior gloria o ministerio do espirito?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3:9</a:t>
            </a:r>
          </a:p>
          <a:p>
            <a:pPr algn="ctr"/>
            <a:r>
              <a:rPr sz="4400">
                <a:solidFill>
                  <a:srgbClr val="FFFFFF"/>
                </a:solidFill>
                <a:latin typeface="Arial"/>
              </a:rPr>
              <a:t>Porque, se o ministerio da condemnação foi glorioso, muito mais excederá em gloria o ministerio da justiça.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3:10</a:t>
            </a:r>
          </a:p>
          <a:p>
            <a:pPr algn="ctr"/>
            <a:r>
              <a:rPr sz="4400">
                <a:solidFill>
                  <a:srgbClr val="FFFFFF"/>
                </a:solidFill>
                <a:latin typeface="Arial"/>
              </a:rPr>
              <a:t>Porque tambem o que foi glorificado n'esta parte não foi glorificado, por causa d'esta excellente gloria.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3:11</a:t>
            </a:r>
          </a:p>
          <a:p>
            <a:pPr algn="ctr"/>
            <a:r>
              <a:rPr sz="4400">
                <a:solidFill>
                  <a:srgbClr val="FFFFFF"/>
                </a:solidFill>
                <a:latin typeface="Arial"/>
              </a:rPr>
              <a:t>Porque, se o que era transitorio foi para gloria, muito mais é em gloria o que permanece.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3:12</a:t>
            </a:r>
          </a:p>
          <a:p>
            <a:pPr algn="ctr"/>
            <a:r>
              <a:rPr sz="4400">
                <a:solidFill>
                  <a:srgbClr val="FFFFFF"/>
                </a:solidFill>
                <a:latin typeface="Arial"/>
              </a:rPr>
              <a:t>Tendo, pois, tal esperança, usamos de muita ousadia no fallar.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3:13</a:t>
            </a:r>
          </a:p>
          <a:p>
            <a:pPr algn="ctr"/>
            <a:r>
              <a:rPr sz="4400">
                <a:solidFill>
                  <a:srgbClr val="FFFFFF"/>
                </a:solidFill>
                <a:latin typeface="Arial"/>
              </a:rPr>
              <a:t>E não somos como Moysés, que punha um véu sobre a sua face, para que os filhos de Israel não fitassem os olhos no fim do que era transitorio.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3:14</a:t>
            </a:r>
          </a:p>
          <a:p>
            <a:pPr algn="ctr"/>
            <a:r>
              <a:rPr sz="4400">
                <a:solidFill>
                  <a:srgbClr val="FFFFFF"/>
                </a:solidFill>
                <a:latin typeface="Arial"/>
              </a:rPr>
              <a:t>Porém os seus sentidos foram endurecidos: porque até ao dia de hoje o mesmo véu fica por levantar na lição do velho testamento, o qual foi por Christo abolido: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3:15</a:t>
            </a:r>
          </a:p>
          <a:p>
            <a:pPr algn="ctr"/>
            <a:r>
              <a:rPr sz="4400">
                <a:solidFill>
                  <a:srgbClr val="FFFFFF"/>
                </a:solidFill>
                <a:latin typeface="Arial"/>
              </a:rPr>
              <a:t>Mas até ao dia de hoje, quando é lido Moysés, o véu está posto sobre o coração d'elles.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3:16</a:t>
            </a:r>
          </a:p>
          <a:p>
            <a:pPr algn="ctr"/>
            <a:r>
              <a:rPr sz="4400">
                <a:solidFill>
                  <a:srgbClr val="FFFFFF"/>
                </a:solidFill>
                <a:latin typeface="Arial"/>
              </a:rPr>
              <a:t>Porém, quando se converterem ao Senhor, então o véu se tirará.</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3:17</a:t>
            </a:r>
          </a:p>
          <a:p>
            <a:pPr algn="ctr"/>
            <a:r>
              <a:rPr sz="4400">
                <a:solidFill>
                  <a:srgbClr val="FFFFFF"/>
                </a:solidFill>
                <a:latin typeface="Arial"/>
              </a:rPr>
              <a:t>Ora o Senhor é o Espirito; e onde está o Espirito do Senhor ahi ha liberdade.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2 Coríntios 3:18</a:t>
            </a:r>
          </a:p>
          <a:p>
            <a:pPr algn="ctr"/>
            <a:r>
              <a:rPr sz="4400">
                <a:solidFill>
                  <a:srgbClr val="FFFFFF"/>
                </a:solidFill>
                <a:latin typeface="Arial"/>
              </a:rPr>
              <a:t>Mas todos nós, com cara descoberta, reflectindo como um espelho, a gloria do Senhor, somos transformados de gloria em gloria na mesma imagem, como pelo Espirito do Senhor.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