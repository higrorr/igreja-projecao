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apostolo de Jesus Christo, pela vontade de Deus, e o irmão Timotheo, á egreja de Deus, que está em Corintho, com todos os sanctos que estão em toda a Achaia: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e paz de Deus nosso Pae e do Senhor Jesus Christo.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Deus e Pae de nosso Senhor Jesus Christo, o Pae das misericordias e o Deus de toda a consolação;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consola em toda a nossa tribulação, para que tambem possamos consolar os que estiverem em alguma tribulação, com a consolação com que nós mesmos somos consolados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as afflicções de Christo abundam em nós, assim tambem a nossa consolação abunda por Christo.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somos attribulados é para vossa consolação e salvação, ou, se somos consolados, para vossa consolação e salvação é, a qual se opéra na tolerancia das mesmas afflicções que nós tambem padecemos;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nossa esperança ácerca de vós é firme, sabendo que, como sois participantes das afflicções, assim o sereis tambem da consolação.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queremos, irmãos, que ignoreis a tribulação que nos sobreveiu na Asia, pois que fomos sobremaneira aggravados mais do que podiamos supportar, de modo tal que até da vida estivemos em grande duvida.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modo que já em nós mesmos tinhamos a sentença de morte, para que não confiassemos em nós mesmos, mas em Deus, que resuscita os mortos: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nos livrou de tão grande morte, e livra ainda, no qual esperamos que ainda tambem nos livrará.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Ajudando-nos tambem vós com oração por nós, para que pela mercê, que por muitas pessoas nos foi feita, por muitas tambem sejam dadas graças a nosso respeito.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nossa gloria é esta: o testemunho da nossa consciencia, de que com simplicidade e sinceridade de Deus, não com sabedoria carnal, mas com graça de Deus, temos vivido no mundo, e maiormente comvosco.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nenhumas outras coisas vos escrevemos, senão as que já sabeis ou tambem reconheceis; e espero que tambem até ao fim as reconhecereis.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já em parte nos tendes reconhecido, que somos a vossa gloria, como tambem vós sereis a nossa no dia do Senhor Jesus.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esta confiança quiz primeiro ir ter comvosco, para que tivesseis uma segunda graça;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vós passar á Macedonia, e da Macedonia ir outra vez ter comvosco, e ser guiado por vós á Judea.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deliberando isto, usei porventura de leviandade? Ou o que delibero, o delibero porventura segundo a carne, para que haja em mim sim sim, e não não?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Deus é fiel, e sabe que a nossa palavra para comvosco não foi sim e não.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Filho de Deus, Jesus Christo, que por nós foi prégado entre vós, a saber, por mim, e Silvano, e Timotheo, não foi sim e não; mas n'elle houve sim.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todas quantas promessas ha de Deus, são n'elle sim, e n'elle Amen, para gloria de Deus por nós.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nos confirma comvosco em Christo, e o que nos ungiu, é Deus: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tambem nos sellou e deu o penhor do Espirito em nossos corações.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invoco a Deus por testemunha sobre a minha alma, que para vos poupar não tenho até agora ido a Corintho;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que tenhamos dominio sobre a vossa fé, mas porque somos cooperadores de vosso gozo; porque pela fé estaes em pé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