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sabemos que, se a nossa casa terrestre d'este tabernaculo se desfizer, temos de Deus um edificio, uma casa não feita por mãos, eterna nos céus.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 isso tambem gememos, desejando ser revestidos da nossa habitação, que é do céu;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todavia formos achados vestidos, e não nús.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tambem nós, os que estamos n'este tabernaculo, gememos carregados: porque não queremos ser despidos, mas revestidos, para que o mortal seja absorvido pela vida.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Ora, quem para isto mesmo nos preparou foi Deus, o qual nos deu tambem o penhor do Espirito.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estamos sempre de bom animo, sabendo que, emquanto estamos no corpo, vivemos ausentes do Senhor.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(Porque andamos por fé, e não por vista.)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temos confiança e desejamos muito deixar este corpo, e habitar com o Senhor.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muito desejamos tambem ser-lhe agradaveis, quer presentes, quer ausentes.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todos devemos comparecer ante o tribunal de Christo, para que cada um receba segundo o que tiver feito no corpo, ou bem, ou mal.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que, sabendo o temor que se deve ao Senhor, persuadimos os homens á fé, e somos manifestos a Deus; mas espero que nas vossas consciencias estejamos tambem manifestos.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5:12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não nos recommendámos outra vez a vós; mas damo-vos occasião de vos gloriardes de nós, para que tenhaes que responder aos que se gloriam na apparencia, e não no coração.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5:13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se enlouquecemos, é para Deus; e, se conservamos o juizo, é para vós.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5:14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amor de Christo nos constrange, julgando nós isto: que, se um morreu por todos, logo todos morreram.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5:15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morreu por todos, para que os que vivem não vivam mais para si, senão para aquelle que por elles morreu e resuscitou.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5:16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que d'aqui por diante a ninguem conhecemos segundo a carne, e, ainda que tambem tenhamos conhecido Christo segundo a carne, todavia agora já o não conhecemos d'este modo.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5:17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que, se alguem está em Christo, nova creatura é: as coisas velhas já passaram; eis que tudo está feito novo.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5:18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tudo isto provém de Deus que nos reconciliou comsigo mesmo por Jesus Christo, e nos deu o ministerio da reconciliação.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5:19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Deus estava em Christo reconciliando comsigo o mundo, não lhes imputando os seus peccados; e poz em nós a palavra da reconciliação.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5:20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sorte que somos embaixadores da parte de Christo, como se Deus por nós rogasse. Rogamos-vos pois da parte de Christo que vos reconcilieis com Deus.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5:21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Áquelle que não conheceu peccado, fel-o peccado por nós; para que n'elle fossemos feitos justiça de Deus.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