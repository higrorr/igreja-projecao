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nós, cooperando tambem, vos exhortamos a que não recebaes a graça de Deus em vão;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(Porque diz: Ouvi-te em tempo acceitavel e soccorri-te no dia da salvação: Eis aqui agora o tempo acceitavel, eis aqui agora o dia da salvação.)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dando nós escandalo em coisa alguma, para que o ministerio não seja vituperado;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Antes, como ministros de Deus, fazendo-nos agradaveis em tudo: na muita soffrença, nas afflicções, nas necessidades, nas angustias,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 açoites, nas prisões, nos tumultos, nos trabalhos, nas vigilias, nos jejuns,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pureza, na sciencia, na longanimidade, na benignidade, no Espirito Sancto, no amor não fingido,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palavra da verdade, no poder de Deus, pelas armas da justiça, á direita e á esquerda,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honra e por deshonra, por infamia e por boa fama: como enganadores, e sendo verdadeiros: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desconhecidos, mas sendo bem conhecidos: como morrendo, e eis que vivemos: como castigados, e não mortos: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contristados, mas sempre alegres: como pobres, mas enriquecendo a muitos: como nada tendo, e possuindo tudo.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corinthios, a nossa bocca aberta está para vós, o nosso coração está dilatado.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estaes estreitados em nós; mas estaes estreitados nas vossas entranhas.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Ora, em recompensa d'isto, (fallo como a filhos) dilatae-vos tambem vós.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6:14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vos prendaes desegualmente ao jugo com os infieis; porque, que participação tem a justiça com a injustiça? E que communicação tem a luz com as trevas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6:15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que concordia ha entre Christo e Belial? Ou que parte tem o fiel com o infiel?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6:16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que consentimento tem o templo de Deus com os idolos? Porque vós sois o templo do Deus vivente, como Deus disse: N'elles habitarei, e entre elles andarei: e eu serei o seu Deus e elles serão o meu povo.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6:17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sahi do meio d'elles, e apartae-vos, diz o Senhor; e não toqueis coisa immunda, e eu vos receberei: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6:18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eu serei para vós Pae e vós sereis para mim filhos e filhas, diz o Senhor todo poderoso.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