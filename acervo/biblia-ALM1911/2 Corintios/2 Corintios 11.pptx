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a:t>
            </a:r>
          </a:p>
          <a:p>
            <a:pPr algn="ctr"/>
            <a:r>
              <a:rPr sz="4400">
                <a:solidFill>
                  <a:srgbClr val="FFFFFF"/>
                </a:solidFill>
                <a:latin typeface="Arial"/>
              </a:rPr>
              <a:t>Oxalá me supportasseis um pouco na minha loucura! Supportae-me, porém, ainda.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a:t>
            </a:r>
          </a:p>
          <a:p>
            <a:pPr algn="ctr"/>
            <a:r>
              <a:rPr sz="4400">
                <a:solidFill>
                  <a:srgbClr val="FFFFFF"/>
                </a:solidFill>
                <a:latin typeface="Arial"/>
              </a:rPr>
              <a:t>Porque estou zeloso de vós com zelo de Deus: porque vos tenho preparado para vos apresentar como uma virgem pura a um marido, a saber, a Christo.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11:3</a:t>
            </a:r>
          </a:p>
          <a:p>
            <a:pPr algn="ctr"/>
            <a:r>
              <a:rPr sz="4400">
                <a:solidFill>
                  <a:srgbClr val="FFFFFF"/>
                </a:solidFill>
                <a:latin typeface="Arial"/>
              </a:rPr>
              <a:t>Mas temo que, assim como a serpente enganou Eva com a sua astucia, assim tambem sejam de alguma sorte corrompidos os vossos sentidos, e se apartem da simplicidade que ha em Christo.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11:4</a:t>
            </a:r>
          </a:p>
          <a:p>
            <a:pPr algn="ctr"/>
            <a:r>
              <a:rPr sz="4400">
                <a:solidFill>
                  <a:srgbClr val="FFFFFF"/>
                </a:solidFill>
                <a:latin typeface="Arial"/>
              </a:rPr>
              <a:t>Porque, se alguem viesse prégar-vos outro Jesus que nós não temos prégado, ou recebesseis outro espirito que não recebestes, ou outro evangelho que não abraçastes, com razão o soffrerieis.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11:5</a:t>
            </a:r>
          </a:p>
          <a:p>
            <a:pPr algn="ctr"/>
            <a:r>
              <a:rPr sz="4400">
                <a:solidFill>
                  <a:srgbClr val="FFFFFF"/>
                </a:solidFill>
                <a:latin typeface="Arial"/>
              </a:rPr>
              <a:t>Porque penso que em nada fui inferior aos mais excellentes apostolos.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11:6</a:t>
            </a:r>
          </a:p>
          <a:p>
            <a:pPr algn="ctr"/>
            <a:r>
              <a:rPr sz="4400">
                <a:solidFill>
                  <a:srgbClr val="FFFFFF"/>
                </a:solidFill>
                <a:latin typeface="Arial"/>
              </a:rPr>
              <a:t>E, se tambem sou rude na palavra, não o sou comtudo na sciencia; mas já em tudo nos temos feito conhecer totalmente entre vós.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11:7</a:t>
            </a:r>
          </a:p>
          <a:p>
            <a:pPr algn="ctr"/>
            <a:r>
              <a:rPr sz="4400">
                <a:solidFill>
                  <a:srgbClr val="FFFFFF"/>
                </a:solidFill>
                <a:latin typeface="Arial"/>
              </a:rPr>
              <a:t>Pequei porventura, humilhando-me a mim mesmo, para que vós fosseis exaltados, porque de graça vos annunciei o evangelho de Deus?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11:8</a:t>
            </a:r>
          </a:p>
          <a:p>
            <a:pPr algn="ctr"/>
            <a:r>
              <a:rPr sz="4400">
                <a:solidFill>
                  <a:srgbClr val="FFFFFF"/>
                </a:solidFill>
                <a:latin typeface="Arial"/>
              </a:rPr>
              <a:t>Outras egrejas despojei eu para vos servir, recebendo d'ellas salario; e quando estava presente comvosco, e tinha necessidade, a ninguem fui pesado.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11:9</a:t>
            </a:r>
          </a:p>
          <a:p>
            <a:pPr algn="ctr"/>
            <a:r>
              <a:rPr sz="4400">
                <a:solidFill>
                  <a:srgbClr val="FFFFFF"/>
                </a:solidFill>
                <a:latin typeface="Arial"/>
              </a:rPr>
              <a:t>Porque os irmãos que vieram da Macedonia suppriram a minha necessidade; e em tudo me guardei de vos ser pesado, e ainda me guardarei.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11:10</a:t>
            </a:r>
          </a:p>
          <a:p>
            <a:pPr algn="ctr"/>
            <a:r>
              <a:rPr sz="4400">
                <a:solidFill>
                  <a:srgbClr val="FFFFFF"/>
                </a:solidFill>
                <a:latin typeface="Arial"/>
              </a:rPr>
              <a:t>A verdade de Christo está em mim; que esta gloria não me será impedida nas regiões da Achaia.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11:11</a:t>
            </a:r>
          </a:p>
          <a:p>
            <a:pPr algn="ctr"/>
            <a:r>
              <a:rPr sz="4400">
                <a:solidFill>
                  <a:srgbClr val="FFFFFF"/>
                </a:solidFill>
                <a:latin typeface="Arial"/>
              </a:rPr>
              <a:t>Porque? Porque vos não amo? Deus o sabe.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11:12</a:t>
            </a:r>
          </a:p>
          <a:p>
            <a:pPr algn="ctr"/>
            <a:r>
              <a:rPr sz="4400">
                <a:solidFill>
                  <a:srgbClr val="FFFFFF"/>
                </a:solidFill>
                <a:latin typeface="Arial"/>
              </a:rPr>
              <a:t>Mas eu o faço, e o farei, para cortar occasião aos que buscam occasião, para que, n'aquillo em que se gloriam, sejam achados assim como nós.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11:13</a:t>
            </a:r>
          </a:p>
          <a:p>
            <a:pPr algn="ctr"/>
            <a:r>
              <a:rPr sz="4400">
                <a:solidFill>
                  <a:srgbClr val="FFFFFF"/>
                </a:solidFill>
                <a:latin typeface="Arial"/>
              </a:rPr>
              <a:t>Porque taes falsos apostolos são obreiros fraudulentos, transfigurando-se em apostolos de Christo.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11:14</a:t>
            </a:r>
          </a:p>
          <a:p>
            <a:pPr algn="ctr"/>
            <a:r>
              <a:rPr sz="4400">
                <a:solidFill>
                  <a:srgbClr val="FFFFFF"/>
                </a:solidFill>
                <a:latin typeface="Arial"/>
              </a:rPr>
              <a:t>E não é maravilha, porque o proprio Satanaz se transfigura em anjo de luz.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11:15</a:t>
            </a:r>
          </a:p>
          <a:p>
            <a:pPr algn="ctr"/>
            <a:r>
              <a:rPr sz="4400">
                <a:solidFill>
                  <a:srgbClr val="FFFFFF"/>
                </a:solidFill>
                <a:latin typeface="Arial"/>
              </a:rPr>
              <a:t>Não é muito pois que os seus ministros se transfigurem em ministros da justiça, o fim dos quaes será conforme as suas obras.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11:16</a:t>
            </a:r>
          </a:p>
          <a:p>
            <a:pPr algn="ctr"/>
            <a:r>
              <a:rPr sz="4400">
                <a:solidFill>
                  <a:srgbClr val="FFFFFF"/>
                </a:solidFill>
                <a:latin typeface="Arial"/>
              </a:rPr>
              <a:t>Outra vez digo: ninguem me julgue insensato, ou então recebei-me como insensato, para que tambem me glorie um pouco.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11:17</a:t>
            </a:r>
          </a:p>
          <a:p>
            <a:pPr algn="ctr"/>
            <a:r>
              <a:rPr sz="4400">
                <a:solidFill>
                  <a:srgbClr val="FFFFFF"/>
                </a:solidFill>
                <a:latin typeface="Arial"/>
              </a:rPr>
              <a:t>O que digo, não o digo segundo o Senhor, mas como por loucura n'esta confiança de gloria.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11:18</a:t>
            </a:r>
          </a:p>
          <a:p>
            <a:pPr algn="ctr"/>
            <a:r>
              <a:rPr sz="4400">
                <a:solidFill>
                  <a:srgbClr val="FFFFFF"/>
                </a:solidFill>
                <a:latin typeface="Arial"/>
              </a:rPr>
              <a:t>Pois que muitos se gloriam segundo a carne, eu tambem me gloriarei.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11:19</a:t>
            </a:r>
          </a:p>
          <a:p>
            <a:pPr algn="ctr"/>
            <a:r>
              <a:rPr sz="4400">
                <a:solidFill>
                  <a:srgbClr val="FFFFFF"/>
                </a:solidFill>
                <a:latin typeface="Arial"/>
              </a:rPr>
              <a:t>Porque, sendo sensatos, de boamente toleraes os insensatos.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11:20</a:t>
            </a:r>
          </a:p>
          <a:p>
            <a:pPr algn="ctr"/>
            <a:r>
              <a:rPr sz="4400">
                <a:solidFill>
                  <a:srgbClr val="FFFFFF"/>
                </a:solidFill>
                <a:latin typeface="Arial"/>
              </a:rPr>
              <a:t>Pois o toleraes, se alguem vos põe em servidão, se alguem vos devora, se alguem vos apanha, se alguem se exalta, se alguem vos fere no rosto.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11:21</a:t>
            </a:r>
          </a:p>
          <a:p>
            <a:pPr algn="ctr"/>
            <a:r>
              <a:rPr sz="4400">
                <a:solidFill>
                  <a:srgbClr val="FFFFFF"/>
                </a:solidFill>
                <a:latin typeface="Arial"/>
              </a:rPr>
              <a:t>Para affronta o digo, como se nós fossemos fracos, mas no que qualquer tem ousadia (com insensatez fallo) tambem eu tenho ousadia.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11:22</a:t>
            </a:r>
          </a:p>
          <a:p>
            <a:pPr algn="ctr"/>
            <a:r>
              <a:rPr sz="4400">
                <a:solidFill>
                  <a:srgbClr val="FFFFFF"/>
                </a:solidFill>
                <a:latin typeface="Arial"/>
              </a:rPr>
              <a:t>São hebreos? tambem eu; são israelitas? tambem eu; são descendencia de Abrahão? tambem eu;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11:23</a:t>
            </a:r>
          </a:p>
          <a:p>
            <a:pPr algn="ctr"/>
            <a:r>
              <a:rPr sz="4400">
                <a:solidFill>
                  <a:srgbClr val="FFFFFF"/>
                </a:solidFill>
                <a:latin typeface="Arial"/>
              </a:rPr>
              <a:t>São ministros de Christo? (fallo como fóra de mim) eu ainda mais; em trabalhos, muito mais; em açoites, mais do que elles; em prisões, muito mais, em perigo de morte muitas vezes.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11:24</a:t>
            </a:r>
          </a:p>
          <a:p>
            <a:pPr algn="ctr"/>
            <a:r>
              <a:rPr sz="4400">
                <a:solidFill>
                  <a:srgbClr val="FFFFFF"/>
                </a:solidFill>
                <a:latin typeface="Arial"/>
              </a:rPr>
              <a:t>Recebi dos judeos cinco quarentenas de açoites menos 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11:25</a:t>
            </a:r>
          </a:p>
          <a:p>
            <a:pPr algn="ctr"/>
            <a:r>
              <a:rPr sz="4400">
                <a:solidFill>
                  <a:srgbClr val="FFFFFF"/>
                </a:solidFill>
                <a:latin typeface="Arial"/>
              </a:rPr>
              <a:t>Tres vezes fui açoitado com varas, uma vez fui apedrejado, tres vezes soffri naufragio, uma noite e um dia passei no abysmo.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11:26</a:t>
            </a:r>
          </a:p>
          <a:p>
            <a:pPr algn="ctr"/>
            <a:r>
              <a:rPr sz="4400">
                <a:solidFill>
                  <a:srgbClr val="FFFFFF"/>
                </a:solidFill>
                <a:latin typeface="Arial"/>
              </a:rPr>
              <a:t>Em viagens muitas vezes, em perigos de rios, em perigos de salteadores, em perigos dos da minha nação, em perigos dos gentios, em perigos na cidade, em perigos no deserto, em perigos no mar, em perigos entre os falsos irmãos.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11:27</a:t>
            </a:r>
          </a:p>
          <a:p>
            <a:pPr algn="ctr"/>
            <a:r>
              <a:rPr sz="4400">
                <a:solidFill>
                  <a:srgbClr val="FFFFFF"/>
                </a:solidFill>
                <a:latin typeface="Arial"/>
              </a:rPr>
              <a:t>Em trabalhos e fadiga, em vigilias muitas vezes, em fome e sêde, em jejum muitas vezes, em frio e nudez.</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11:28</a:t>
            </a:r>
          </a:p>
          <a:p>
            <a:pPr algn="ctr"/>
            <a:r>
              <a:rPr sz="4400">
                <a:solidFill>
                  <a:srgbClr val="FFFFFF"/>
                </a:solidFill>
                <a:latin typeface="Arial"/>
              </a:rPr>
              <a:t>Além das coisas exteriores, me sobrevem cada dia o cuidado de todas as egrejas.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11:29</a:t>
            </a:r>
          </a:p>
          <a:p>
            <a:pPr algn="ctr"/>
            <a:r>
              <a:rPr sz="4400">
                <a:solidFill>
                  <a:srgbClr val="FFFFFF"/>
                </a:solidFill>
                <a:latin typeface="Arial"/>
              </a:rPr>
              <a:t>Quem enfraquece, que eu tambem não enfraqueça? Quem se escandaliza, que eu me não abraze?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11:30</a:t>
            </a:r>
          </a:p>
          <a:p>
            <a:pPr algn="ctr"/>
            <a:r>
              <a:rPr sz="4400">
                <a:solidFill>
                  <a:srgbClr val="FFFFFF"/>
                </a:solidFill>
                <a:latin typeface="Arial"/>
              </a:rPr>
              <a:t>Se convém gloriar-me, gloriar-me-hei das coisas da minha fraqueza.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11:31</a:t>
            </a:r>
          </a:p>
          <a:p>
            <a:pPr algn="ctr"/>
            <a:r>
              <a:rPr sz="4400">
                <a:solidFill>
                  <a:srgbClr val="FFFFFF"/>
                </a:solidFill>
                <a:latin typeface="Arial"/>
              </a:rPr>
              <a:t>O Deus e Pae de Nosso Senhor Jesus Christo, que é eternamente bemdito, sabe que não minto.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11:32</a:t>
            </a:r>
          </a:p>
          <a:p>
            <a:pPr algn="ctr"/>
            <a:r>
              <a:rPr sz="4400">
                <a:solidFill>
                  <a:srgbClr val="FFFFFF"/>
                </a:solidFill>
                <a:latin typeface="Arial"/>
              </a:rPr>
              <a:t>Em Damasco, o governador sob o rei Aretas poz guardas ás portas da cidade dos damascenos, para me prenderem.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11:33</a:t>
            </a:r>
          </a:p>
          <a:p>
            <a:pPr algn="ctr"/>
            <a:r>
              <a:rPr sz="4400">
                <a:solidFill>
                  <a:srgbClr val="FFFFFF"/>
                </a:solidFill>
                <a:latin typeface="Arial"/>
              </a:rPr>
              <a:t>E fui descido n'um cesto por uma janella da muralha; e assim escapei das suas mãos.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