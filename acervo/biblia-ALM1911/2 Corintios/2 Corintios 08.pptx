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Tambem, irmãos, vos fazemos saber a graça de Deus dada ás egrejas da Macedonia: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em muita prova de tribulação houve abundancia do seu gozo, e como a sua profunda pobreza abundou em riquezas de sua beneficencia.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segundo o seu poder (o que eu mesmo testifico), e ainda acima do seu poder, deram voluntariamente,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Pedindo-nos com muitos rogos a graça e a communicação d'este serviço, que se fazia para com os sanctos.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fizeram não sómente como nós esperavamos, mas a si mesmos se deram primeiramente ao Senhor, e depois a nós, pela vontade de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exhortámos a Tito que, assim como d'antes começou, assim tambem acabe esta mercê entre vós.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como em tudo abundaes em fé, e em palavra, e em sciencia, e em toda a diligencia, e em a vossa caridade para comnosco, assim tambem abundeis n'esta graça.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digo isto como quem manda, senão tambem para provar, pela diligencia dos outros, a sinceridade da vossa caridade.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já sabeis a graça de nosso Senhor Jesus Christo, que, sendo rico, por amor de vós se fez pobre; para que pela sua pobreza enriquecesseis.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n'isto dou o meu parecer; pois que isto vos convém a vós, que desde o anno passado começastes não só o praticar, mas tambem o desejar.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Agora, porém, completae tambem o já começado, para que, assim como houve a promptidão de vontade, haja tambem o cumprimento, segundo o que tendes.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primeiro houver promptidão de vontade, será acceite segundo o que qualquer tem, e não segundo o que não 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não digo isto para que os outros tenham allivio, e vós oppressão,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para egualdade; n'este tempo presente, a vossa abundancia suppra a falta dos outros, para que tambem a sua abundancia suppra a vossa falta, para que haja egualdade;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 escripto: O que muito colheu não teve de mais; e o que pouco não teve de menos.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graças a Deus, que poz a mesma solicitude por vós no coração de Tito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acceitou a exhortação, e muito diligente partiu voluntariamente para vós.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elle enviámos aquelle irmão que tem louvor no evangelho em todas as egrejas.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só isto, mas foi tambem escolhido pelas egrejas para companheiro da nossa viagem, n'esta graça, que por nós é ministrada para gloria do mesmo Senhor, e promptidão do vosso animo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Evitando isto, que alguem nos vitupere n'esta abundancia, que por nós e ministrada: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quem procura o que é honesto, não só diante do Senhor, mas tambem diante dos homens.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elles enviámos tambem outro nosso irmão, o qual muitas vezes, e em muitas coisas já experimentámos que é diligente, e agora muito mais diligente ainda pela muita confiança que em vós tem.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Tito, é meu companheiro, e cooperador para comvosco: quanto a nossos irmãos, são embaixadores das egrejas e gloria de Christo.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Coríntios 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mostrae para com elles, perante a face das egrejas, a prova da vossa caridade, e da nossa gloria ácerca de vós.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