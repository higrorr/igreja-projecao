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esta a terceira vez que vou ter comvosco. Na bocca de duas ou tres testemunhas será confirmada toda a palavra.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anteriormente o disse: e segunda vez o digo como se estivesse presente; agora pois, estando ausente, o digo aos que d'antes peccaram e a todos os mais, que, se outra vez fôr, não lhes perdoarei;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que buscaes uma prova de Christo que falla em mim, o qual não é fraco para comvosco, antes é poderoso entre vós.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ainda que foi crucificado por fraqueza, todavia vive pelo poder de Deus. Porque nós tambem somos fracos n'elle, porém viveremos com elle pelo poder de Deus em vós.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Examinae-vos a vós mesmos, se permaneceis na fé; provae-vos a vós mesmos. Ou não vos conheceis a vós mesmos, que Jesus Christo está em vós? Se não é que já estaes reprovados.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espero que entendereis que nós não somos reprovados.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eu rogo a Deus que não façaes mal algum, não para que sejamos achados approvados, mas para que vós façaes o bem, embora nós sejamos como reprovados.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nada podemos contra a verdade, senão pela verdade.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nos regozijamos de estar fracos, quando vós estaes fortes; e o que desejamos é a vossa perfeição.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escrevo estas coisas estando ausente, para que, estando presente, não use de rigor, segundo o poder que o Senhor me deu para edificação, e não para destruição.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mais, irmãos, regozijae-vos, sêde perfeitos, sêde consolados, sêde de um mesmo parecer, vivei em paz; e o Deus do amor e da paz será comvosco.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Saudae-vos uns aos outros com osculo sancto. Todos os sanctos vos saudam.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do Senhor Jesus Christo, e o amor de Deus, e a communhão do Espirito Sancto seja com vós todos.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