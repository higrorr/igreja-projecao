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deliberei isto comigo mesmo: não ir mais ter comvosco em tristeza.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eu vos entristeço, quem é que me alegrará, senão aquelle que por mim foi contristado?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escrevi-vos isto mesmo, para que, quando lá fôr, não tenha tristeza da parte dos que deveriam alegrar-me; confiando em vós todos, que a minha alegria é a de todos vós.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muita tribulação e angustia do coração vos escrevi com muitas lagrimas, não para que vos entristecesseis, mas para que conhecesseis o amor que abundantemente vos tenho.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alguem me contristou, não me contristou a mim senão em parte, para vos não sobrecarregar a vós todos.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Basta-lhe ao tal esta reprehensão feita por muitos: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antes pelo contrario deveis perdoar-lhe e consolal-o, para que o tal não seja de modo algum devorado de demasiada tristeza.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rogo-vos que confirmeis para com elle o vosso amor.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isso vos escrevi tambem, para por esta prova saber se sois obedientes em tudo.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quem perdoardes alguma coisa tambem eu; porque, se eu tambem perdoei, se é que tenho perdoado, por amor de vós o fiz na presença de Christo; para que não sejamos vencidos por Satanás;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ignoramos os seus ardis.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demais, quando cheguei a Troas para prégar o evangelho de Christo, e abrindo-se-me uma porta no Senhor,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tive repouso no meu espirito, porque não achei alli meu irmão Tito; mas, despedindo-me d'elles, parti para a Macedonia.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graças a Deus, que sempre nos faz triumphar em Christo, e por nós manifesta em todo o logar o cheiro do seu conhecimento.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Deus somos o bom cheiro de Christo, em os que se salvam e em os que se perdem: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estes certamente cheiro de morte para morte; mas para aquelles cheiro de vida para vida. E para estas coisas quem é idoneo?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nós não somos, como muitos, falsificadores da palavra de Deus, antes fallamos de Christo com sinceridade, como de Deus na presença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