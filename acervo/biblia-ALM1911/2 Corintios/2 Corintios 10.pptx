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Além d'isto, eu, Paulo, vos rogo, pela mansidão e benignidade de Christo, eu que, na verdade, quando presente entre vós, sou humilde, porém, ausente, ousado para comvosco;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Rogo-vos pois que, quando estiver presente, não me veja obrigado a usar com confiança da ousadia que se me attribue ter com alguns, que nos julgam, como se andassemos segundo a carne.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andando na carne, não militamos segundo a carne.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 armas da nossa milicia não são carnaes, mas sim poderosas em Deus, para destruição das fortalezas;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Destruindo os conselhos, e toda a altivez que se levanta contra o conhecimento de Deus, e levando captivo todo o entendimento á obediencia de Christo.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estando promptos para vingar toda a desobediencia, quando fôr cumprida a vossa obediencia.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Olhaes para as coisas segundo a apparencia? Se alguem confia de si mesmo que é de Christo, pense outra vez isto comsigo, que, assim como elle é de Christo, tambem nós somos de Christo.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ainda que eu me glorie mais alguma coisa do nosso poder, o qual o Senhor nos deu para edificação, e não para vossa destruição, não me envergonharei,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não pareça como se quizera intimidar-vos por cartas.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 cartas, dizem, são graves e fortes, mas a presença do corpo é fraca, e a palavra desprezivel.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Pense o tal isto, que, quaes somos na palavra por cartas, estando ausentes, taes seremos tambem por obra, estando presentes.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ousamos juntar-nos, ou comparar-nos com alguns, que se louvam a si mesmos; porém estes que por si mesmos se medem a si mesmos, e se comparam comsigo mesmos, estão sem entendimento.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nos gloriaremos fóra de medida, mas conforme a medida da regra, medida que Deus nos deu, para chegarmos até vós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nos estendemos além do que convém, como se não houvessemos de chegar até vós, pois já chegámos tambem até vós no evangelho de Christo: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nos gloriando fóra de medida nos trabalhos alheios; antes tendo esperança de que, crescendo a vossa fé, seremos abundantemente engrandecidos entre vós, conforme a nossa regra;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annunciar o evangelho nos logares que estão além de vós, e não em campo de outrem, para nos não gloriarmos no que estava já preparado.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aquelle que se gloría glorie-se no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é approvado quem a si mesmo se louva, mas sim aquelle a quem o Senhor louva.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