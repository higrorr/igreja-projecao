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7:1</a:t>
            </a:r>
          </a:p>
          <a:p>
            <a:pPr algn="ctr"/>
            <a:r>
              <a:rPr sz="4400">
                <a:solidFill>
                  <a:srgbClr val="FFFFFF"/>
                </a:solidFill>
                <a:latin typeface="Arial"/>
              </a:rPr>
              <a:t>Ora, amados, pois que temos taes promessas, purifiquemo-nos de toda a immundicia da carne e do espirito, aperfeiçoando a sanctificação no temor de Deus.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7:2</a:t>
            </a:r>
          </a:p>
          <a:p>
            <a:pPr algn="ctr"/>
            <a:r>
              <a:rPr sz="4400">
                <a:solidFill>
                  <a:srgbClr val="FFFFFF"/>
                </a:solidFill>
                <a:latin typeface="Arial"/>
              </a:rPr>
              <a:t>Recebei-nos; a ninguem aggravámos, a ninguem corrompemos, de ninguem buscámos o nosso proveito.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7:3</a:t>
            </a:r>
          </a:p>
          <a:p>
            <a:pPr algn="ctr"/>
            <a:r>
              <a:rPr sz="4400">
                <a:solidFill>
                  <a:srgbClr val="FFFFFF"/>
                </a:solidFill>
                <a:latin typeface="Arial"/>
              </a:rPr>
              <a:t>Não digo isto para vossa condemnação; pois já d'antes tinha dito que estaes em nossos corações para juntamente morrer e viver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7:4</a:t>
            </a:r>
          </a:p>
          <a:p>
            <a:pPr algn="ctr"/>
            <a:r>
              <a:rPr sz="4400">
                <a:solidFill>
                  <a:srgbClr val="FFFFFF"/>
                </a:solidFill>
                <a:latin typeface="Arial"/>
              </a:rPr>
              <a:t>Grande é a ousadia da minha falla para comvosco, e grande a minha jactancia a respeito de vós; estou cheio de consolação: superabundo de gozo em todas as nossas tribulações.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7:5</a:t>
            </a:r>
          </a:p>
          <a:p>
            <a:pPr algn="ctr"/>
            <a:r>
              <a:rPr sz="4400">
                <a:solidFill>
                  <a:srgbClr val="FFFFFF"/>
                </a:solidFill>
                <a:latin typeface="Arial"/>
              </a:rPr>
              <a:t>Porque, ainda quando chegámos á Macedonia, a nossa carne não teve repouso algum; antes em tudo fomos attribulados: por fóra combates, temores por dentro.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7:6</a:t>
            </a:r>
          </a:p>
          <a:p>
            <a:pPr algn="ctr"/>
            <a:r>
              <a:rPr sz="4400">
                <a:solidFill>
                  <a:srgbClr val="FFFFFF"/>
                </a:solidFill>
                <a:latin typeface="Arial"/>
              </a:rPr>
              <a:t>Mas Deus, que consola os abatidos, nos consolou com a vinda de Tito.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7:7</a:t>
            </a:r>
          </a:p>
          <a:p>
            <a:pPr algn="ctr"/>
            <a:r>
              <a:rPr sz="4400">
                <a:solidFill>
                  <a:srgbClr val="FFFFFF"/>
                </a:solidFill>
                <a:latin typeface="Arial"/>
              </a:rPr>
              <a:t>E não sómente com a sua vinda, senão tambem pela consolação com que foi consolado de vós, contando-nos as vossas saudades, o vosso choro, o vosso zelo por mim, de maneira que muito me regozijei.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7:8</a:t>
            </a:r>
          </a:p>
          <a:p>
            <a:pPr algn="ctr"/>
            <a:r>
              <a:rPr sz="4400">
                <a:solidFill>
                  <a:srgbClr val="FFFFFF"/>
                </a:solidFill>
                <a:latin typeface="Arial"/>
              </a:rPr>
              <a:t>Porque, ainda que vos contristei com a carta, não me arrependo, embora me arrependesse por vêr que aquella carta vos contristou, ainda que por pouco tempo.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7:9</a:t>
            </a:r>
          </a:p>
          <a:p>
            <a:pPr algn="ctr"/>
            <a:r>
              <a:rPr sz="4400">
                <a:solidFill>
                  <a:srgbClr val="FFFFFF"/>
                </a:solidFill>
                <a:latin typeface="Arial"/>
              </a:rPr>
              <a:t>Agora folgo, não porque fostes contristados, mas porque fostes contristados para o arrependimento; porque fostes contristados segundo Deus; de maneira que por nós não padecestes damno em coisa alguma.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7:10</a:t>
            </a:r>
          </a:p>
          <a:p>
            <a:pPr algn="ctr"/>
            <a:r>
              <a:rPr sz="4400">
                <a:solidFill>
                  <a:srgbClr val="FFFFFF"/>
                </a:solidFill>
                <a:latin typeface="Arial"/>
              </a:rPr>
              <a:t>Porque a tristeza segundo Deus obra arrependimento para a salvação, da qual ninguem se arrepende; mas a tristeza do mundo obra a morte.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7:11</a:t>
            </a:r>
          </a:p>
          <a:p>
            <a:pPr algn="ctr"/>
            <a:r>
              <a:rPr sz="4400">
                <a:solidFill>
                  <a:srgbClr val="FFFFFF"/>
                </a:solidFill>
                <a:latin typeface="Arial"/>
              </a:rPr>
              <a:t>Porque, quanto cuidado não produziu isto mesmo em vós, que segundo Deus fostes contristados! que apologia, que indignação, que temor, que saudades, que zelo, que vingança! em tudo mostrastes estar puros n'este negocio.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7:12</a:t>
            </a:r>
          </a:p>
          <a:p>
            <a:pPr algn="ctr"/>
            <a:r>
              <a:rPr sz="4400">
                <a:solidFill>
                  <a:srgbClr val="FFFFFF"/>
                </a:solidFill>
                <a:latin typeface="Arial"/>
              </a:rPr>
              <a:t>Portanto, ainda que vos escrevi, não foi por causa do que fez o aggravo, nem por causa do que soffreu o aggravo, mas para que a nossa diligencia por vós fosse manifesta diante de Deus.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7:13</a:t>
            </a:r>
          </a:p>
          <a:p>
            <a:pPr algn="ctr"/>
            <a:r>
              <a:rPr sz="4400">
                <a:solidFill>
                  <a:srgbClr val="FFFFFF"/>
                </a:solidFill>
                <a:latin typeface="Arial"/>
              </a:rPr>
              <a:t>Por isso fomos consolados pela vossa consolação, e muito mais nos alegramos pela alegria de Tito, porque o seu espirito foi recreado por vós todos.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7:14</a:t>
            </a:r>
          </a:p>
          <a:p>
            <a:pPr algn="ctr"/>
            <a:r>
              <a:rPr sz="4400">
                <a:solidFill>
                  <a:srgbClr val="FFFFFF"/>
                </a:solidFill>
                <a:latin typeface="Arial"/>
              </a:rPr>
              <a:t>Porque, se n'alguma coisa me gloriei de vós para com elle, não fiquei envergonhado; antes, como vos dissemos tudo com verdade, assim tambem a nossa gloria para com Tito se achou verdadeira.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7:15</a:t>
            </a:r>
          </a:p>
          <a:p>
            <a:pPr algn="ctr"/>
            <a:r>
              <a:rPr sz="4400">
                <a:solidFill>
                  <a:srgbClr val="FFFFFF"/>
                </a:solidFill>
                <a:latin typeface="Arial"/>
              </a:rPr>
              <a:t>E o seu entranhavel affecto para comvosco é mais abundante, lembrando-se da obediencia de vós todos, e de como o recebestes com temor e tremor.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7:16</a:t>
            </a:r>
          </a:p>
          <a:p>
            <a:pPr algn="ctr"/>
            <a:r>
              <a:rPr sz="4400">
                <a:solidFill>
                  <a:srgbClr val="FFFFFF"/>
                </a:solidFill>
                <a:latin typeface="Arial"/>
              </a:rPr>
              <a:t>Regozijo-me de em tudo poder confiar em vós.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