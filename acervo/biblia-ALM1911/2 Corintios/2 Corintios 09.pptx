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á administração que se faz a favor dos sanctos, não necessito escrever-vos;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bem sei a promptidão do vosso animo da qual me glorio de vós para com os macedonios; que a Achaia está prompta desde o anno passado, e o vosso zelo tem estimulado muitos.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enviei estes irmãos, para que a nossa gloria, ácerca de vós, não seja vã n'esta parte; para que (como já disse) possaes estar promptos: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que, se acaso os macedonios vierem comigo, e vos acharem desapercebidos, não nos envergonhemos nós (para não dizermos vós) d'este firme fundamento de gloria.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tive por coisa necessaria exhortar estes irmãos, para que primeiro fossem ter comvosco, e preparassem primeiro a vossa benção, já d'antes annunciada, para que esteja prompta como benção, e não como avareza.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digo isto: Que o que semeia pouco, pouco tambem ceifará; e o que semeia em abundancia, em abundancia tambem ceifará.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Cada um contribua segundo propoz no seu coração; não com tristeza, ou por necessidade; porque Deus ama ao que dá com alegria.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Deus é poderoso para fazer abundar em vós toda a graça, para que tendo sempre, em tudo, toda a sufficiencia, abundeis em toda a boa obra;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Conforme está escripto: Espalhou, deu aos pobres: a sua justiça permanece para sempre.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Ora, aquelle que dá a semente ao que semeia, tambem dará pão para comer, e multiplicará a vossa sementeira, e augmentará os fructos da vossa justiça;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em tudo enriqueçaes para toda a beneficencia, a qual faz que por nós se deem graças a Deus.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administração d'este serviço, não só suppre as necessidades dos sanctos, mas tambem abunda em muitas graças, que se dão a Deus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na prova d'esta administração, glorificam a Deus pela submissão que confessaes quanto ao evangelho de Christo, e pela bondade da communicação para com elles, e para com todos;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pela sua oração por vós, tendo de vós saudades, por causa da excellente graça de Deus em vós.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Graças a Deus pois pelo seu dom ineffavel.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