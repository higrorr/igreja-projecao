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tendo este ministerio, segundo a misericordia que nos foi feita, não desfallecemos,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rejeitámos as coisas que por vergonha se occultam, não andando com astucia nem falsificando a palavra de Deus, mas recommendando-nos á consciencia de todo o homem, na presença de Deus, pela manifestação da verdade.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tambem o nosso evangelho está encoberto, para os que se perdem está encoberto: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quaes o Deus d'este seculo cegou os entendimentos dos incredulos, para que lhes não resplandeça a luz do evangelho da gloria de Christo, que é a imagem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nos prégamos a nós mesmos, mas a Christo Jesus, o Senhor; e nós mesmos somos vossos servos por amor de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Deus, que disse que das trevas resplandecesse a luz, é quem resplandeceu em nossos corações, para illuminação do conhecimento da gloria de Deus, na face de Jesus Christo.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Temos, porém, este thesouro em vasos de barro, para que a excellencia do poder seja de Deus, e não de nós.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tudo somos attribulados, porém não angustiados: perplexos, porém não desesperados: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Perseguidos, porém não desamparados: abatidos, porém não perdidos: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Trazendo sempre por toda a parte a mortificação do Senhor Jesus no nosso corpo, para que a vida de Jesus se manifeste tambem em nossos corpos;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nós, que vivemos, estamos sempre entregues á morte por amor de Jesus, para que a vida de Jesus se manifeste tambem em a nossa carne mortal.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em nós obra a morte, porém em vós a vida.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temos portanto o mesmo espirito de fé, como está escripto: Cri, por isso fallei: nós cremos tambem, por isso tambem fallamos.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o que resuscitou o Senhor Jesus, nos resuscitará tambem por Jesus; e nos collocará comvosco.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estas coisas são por amor de vós, para que a graça, que abunda pela acção de graças de muitos abunde para gloria de Deus.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não desfallecemos: mas, ainda que o nosso homem exterior se corrompa, o interior, comtudo, se renova de dia em dia,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nossa leve e momentanea tribulação produz-nos um peso eterno de gloria mui excellente;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attentando nós nas coisas que se vêem, mas nas que se não vêem; porque as que se vêem são temporaes, e as que se não vêem são eternas.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