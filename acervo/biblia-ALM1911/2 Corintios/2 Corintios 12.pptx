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que não convém gloriar-me; mas passarei ás visões e revelações do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Conheço um homem em Christo que ha quatorze annos (se no corpo não sei, se fóra do corpo não sei: Deus o sabe) foi arrebatado até ao terceiro céu.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sei que o tal homem (se no corpo, se fóra do corpo, não sei; Deus o sabe)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arrebatado ao paraiso; e ouviu palavras ineffaveis, de que ao homem não é licito fallar.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um tal me gloriarei eu, mas de mim mesmo não me gloriarei, senão nas minhas fraquezas.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quizer gloriar-me, não serei nescio, porque direi a verdade; porém deixo isto, para que ninguem cuide de mim mais do que em mim vê ou de mim ouve.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que me não exaltasse pelas excellencias das revelações, foi-me dado um espinho na carne, a saber, um mensageiro de Satanaz para me esbofetéar, para que me não exalte.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cerca do qual tres vezes orei ao Senhor para que se desviasse de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A minha graça te basta, porque o meu poder se aperfeiçoa na fraqueza. De boa vontade pois me gloriarei nas minhas fraquezas, para que em mim habite o poder de Christo.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sinto prazer nas fraquezas, nas injurias, nas necessidades, nas perseguições, nas angustias por amor de Christo. Porque quando estou fraco então sou forte.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Fui nescio em gloriar-me; vós me constrangestes, porque eu devia ser louvado por vós, visto que em nada fui inferior aos mais excellentes apostolos; ainda que nada sou.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signaes do meu apostolado foram effectuados entre vós com toda a paciencia, por signaes, prodigios e maravilhas.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em que tendes vós sido inferiores ás outras egrejas, a não ser que eu mesmo vos não fui pesado? Perdoae-me este aggravo.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estou prompto para terceira vez ir ter comvosco, e não vos serei pesado, pois que não busco o que é vosso, mas sim a vós; porque não devem os filhos enthesourar para seus paes, mas os paes para os filhos.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de muito boamente gastarei, e me deixarei gastar pelas vossas almas, ainda que, amando-vos cada vez mais, seja menos amado.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seja assim; eu não vos fui pesado, mas, sendo astuto, vos tomei com dolo.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aproveitei-me de vós por algum d'aquelles que vos enviei?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Roguei a Tito, e enviei com elle um irmão. Porventura Tito se aproveitou de vós? Não andámos porventura no mesmo espirito, sobre as mesmas pisadas?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Cuidaes que ainda nos desculpamos comvosco? Fallamos em Christo perante Deus, e tudo isto, ó amados, para vossa edificação.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temo que, quando chegar, vos não ache taes quaes eu quizera, e eu seja achado de vós tal qual vós não quizereis: que de alguma maneira não haja pendencias, invejas, iras, porfias, detracções, mexericos, orgulhos, tumultos,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que, quando fôr outra vez, o meu Deus me não humilhe para comvosco, e eu não chore por muitos d'aquelles que d'antes peccaram, e não se arrependeram da immundicia, e fornicação, e deshonestidade que commetteram.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