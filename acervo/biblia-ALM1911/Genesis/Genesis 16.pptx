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Sarai, mulher d'Abrão, não lhe paria, e elle tinha uma serva Egypcia, cujo nome era Hagar.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Sarai a Abrão: Eis que o Senhor me tem impedido de parir; entra pois á minha serva; porventura terei filhos d'ella. E ouviu Abrão a voz de Sarai.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tomou Sarai, mulher de Abrão, a Hagar Egypcia, sua serva, e deu-a por mulher a Abrão seu marido, ao fim de dez annos que Abrão habitara na terra de Canaan.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entrou a Hagar, e ella concebeu; e vendo ella que concebera, foi sua senhora desprezada aos seus olhos.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Sarai a Abrão: Meu aggravo seja sobre ti: minha serva puz eu em teu regaço; vendo ella agora que concebeu, sou menosprezada aos seus olhos: o Senhor julgue entre mim e 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Abrão a Sarai: Eis que tua serva está na tua mão, faze-lhe o que bom é aos teus olhos. E affligiu-a Sarai, e ella fugiu de sua face.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anjo do Senhor a achou junto a uma fonte d'agua no deserto, junto á fonte no caminho de Sur.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Hagar, serva de Sarai, d'onde vens, e para onde vaes? E ella disse: Venho fugida da face de Sarai minha senhora.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 disse o anjo do Senhor: Torna-te para tua senhora, e humilha-te debaixo de suas mãos.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mais o anjo do Senhor: Multiplicarei sobremaneira a tua semente, que não será contada, por numerosa que será.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tambem o anjo do Senhor: Eis que concebeste, e parirás um filho, e chamarás o seu nome Ishmael; porquanto o Senhor ouviu a tua afflicção.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será homem feroz, e a sua mão será contra todos, e a mão de todos contra elle: e habitará diante da face de todos os seus irmãos.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chamou o nome do Senhor, que com ella fallava: Tu és Deus da vista, porque disse: Não olhei eu tambem para aquelle que me vê?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se chama aquelle poço de Lachai-roi; eis que está entre Kades e Bered.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Hagar pariu um filho a Abrão; e Abrão chamou o nome do seu filho que Hagar parira, Ishmael.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Abrão da edade de oitenta e seis annos, quando Hagar pariu Ishmael a Abrão.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