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tambem Jacob o seu caminho, e encontraram-o os anjos de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disse, quando os viu: Este é o exercito de Deus. E chamou o nome d'aquelle logar Mahanaim.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Jacob mensageiros diante da sua face a Esaú seu irmão, á terra de Seir, territorio de Edom.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ordenou-lhes, dizendo: Assim direis a meu senhor Esaú: Assim diz Jacob, teu servo: Como peregrino morei com Labão, e me detive lá até agora;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tenho bois e jumentos, ovelhas, e servos e servas; e enviei para o annunciar a meu senhor, para que ache graça em teus olhos.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mensageiros tornaram a Jacob, dizendo: Viemos a teu irmão Esaú; e tambem elle vem a encontrar-te, e quatrocentos varões com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Jacob temeu muito, e angustiou-se; e repartiu o povo que com elle estava, e as ovelhas, e as vaccas, e os camelos, em dois bandos.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dizia: Se Esaú vier a um bando, e o ferir, o outro bando escapará.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Jacob: Deus de meu pae Abrahão, e Deus de meu pae Isaac, o Senhor, que me disseste: Torna-te á tua terra, e á tua parentela, e far-te-hei bem;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Menor sou eu que todas as beneficencias, e que toda a fidelidade que fizeste ao teu servo; porque com meu cajado passei este Jordão, e agora me tornei em dois bandos;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peço-te, da mão de meu irmão, da mão de Esaú: porque o temo, que porventura não venha, e me fira, e a mãe com os filhos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o disseste: Certamente te farei bem, e farei a tua semente como a areia do mar, que pela multidão não se pode contar.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passou ali aquella noite; e tomou do que lhe veiu á sua mão, um presente para seu irmão Esaú: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Duzentas cabras, e vinte bodes; duzentas ovelhas, e vinte carneiros;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Trinta camelas de leite com suas crias, quarenta vaccas, e dez novilhos; vinte jumentas, e dez jumentinhos;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deu-o na mão dos seus servos, cada rebanho á parte, e disse a seus servos: Passae adiante da minha face, e ponde espaço entre rebanho e rebanho.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ao primeiro, dizendo: Quando Esaú, meu irmão, te encontrar, e te perguntar, dizendo: De quem és, e para onde vaes, e cujos são estes diante da tua face,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dirás: São de teu servo Jacob, presente que envia a meu senhor, a Esaú; e eis que elle mesmo vem tambem atraz de nós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tambem ao segundo, e ao terceiro, e a todos os que vinham atraz dos rebanhos, dizendo: Conforme a esta mesma palavra, fallareis a Esaú, quando o achardes.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direis tambem: Eis que o teu servo Jacob vem atraz de nós. Porque dizia: Eu o aplacarei com o presente, que vae diante de mim, e depois verei a sua face; porventura acceitará a minha face.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passou o presente diante da sua face; elle porém passou aquella noite no arraial.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aquella mesma noite, e tomou as suas duas mulheres, e as suas duas servas, e os seus onze filhos, e passou o váo de Jabbok.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tomou-os, e fel-os passar o ribeiro; e fez passar tudo o que tinha.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Jacob porém ficou só; e luctou com elle um varão, até que a alva subia.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que não prevalecia contra elle, tocou a juntura de sua côxa, e se deslocou a juntura da côxa de Jacob, luctando com 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Deixa-me ir, porque já a alva subiu. Porém elle disse: Não te deixarei ir, se me não abençoares.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Qual é o teu nome? E elle disse: Jacob.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Não se chamará mais o teu nome Jacob, mas Israel: pois como principe luctaste com Deus, e com os homens, e prevaleceste.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lhe perguntou, e disse: Dá-me, peço-te, a saber o teu nome. E disse: Porque perguntas pelo meu nome? E abençoou-o ali.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Jacob o nome d'aquelle logar Peniel, porque dizia: Tenho visto a Deus face a face, e a minha alma foi salva.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saiu-lhe o sol, quando passou a Penuel; e manquejava da sua côxa.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os filhos de Israel não comem o nervo encolhido, que está sobre a juntura da côxa, até o dia de hoje; porquanto tocara a juntura da côxa de Jacob no nervo encolhido.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