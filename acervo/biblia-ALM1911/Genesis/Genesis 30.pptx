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Rachel que não paria filhos a Jacob, teve Rachel inveja de sua irmã, e disse a Jacob: Dá-me filhos, ou se não morro.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accendeu a ira de Jacob contra Rachel, e disse: Estou eu no logar de Deus, que te impediu o fructo de teu ventre?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disse: Eis aqui minha serva Bilha; entra a ella, para que pára sobre os meus joelhos, e eu tambem seja edificada d'ella.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lhe deu a Bilha sua serva por mulher: e Jacob entrou a ella.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concebeu Bilha, e pariu a Jacob um filho.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Rachel: Julgou-me Deus, e tambem ouviu a minha voz, e me deu um filho; por isso chamou o seu nome Dan.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Bilha, serva de Rachel, concebeu outra vez, e pariu a Jacob o segundo filho.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Rachel: Com luctas de Deus tenho luctado com minha irmã, tambem venci; e chamou o seu nome Naphtali.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Leah que cessava de parir, tomou tambem a Zilpah sua serva, e deu-a a Jacob por mulher.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pariu Zilpah, serva de Leah, um filho a Jacob.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Leah: Vem uma turba: e chamou o seu nome Gad.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pariu Zilpah, serva de Leah, um segundo filho a Jacob.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Leah: Para minha ventura; porque as filhas me terão por bemaventurada: e chamou o seu nome Asher.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Ruben nos dias da sega do trigo, e achou mandrágoras no campo. E trouxe-as a Leah, sua mãe. Então disse Rachel a Leah: Ora dá-me das mandrágoras do teu filho.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lhe disse: É já pouco que hajas tomado o meu marido, tomarás tambem as mandrágoras do meu filho? Então disse Rachel: Por isso se deitará comtigo esta noite pelas mandrágoras de teu filho.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Jacob á tarde do campo, saiu-lhe Leah ao encontro, e disse: A mim entrarás, porque certamente te aluguei com as mandrágoras do meu filho. E deitou-se com ella aquella noite.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 Deus a Leah, e concebeu, e pariu um quinto filho.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Leah: Deus me tem dado o meu galardão, pois tenho dado minha serva ao meu marido: e chamou o seu nome Issacar.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Leah concebeu outra vez, e pariu a Jacob um sexto filho.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Leah: Deus me deu a mim uma boa dadiva; d'esta vez morará o meu marido commigo, porque lhe tenho parido seis filhos: e chamou o seu nome Zebulon.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pariu uma filha, e chamou o seu nome Dinah.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lembrou-se Deus de Rachel, e Deus a ouviu, e abriu a sua madre,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concebeu, e pariu um filho, e disse: Tirou-me Deus a minha vergonha.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o seu nome José, dizendo: O Senhor me accrescente outro filho.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como Rachel pariu a José, disse Jacob a Labão: Deixa-me ir, que me vá ao meu logar, e á minha terra.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as minhas mulheres, e os meus filhos, pelas quaes te tenho servido, e ir-me-hei; pois tu sabes o meu serviço, que te tenho feito.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Labão: Se agora tenho achado graça em teus olhos, fica commigo. Tenho experimentado que o Senhor me abençoou por amor de ti.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mais: Determina-me o teu salario, que t'o darei.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disse: Tu sabes como te tenho servido, e como passou o teu gado commigo.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pouco que tinhas antes de mim, é augmentado até uma multidão: e o Senhor te tem abençoado por meu trabalho. Agora pois, quando hei-de trabalhar tambem por minha casa?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Que te darei? Então disse Jacob: Nada me darás; se me fizeres isto, tornarei a apascentar e a guardar o teu rebanho.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Passarei hoje por todo o teu rebanho, separando d'elle todos os salpicados e malhados, e todos os morenos entre os cordeiros, e os malhados e salpicados entre as cabras: e isto será o meu salario.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testificará por mim a minha justiça no dia d'ámanhã, quando vieres e o meu salario estiver diante de tua face: tudo o que não for salpicado e malhado entre as cabras e moreno entre os cordeiros, ser-me-ha por furto.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Labão: Eis que oxalá seja conforme á tua palavra.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separou n'aquelle mesmo dia os bodes listrados e malhados e todas as cabras salpicadas e malhadas, tudo em que havia brancura, e todo o moreno entre os cordeiros; e deu-os nas mãos dos seus filhos.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tres dias de caminho entre si e Jacob: e Jacob apascentava o resto dos rebanhos de Labão.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tomou Jacob varas verdes d'alamo, e d'aveleira e de castanheiro, e descascou n'ellas riscas brancas, descobrindo a brancura que nas varas havia,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estas varas, que tinha descascado, em frente do rebanho, nos canos e nas pias d'agua, aonde o rebanho vinha a beber, e conceberam vindo a beber.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concebia o rebanho diante das varas, e as ovelhas pariam listrados, salpicados e malhados.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separou Jacob os cordeiros, e poz as faces do rebanho para os listrados, e todo o moreno entre o rebanho de Labão; e poz o seu rebanho á parte, e não o poz com o rebanho de Labão.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succedia que cada vez que concebiam as ovelhas fortes, punha Jacob as varas diante dos olhos do rebanho nos canos, para que concebessem diante das varas.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quando enfraqueceu o rebanho, não as poz. Assim as fracas eram de Labão, e as fortes de Jacob.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cresceu o varão em grande maneira, e teve muitos rebanhos, e servas, e servos, e camelos e jumentos.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