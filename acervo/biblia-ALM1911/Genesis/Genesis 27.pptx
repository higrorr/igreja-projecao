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Isaac envelheceu, e os seus olhos se escureceram, de maneira que não podia ver, chamou a Esaú, seu filho mais velho, e disse-lhe: Meu filho. E elle lhe disse: Eis-me aqui.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Eis que já agora estou velho, e não sei o dia da minha morte;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toma as tuas armas, a tua aljava e o teu arco, e sae ao campo, e apanha para mim alguma caça,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faze-me um guisado saboroso, como eu o amo, e traze-m'o, para que eu coma; para que minha alma te abençoe, antes que morra.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Rebecca escutou quando Isaac fallava ao seu filho Esaú: e foi-se Esaú ao campo, para apanhar caça que havia de trazer.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Rebecca a Jacob seu filho, dizendo: Eis que tenho ouvido o teu pae que fallava com Esaú teu irmão,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Traze-me caça, e faze-me um guisado saboroso, para que eu coma, e te abençoe diante da face do Senhor, antes da minha morte.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filho meu, ouve a minha voz n'aquillo que eu te mando: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agora ao rebanho, e traze-me de lá dois bons cabritos das cabras, e eu farei d'elles um guisado saboroso para teu pae, como elle ama,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leval-o-has a teu pae, para que o coma; para que te abençoe antes da sua morte.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 a Rebecca, sua mãe: Eis que Esaú meu irmão é varão cabelludo. e eu varão liso;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me apalpará o meu pae, e serei em seus olhos enganador: assim trarei eu sobre mim maldição, e não benção.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sua mãe: Meu filho, sobre mim seja a tua maldição; sómente obedece á minha voz, e vae, traze-m'os.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foi, e tomou-os, e trouxe-os a sua mãe; e sua mãe fez um guisado saboroso, como seu pae amava.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tomou Rebecca os vestidos de gala de Esaú, seu filho mais velho, que tinha comsigo em casa, e vestiu a Jacob, seu filho menor;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as pelles dos cabritos das cabras cobriu as suas mãos e a lisura do seu pescoço;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 guisado saboroso, e o pão que tinha preparado, na mão de Jacob seu filho.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elle a seu pae, e disse: Meu pae! E elle disse: Eis-me aqui; quem és tu, meu filho?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disse a seu pae: Eu sou Esaú, teu primogenito; tenho feito como me disseste: levanta-te agora, assenta-te, e come da minha caça, para que a tua alma me abençoe.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Isaac a seu filho: Como é isto, que tão cedo a achaste, filho meu? E elle disse: Porque o Senhor teu Deus a mandou ao meu encontro.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Isaac a Jacob: Chega-te agora, para que te apalpe, meu filho, se és meu filho Esaú mesmo, ou não.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chegou Jacob a Isaac seu pae, que o apalpou, e disse: A voz é a voz de Jacob, porém as mãos são as mãos de Esaú.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 conheceu, porquanto as suas mãos estavam cabelludas, como as mãos de Esaú seu irmão: e abençoou-o.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És tu meu filho Esaú mesmo? E elle disse: Eu sou.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Faze chegar isso perto de mim, para que coma da caça de meu filho; para que a minha alma te abençoe. E chegou-lh'o, e comeu; trouxe-lhe tambem vinho, e bebeu.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Isaac seu pae: Ora chega-te, e beija-me, filho meu.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chegou-se, e beijou-o; então cheirou o cheiro dos seus vestidos, e abençoou-o, e disse: Eis que o cheiro do meu filho é como o cheiro do campo, que o Senhor abençoou: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te dê Deus do orvalho dos céus, e das gorduras da terra, e abundancia de trigo e de mosto: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Sirvam-te povos, e nações se incurvem a ti: sê senhor de teus irmãos, e os filhos da tua mãe se incurvem a ti: malditos sejam os que te amaldiçoarem, e bemditos sejam os que te abençoarem.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Isaac de abençoar a Jacob, apenas Jacob acabava de sair da face de Isaac seu pae, veiu Esaú, seu irmão, da sua caça;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tambem elle um guisado saboroso, e trouxe-o a seu pae; e disse a seu pae: Levanta-te, meu pae, e come da caça de teu filho, para que me abençoe a tua alma.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Isaac seu pae: Quem és tu? E elle disse: Eu sou teu filho, o teu primogenito, Esaú.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estremeceu Isaac de um estremecimento muito grande; e disse: Quem, pois, é aquelle que apanhou a caça, e m'a trouxe? e comi de tudo, antes que tu viesses, e abençoei-o: tambem será bemdito.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Esaú, ouvindo as palavras de seu pae, bradou com grande e mui amargo brado, e disse a seu pae: Abençoa-me tambem a mim, meu pae.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Veiu o teu irmão com subtileza, e tomou a tua benção.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Não foi o seu nome justamente chamado Jacob, por isso que já duas vezes me enganou? a minha primogenitura me tomou, e eis que agora me tomou a minha benção. Mais disse: Não reservaste pois para mim benção alguma?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Isaac, e disse a Esaú: Eis que o tenho posto por senhor sobre ti, e todos os seus irmãos lhe tenho dado por servos: e de trigo e de mosto o tenho fortalecido;--que te farei pois agora a ti, meu filho?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Esaú a seu pae: Tens uma só benção, meu pae? abençoa-me tambem a mim, meu pae. E levantou Esaú a sua voz, e chorou.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Isaac seu pae, e disse-lhe: Eis que nas gorduras da terra será a tua habitação, e do orvalho dos céus do alto serás abençoado,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tua espada viverás, e ao teu irmão servirás. Acontecerá, porém, que quando te senhoreares, então sacudirás o seu jugo do teu pescoço.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aborreceu Esaú a Jacob por causa d'aquella benção, com que seu pae o tinha abençoado; e Esaú disse no seu coração: Chegar-se-hão os dias de luto de meu pae: e matarei a Jacob meu irmão.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denunciadas a Rebecca estas palavras de Esaú, seu filho mais velho; e ella enviou, e chamou a Jacob seu filho menor, e disse-lhe: Eis que Esaú teu irmão se consola a teu respeito, propondo-se matar-te.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meu filho, ouve a minha voz, e levanta-te; acolhe-te a Labão meu irmão, em Haran,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mora com elle alguns dias, até que passe o furor de teu irmão;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se desvie de ti a ira de teu irmão, e se esqueça do que lhe fizeste: então enviarei, e te farei vir de lá; porque seria eu desfilhada tambem de vós ambos n'um mesmo dia?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Rebecca a Isaac: Enfadada estou da minha vida, por causa das filhas de Heth; se Jacob tomar mulher das filhas de Heth, como estas são das filhas d'esta terra, para que me será a vida?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