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pois depois d'estas coisas, que um disse a José: Eis que teu pae está enfermo. Então tomou comsigo os seus dois filhos Manasseh e Ephraim.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deu parte a Jacob, e disse: Eis que José teu filho vem a ti. E esforçou-se Israel, e assentou-se sobre a cama.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disse a José: O Deus Todo-poderoso me appareceu em Luz, na terra de Canaan, e me abençoou,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disse: Eis que te farei fructificar e multiplicar, e te porei por multidão de povos, e darei esta terra á tua semente depois de ti, em possessão perpetua.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os teus dois filhos, que te nasceram na terra do Egypto, antes que eu viesse a ti no Egypto, são meus: Ephraim e Manasseh serão meus, como Ruben e Simeão;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tua geração, que gerarás depois d'elles, será tua: segundo o nome de seus irmãos serão chamados na sua herança.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pois eu de Paddan, me morreu Rachel na terra de Canaan, no caminho, quando ainda ficava um pequeno espaço de terra para vir a Ephrata; e eu a sepultei ali, no caminho d'Ephrata, que é Beth-lehem.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Israel viu os filhos de José, e disse: Quem são estes?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José disse a seu pae: Elles são meus filhos, que Deus me tem dado aqui. E elle disse: Peço-te, traze-m'os aqui, para que os abençoe.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olhos porem d'Israel eram carregados de velhice, já não podia vêr; e fel-os chegar a elle, e beijou-os, e abraçou-os.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Israel disse a José: Eu não cuidara vêr o teu rosto; e eis que Deus me fez vêr a tua semente tambem.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José os tirou de seus joelhos, e inclinou-se á terra diante da sua face.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José a ambos elles, a Ephraim na sua mão direita á esquerda d'Israel, e Manasseh na sua mão esquerda á direita d'Israel, e fel-os chegar a elle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Israel estendeu a sua mão direita, e a poz sobre a cabeça d'Ephraim, ainda que era o menor, e a sua esquerda sobre a cabeça de Manasseh, dirigindo as suas mãos avisadamente, ainda que Manasseh era o primogenito.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abençoou a José, e disse: O Deus, em cuja presença andaram os meus paes Abrahão e Isaac, o Deus que me sustentou, desde que eu nasci até este dia: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anjo que me livrou de todo o mal, abençôe estes rapazes, e seja chamado n'elle o meu nome, e o nome de meus paes Abrahão e Isaac, e multipliquem-se, como peixes, em multidão no meio da terra.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José que seu pae punha a sua mão direita sobre a cabeça d'Ephraim, foi máu aos seus olhos; e tomou a mão de seu pae, para a transpor de sobre a cabeça de Ephraim á cabeça de Manasseh.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José disse a seu pae: Não assim, meu pae, porque este é o primogenito; põe a tua mão direita sobre a sua cabeça.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seu pae o recusou, e disse: Eu o sei, filho meu, eu o sei: tambem elle será um povo, e tambem elle será grande: comtudo o seu irmão menor será maior que elle, e a sua semente será uma multidão de nações.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os abençoou naquelle dia, dizendo: Em ti abençoará Israel, dizendo: Deus te ponha como a Ephraim e como a Manasseh, E poz a Ephraim diante de Manasseh.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Israel a José: Eis que eu morro, mas Deus será comvosco, e vos fará tornar á terra de vossos paes.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te tenho dado a ti um pedaço da terra sobre teus irmãos, que tomei com a minha espada e com o meu arco da mão dos amorrheos.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