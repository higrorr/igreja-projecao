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d'estas coisas veiu a palavra do Senhor a Abrão em visão, dizendo: Não temas, Abrão, eu sou o teu escudo, o teu grandissimo galardão.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Abrão: Senhor Jehovah, que me has de dar, pois ando sem filhos, e o mordomo da minha casa é o damasceno Elieser?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Abrão: Eis que me não tens dado semente, e eis que um nascido na minha casa será o meu herdeiro.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veiu a palavra do Senhor a elle, dizendo: Este não será o teu herdeiro; mas aquelle que de tuas entranhas sair, este será o teu herdeiro.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levou fóra, e disse: Olha agora para os céus, e conta as estrellas, se as podes contar. E disse-lhe: Assim será a tua semente.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creu elle no Senhor, e imputou-lhe isto por justiça.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mais: Eu sou o Senhor, que te tirei de Ur dos Chaldeus, para dar-te a ti esta terra, para herdal-a.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Senhor Jehovah, como saberei que hei-de herdal-a?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disse-lhe: Toma-me uma bezerra de tres annos, e uma cabra de tres annos, e um carneiro de tres annos, uma rola, e um pombinho.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trouxe-lhe todos estes, e partiu-os pelo meio, e poz cada parte d'elles em frente da outra; mas as aves não partiu.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aves desciam sobre os cadaveres; Abrão, porém, as enxotava.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pondo-se o sol, um profundo somno caiu sobre Abrão; e eis que grande espanto e grande escuridão caiu sobre elle.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 Abrão: Saibas, de certo, que peregrina será a tua semente em terra que não é sua, e servil-os-hão; e affligil-os-hão quatrocentos annos;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tambem eu julgarei a gente, a qual servirão, e depois sairão com grande fazenda.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 irás a teus paes em paz: em boa velhice serás sepultado.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quarta geração tornará para cá; porque a medida da injustiça dos Amoreos não está ainda cheia.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posto o sol, houve escuridão: e eis um forno de fumo, e uma tocha de fogo, que passou por aquellas metades.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mesmo dia fez o Senhor um concerto com Abrão, dizendo: Á tua semente tenho dado esta terra, desde o rio Egypto até ao grande rio Euphrates;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Keneo, e o Kenezeo, e o Kadmoneo,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Hetheo, e o Pereseo, e os Rephains,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Amoreo, e o Cananeo, e o Girgaseo, e o Jebuseo.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