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Jacob habitou na terra das peregrinações de seu pae, na terra de Canaan.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são as gerações de Jacob. Sendo José de dezesete annos, apascentava as ovelhas com seus irmãos, e estava este mancebo com os filhos de Bilhah, e com os filhos de Zilpah, mulheres de seu pae; e José trazia uma má fama d'elles a seu pae.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Israel amava a José mais do que a todos os seus filhos, porque era filho da sua velhice; e fez-lhe uma tunica de varias côres.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seus irmãos que seu pae o amava mais do que a todos os seus irmãos, aborreceram-o, e não podiam fallar com elle pacificamente.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Sonhou tambem José um sonho, que contou a seus irmãos: por isso o aborreciam ainda mais.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Ouvi, peço-vos, este sonho, que tenho sonhado: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estavamos atando mólhos no meio do campo, e eis que o meu mólho se levantava, e tambem ficava em pé, e eis que os vossos mólhos o rodeavam, e se inclinavam ao meu mólho.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disseram seus irmãos: Tu pois devéras reinarás sobre nós? Por isso tanto mais o aborreciam por seus sonhos e por suas palavras.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sonhou ainda outro sonho, e o contou a seus irmãos, e disse: Eis que ainda sonhei um sonho; e eis que o sol, e a lua, e onze estrellas se inclinavam a mim.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contando-o a seu pae e a seus irmãos, reprehendeu-o seu pae, e disse-lhe: Que sonho é este que sonhaste? porventura viremos, eu e tua mãe, e teus irmãos, para inclinar-nos a ti em terra?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Seus irmãos pois o invejavam; seu pae porém guardava este negocio no seu coração.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seus irmãos foram apascentar o rebanho de seu pae, junto de Sichem.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pois Israel a José: Não apascentam os teus irmãos junto de Sichem? vem, e enviar-te-hei a elles. E elle lhe disse: Eis-me aqui.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 disse: Ora vae-te, vê como estão teus irmãos, e como está o rebanho, e traze-me resposta. Assim o enviou do valle de Hebron, e veiu a Sichem.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achou-o um varão, porque eis que andava errado pelo campo, e perguntou-lhe o varão, dizendo: Que procuras?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Procuro meus irmãos; dize-me, peço-te, onde elles apascentam.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aquelle varão: Foram-se d'aqui; porque ouvi-lhes dizer: Vamos a Dothan. José pois seguiu atraz de seus irmãos, e achou-os em Dothan.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viram-o de longe, e, antes que chegasse a elles, conspiraram contra elle, para o matarem.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um ao outro: Eis lá vem o sonhador-mór!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pois agora, e matemel-o, e lancemol-o n'uma d'estas covas, e diremos: Uma besta fera o comeu; e veremos que será dos seus sonhos.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ouvindo-o Ruben, livrou-o das suas mãos, e disse: Não lhe tiremos a vida.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lhes disse Ruben: Não derrameis sangue; lançae-o n'esta cova, que está no deserto, e não lanceis mãos n'elle; para livral-o das suas mãos, e para tornal-o a seu pae.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chegando José a seus irmãos, tiraram a José a sua tunica, a tunica de varias côres, que trazia.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tomaram-o, e lançaram-o na cova; porém a cova estava vasia, não havia agua n'ella.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assentaram-se a comer pão; e levantaram os seus olhos, e olharam, e eis que uma companhia de ishmaelitas vinha de Gilead; e seus camelos traziam especiarias, e balsamo, e myrrha, e iam leval-os ao Egypto.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Judah disse aos seus irmãos: Que proveito haverá que matemos a nosso irmão, e escondamos a sua morte?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Vinde, e vendamol-o a estes ishmaelitas, e não seja nossa mão sobre elle; porque elle é nosso irmão, nossa carne. E seus irmãos obedeceram.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Passando pois os mercadores midianitas, tiraram, e alçaram a José da cova, e venderam José por vinte moedas de prata aos ishmaelitas, os quaes levaram José ao Egypto.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Tornando pois Ruben á cova, eis que José não estava na cova; então rasgou os seus vestidos,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seus irmãos, e disse: O moço não apparece; e eu aonde irei?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tomaram a tunica de José, e mataram um cabrito, e tingiram a tunica no sangue,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enviaram a tunica de varias côres, e fizeram leval-a a seu pae, e disseram: Temos achado esta tunica; conhece agora se esta será ou não a tunica de teu filho.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conheceu-a, e disse: É a tunica de meu filho; uma besta fera o comeu; certamente é despedaçado José.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Jacob rasgou os seus vestidos, e poz sacco sobre os seus lombos, e lamentou a seu filho muitos dias.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levantaram-se todos os seus filhos e todas as suas filhas, para o consolarem; recusou porém ser consolado, e disse: Porquanto com chôro hei de descer ao meu filho até á sepultura. Assim o chorou seu pae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midianitas venderam-o no Egypto a Potifar, eunucho de Pharaó, capitão da guarda.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