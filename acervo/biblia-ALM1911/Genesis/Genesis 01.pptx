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principio creou Deus os céus e 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era sem fórma e vasia; e havia trevas sobre a face do abysmo: e o Espirito de Deus se movia sobre a face das aguas.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Haja luz: e houve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Deus que era boa a luz: e fez Deus separação entre a luz e as trevas.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chamou á luz Dia; e ás trevas chamou Noite. E foi a tarde e a manhã, o dia primeiro.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Haja uma expansão no meio das aguas, e haja separação entre aguas e aguas.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Deus a expansão, e fez separação entre as aguas que estavam debaixo da expansão e as aguas que estavam sobre a expansão: e assim foi.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Deus á expansão Céus, e foi a tarde e a manhã o dia segundo.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Ajuntem-se as aguas debaixo dos céus n'um logar; e appareça a porção secca: e assim foi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Deus á porção secca Terra; e ao ajuntamento das aguas chamou Mares: e viu Deus que era bom.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Deus: Produza a terra herva verde, herva que dê semente, arvore fructifera que dê fructo segundo a sua especie, cuja semente está n'ella sobre a terra: e assim foi.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produziu herva, herva dando semente conforme a sua especie, e a arvore fructifera, cuja semente está n'ella conforme a sua especie: e viu Deus que era bom.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tarde, e a manhã, o dia terceiro.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Haja luminares na expansão dos céus, para haver separação entre o dia e a noite; e sejam elles para signaes e para tempos determinados e para dias e annos.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sejam para luminares na expansão dos céus, para allumiar a terra: e assim foi.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Deus os dois grandes luminares: o luminar maior para governar o dia, e o luminar menor para governar a noite; e as estrellas.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os poz na expansão dos céus para allumiar a terra,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governar o dia e a noite, e para fazer separação entre a luz e as trevas: e viu Deus que era bom.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tarde, e a manhã, o dia quarto.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Produzam as aguas abundantemente reptis de alma vivente; e vôem as aves sobre a face da expansão dos céus.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creou as grandes balêas, e todo o reptil de alma vivente que as aguas abundantemente produziram conforme as suas especies; e toda a ave de azas conforme a sua especie: e viu Deus que era bom.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as abençoou, dizendo: Fructificae e multiplicae-vos, e enchei as aguas nos mares; e as aves se multipliquem na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tarde, e a manhã, o dia quinto.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Produza a terra alma vivente conforme a sua especie; gado e reptis, e bestas feras da terra conforme a sua especie: e assim foi.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Deus as bestas feras da terra conforme a sua especie, e o gado conforme a sua especie, e todo o reptil da terra conforme a sua especie: e viu Deus que era bom.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Façamos o homem á nossa imagem, conforme á nossa similhança: e domine sobre os peixes do mar, e sobre as aves dos céus, e sobre o gado, e sobre toda a terra, e sobre todo o reptil que se move sobre a terra.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creou Deus o homem á sua imagem: á imagem de Deus o creou: macho e femea os creou.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os abençoou, e Deus lhes disse: Fructificae e multiplicae-vos, e enchei a terra, e sujeitae-a: e dominae sobre os peixes do mar, e sobre as aves dos céus, e sobre todo o animal que se move sobre a terra.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Eis que vos tenho dado toda a herva que dá semente, que está sobre a face de toda a terra; e toda a arvore, em que ha fructo de arvore que dá semente, ser-vos-ha para mantimento.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animal da terra, e toda a ave dos céus, e todo o reptil da terra, em que ha alma vivente; toda a herva verde será para mantimento: e assim foi.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Deus tudo quanto tinha feito, e eis que era muito bom: e foi a tarde, e a manhã, o dia sexto.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