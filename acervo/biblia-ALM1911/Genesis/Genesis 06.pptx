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os homens se começaram a multiplicar sobre a face da terra, e lhes nasceram filhas;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Viram os filhos de Deus que as filhas dos homens eram formosas; e tomaram para si mulheres de todas as que escolheram.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Senhor: Não contenderá o meu Espirito para sempre com o homem; porque elle tambem é carne: porém os seus dias serão cento e vinte annos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n'aquelles dias gigantes na terra; e tambem depois, quando os filhos de Deus entraram ás filhas dos homens, e d'ellas geraram filhos: estes eram os valentes que houve na antiguidade, os varões de fama.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o Senhor que a maldade do homem se multiplicára sobre a terra, e que toda a imaginação dos pensamentos de seu coração era só má continuamente.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arrependeu-se o Senhor de haver feito o homem sobre a terra, e pezou-lhe em seu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Destruirei o homem que creei de sobre a face da terra, desde o homem até ao animal, até ao reptil, e até á ave dos céus; porque me arrependo de os haver feito.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Noé porém achou graça aos olhos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gerações de Noé: Noé era varão justo e recto em suas gerações: Noé andava com Deus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gerou Noé tres filhos: Sem, Cão, e Japhet.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porém estava corrompida diante da face de Deus: e encheu-se a terra de violencia.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Deus a terra, e eis que estava corrompida; porque toda a carne havia corrompido o seu caminho sobre 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Deus a Noé: O fim de toda a carne é vindo perante a minha face; porque a terra está cheia de violencia; e eis que os desfarei com 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para ti uma arca da madeira de Gopher: farás compartimentos na arca, e a betumarás por dentro e por fóra com betume.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 maneira a farás: De trezentos covados o comprimento da arca, e de cincoenta covados a sua largura, e de trinta covados a sua altura.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na arca uma janella, e de um covado a acabarás em cima; e a porta da arca porás ao seu lado; far-lhe-has andares baixos, segundos e terceiros.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Eu trago um diluvio de aguas sobre a terra, para desfazer toda a carne em que ha espirito de vida debaixo dos céus: tudo o que ha na terra expirará.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comtigo estabelecerei o meu pacto; e entrarás na arca tu e os teus filhos, e a tua mulher, e as mulheres de teus filhos comtigo.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tudo o que vive, de toda a carne, dois de cada especie, metterás na arca, para os conservar vivos comtigo; macho e femea serão.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aves conforme a sua especie, e das bestas conforme a sua especie, de todo o reptil da terra conforme a sua especie, dois de cada especie virão a ti, para os conservar em vida.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toma para ti de toda a comida que se come, e ajunta-a para ti; e te será para mantimento para ti e para elles.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Noé: conforme a tudo o que Deus lhe mandou, assim o fez.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