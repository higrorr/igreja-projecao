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40:1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depois d'estas coisas que peccaram o copeiro do rei do Egypto, e o padeiro, contra o seu senhor, o rei do Egypto.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40:2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indignou-se Pharaó muito contra os seus dois eunuchos, contra o copeiro-mór e contra o padeiro mór,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40:3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entregou-os em guarda, na casa do capitão da guarda, na casa do carcere, no logar onde José estava preso.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40:4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capitão da guarda deu cargo d'elles a José, para que os servisse; e estiveram muitos dias na prisão.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40:5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ambos sonharam um sonho, cada um seu sonho na mesma noite, cada um conforme a interpretação do seu sonho, o copeiro e o padeiro do rei do Egypto, que estavam presos na casa do carcere.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40:6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veiu José a elles pela manhã, e olhou para elles, e eis que estavam turbados.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40:7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perguntou aos eunuchos de Pharaó, que com elle estavam no carcere da casa de seu senhor, dizendo: Porque estão hoje tristes os vossos semblantes?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40:8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elles lhe disseram: Temos sonhado um sonho, e ninguem ha que o interprete. E José disse-lhes: Não são de Deus as interpretações? contae-m'o, peço-vos.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40:9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contou o copeiro-mór o seu sonho a José, e disse-lhe: Eis que em meu sonho havia uma vide diante da minha face,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40:10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na vide tres sarmentos, e estava como brotando; a sua flôr sahia, os seus cachos amadureciam em uvas: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40:11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copo de Pharaó estava na minha mão, e eu tomava as uvas, e as espremia no copo de Pharaó, e dava o copo na mão de Pharaó.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40:12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disse-lhe José: Esta é a sua interpretação: os tres sarmentos são tres dias;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40:13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Dentro ainda de tres dias Pharaó levantará a tua cabeça, e te restaurará ao teu estado, e darás o copo de Pharaó na sua mão, conforme o costume antigo, quando eras seu copeiro.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40:14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Porem lembra-te de mim, quando te fôr bem; e rogo-te que uses commigo de compaixão, e que faças menção de mim a Pharaó, e faze-me sair d'esta casa;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40:15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de facto, fui roubado da terra dos hebreus; e tão pouco aqui nada tenho feito para que me puzessem n'esta cova.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40:16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Vendo então o padeiro-mór que tinha interpretado bem, disse a José: Eu tambem sonhava, e eis que tres cestos brancos estavam sobre a minha cabeça;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40:17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 cesto mais alto havia de todos os manjares de Pharaó, da obra de padeiro: e as aves o comiam do cesto de sobre a minha cabeça.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40:18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respondeu José, e disse: Esta é a sua interpretação: os tres cestos são tres dias;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40:19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Dentro ainda de tres dias Pharaó levantará a tua cabeça sobre ti, e te pendurará n'um pau, e as aves comerão a tua carne de sobre ti.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40:20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ao terceiro dia, o dia do nascimento de Pharaó, que fez um banquete a todos os seus servos; e levantou a cabeça do copeiro-mór, e a cabeça do padeiro-mór, no meio dos seus servos.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40:21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fez tornar o copeiro-mór ao seu officio de copeiro, e deu o copo na mão de Pharaó,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40:22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ao padeiro-mór enforcou, como José havia interpretado.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40:23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copeiro-mór, porém, não se lembrou de José, antes esqueceu-se d'elle.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