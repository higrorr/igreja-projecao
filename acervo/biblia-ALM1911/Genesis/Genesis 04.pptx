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conheceu Adão a Eva, sua mulher, e ella concebeu e pariu a Caim, e disse: Alcancei do Senhor um varão.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pariu mais a seu irmão Abel: e Abel foi pastor de ovelhas, e Caim foi lavrador da terra.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ao cabo de dias que Caim trouxe do fructo da terra uma offerta ao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Abel tambem trouxe dos primogenitos das suas ovelhas, e da sua gordura: e attentou o Senhor para Abel e para a sua offerta,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para Caim e para a sua offerta não attentou. E irou-se Caim fortemente, e descaiu-lhe o seu semblante.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disse a Caim: Porque te iraste? E porque descaiu o teu semblante?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bem fizeres, não haverá acceitação para ti? se não fizeres bem, o peccado jaz á porta, e para ti será o seu desejo, e sobre elle dominarás.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Caim com o seu irmão Abel: e succedeu que, estando elles no campo, se levantou Caim contra o seu irmão Abel, e o matou.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Caim: Onde está Abel, teu irmão? E elle disse: Não sei: sou eu guardador do meu irmão?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Deus: Que fizeste? A voz do sangue do teu irmão clama a mim desde a terra.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maldito és tu desde a terra, que abriu a sua bocca para receber o sangue do teu irmão da tua mão.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lavrares a terra, não te dará mais a sua força: fugitivo e vagabundo serás na terra.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Caim ao Senhor: É maior a minha maldade que a que possa ser perdoada.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hoje me lanças da face da terra, e da tua face me esconderei; e serei fugitivo e vagabundo na terra, e será que todo aquelle que me achar, me matará.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porém disse-lhe: Portanto qualquer que matar a Caim, sete vezes será castigado. E poz o Senhor um signal em Caim, para que o não ferisse qualquer que o achasse.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Caim de diante da face do Senhor, e habitou na terra de Nod, da banda do oriente do Eden.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conheceu Caim a sua mulher, e ella concebeu, e pariu a Enoch: e elle edificou uma cidade, e chamou o nome da cidade pelo nome de seu filho Enoch: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Enoch nasceu Irad, e Irad gerou a Mehujael, e Mehujael gerou a Methusael e Methusael gerou a Lamech.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Lamech para si duas mulheres: o nome d'uma era Ada, e o nome da outra, Zilla.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Ada pariu a Jabal: este foi o pae dos que habitam em tendas, e teem gado.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nome do seu irmão era Jubal: este foi o pae de todos os que tocam harpa e orgão.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Zilla tambem pariu a Tubalcaim, mestre de toda a obra de cobre e de ferro: e a irmã de Tubalcaim foi Naama.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Lamech a suas mulheres: Ada e Zilla, ouvi a minha voz; vós, mulheres de Lamech, escutae o meu dito; porque eu matei um varão por minha ferida, e um mancebo por minha pisadura.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sete vezes Caim será castigado; mas Lamech setenta vezes sete.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Adão a conhecer a sua mulher; e ella pariu um filho, e chamou o seu nome Seth; porque, disse ella, Deus me deu outra semente em logar de Abel; porquanto Caim o matou.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Seth mesmo tambem nasceu um filho; e chamou o seu nome Enos: então se começou a invocar o nome do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