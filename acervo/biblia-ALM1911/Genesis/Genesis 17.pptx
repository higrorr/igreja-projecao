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 pois Abrão da edade de noventa e nove annos, appareceu o Senhor a Abrão, e disse-lhe: Eu sou o Deus Todo-poderoso, anda em minha presença e sê perfeito: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porei o meu concerto entre mim e ti, e te multiplicarei grandissimamente.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caiu Abrão sobre o seu rosto, e fallou Deus com elle, dizendo: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 mim, eis o meu concerto, comtigo é e serás o pae de uma multidão de nações;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se chamará mais o teu nome Abrão, mas Abrahão será o teu nome; porque por pae da multidão de nações te tenho posto: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farei fructificar grandissimamente, e de ti farei nações, e reis sairão de ti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estabelecerei o meu concerto entre mim e ti e a tua semente depois de ti em suas gerações, por concerto perpetuo, para te ser a ti por Deus, e á tua semente depois de ti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darei a ti, e á tua semente depois de ti, a terra de tuas peregrinações, toda a terra de Canaan em perpetua possessão, e ser-lhes-hei Deus.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Deus a Abrahão: Tu, porém, guardarás o meu concerto, tu, e a tua semente depois de ti, nas suas gerações.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é o meu concerto, que guardareis entre mim e vós, e a tua semente depois de ti: Que todo o macho vos será circumcidado.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circumcidareis a carne do vosso prepucio; e isto será por signal do concerto entre mim e vós.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filho de oito dias, pois, vos será circumcidado, todo o macho nas vossas gerações: o nascido na casa, e o comprado por dinheiro a qualquer estrangeiro, que não fôr da tua semente.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effeito será circumcidado o nascido em tua casa, e o comprado por teu dinheiro: e estará o meu concerto na vossa carne por concerto perpetuo.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macho com prepucio, cuja carne do prepucio não estiver circumcidada, aquella alma será extirpada dos seus povos; quebrantou o meu concerto.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Deus mais a Abrahão: A Sarai tua mulher não chamarás mais pelo nome de Sarai, mas Sarah será o seu nome,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a hei de abençoar, e te hei de dar a ti d'ella um filho; e a abençoarei, e será mãe das nações; reis de povos sairão d'ella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caiu Abrahão sobre o seu rosto, e riu-se, e disse no seu coração: A um homem de cem annos ha de nascer um filho? e parirá Sarah da edade de noventa annos?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Abrahão a Deus: Oxalá que viva Ishmael diante de teu rosto!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Deus: Na verdade, Sarah tua mulher te parirá um filho, e chamarás o seu nome Isaac, e com elle estabelecerei o meu concerto, por concerto perpetuo para a sua semente depois d'elle.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emquanto a Ishmael, tambem te tenho ouvido: eis aqui o tenho abençoado, e fal-o-hei fructificar, e fal-o-hei multiplicar grandissimamente: doze principes gerará, e d'elle farei uma grande nação.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concerto, porém, estabelecerei com Isaac, o qual Sarah te parirá n'este tempo determinado, no anno seguinte.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acabou de fallar com elle, e saiu Deus de Abrahão.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tomou Abrahão a seu filho Ishmael, e a todos os nascidos na sua casa, e a todos os comprados por seu dinheiro, todo o macho entre os homens da casa de Abrahão; e circumcidou a carne do seu prepucio, n'aquelle mesmo dia, como Deus fallára com elle.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Abrahão da edade de noventa e nove annos, quando lhe foi circumcidada a carne do seu prepucio.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Ishmael, seu filho, era da edade de treze annos, quando lhe foi circumcidada a carne do seu prepucio.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N'este mesmo dia foi circumcidado Abrahão e Ishmael seu filho,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homens da sua casa, o nascido em casa, e o comprado por dinheiro do estrangeiro, foram circumcidados com elle.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