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depois d'estas coisas, que tentou Deus a Abrahão, e disse-lhe: Abrahão! E elle disse: Eis-me aqui.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Toma agora o teu filho, o teu unico filho, Isaac, a quem amas, e vae-te á terra de Moriah, e offerece-o ali em holocausto sobre uma das montanhas, que eu te direi.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levantou Abrahão pela manhã de madrugada, e albardou o seu jumento, e tomou comsigo dois de seus moços e Isaac seu filho; e fendeu lenha para o holocausto, e levantou-se, e foi ao logar que Deus lhe dissera.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terceiro dia levantou Abrahão os seus olhos, e viu o logar de longe.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Abrahão a seus moços: Ficae-vos aqui com o jumento, e eu e o moço iremos até ali; e havendo adorado, tornaremos a vós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Abrahão a lenha do holocausto, e pôl-a sobre Isaac seu filho; e elle tomou o fogo e o cutelo na sua mão, e foram ambos juntos.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Isaac a Abrahão seu pae, e disse: Meu pae! E elle disse: Eis-me aqui, meu filho! E elle disse: Eis aqui o fogo e a lenha, mas onde está o cordeiro para o holocausto?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Abrahão: Deus proverá para si o cordeiro para o holocausto, meu filho. Assim caminharam ambos juntos.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ao logar que Deus lhe dissera, e edificou Abrahão ali um altar, e poz em ordem a lenha, e amarrou a Isaac seu filho, e deitou-o sobre o altar em cima da lenha.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estendeu Abrahão a sua mão, e tomou o cutelo para immolar o seu filho;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anjo do Senhor lhe bradou desde os céus, e disse: Abrahão, Abrahão! E elle disse: Eis-me aqui.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disse: Não estendas a tua mão sobre o moço, e não lhe faças nada: porquanto agora sei que temes a Deus, e não me negaste o teu filho, o teu unico.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levantou Abrahão o seus olhos, e olhou; e eis um carneiro detraz d'elle, travado pelas suas pontas n'um matto; e foi Abrahão, e tomou o carneiro, e offereceu-o em holocausto, em logar de seu filho.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Abrahão o nome d'aquelle logar, o Senhor proverá; d'onde se diz até ao dia de hoje: No monte do Senhor se proverá.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anjo do Senhor bradou a Abrahão pela segunda vez desde os céus,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Por mim mesmo, jurei, diz o Senhor: Porquanto fizeste esta acção, e não negaste o teu filho, o teu unico,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devéras te abençoarei, e grandissimamente multiplicarei a tua semente como as estrellas dos céus, e como a areia que está na praia do mar; e a tua semente possuirá a porta dos seus inimigos;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tua semente serão bemditas todas as nações da terra; porquanto obedeceste á minha voz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Abrahão tornou aos seus moços, e levantaram-se, e foram juntos para Berseba; e Abrahão habitou em Berseba.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depois d'estas coisas, que annunciaram a Abrahão, dizendo: Eis que tambem Milcah pariu filhos a Nahor teu irmão: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Uz o seu primogenito, e Buz seu irmão, e Kemuel, pae d'Aram,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Chesed, e Hazo, e Pildas, e Jidlaph, e Bethuel.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Bethuel gerou Rebecca: estes oito pariu Milcah a Nahor, irmão de Abrahão.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concubina, cujo nome era Reuma, ella pariu tambem a Tebah, e Gaham, e Tahash e Maacah.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