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Abrahão já velho e adiantado em edade, e o Senhor havia abençoado a Abrahão em tudo.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Abrahão ao seu servo, o mais velho da casa, que tinha o governo sobre tudo o que possuia: Põe agora a tua mão debaixo da minha coxa,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eu te faça jurar pelo Senhor Deus dos céus e Deus da terra, que não tomarás para meu filho mulher das filhas dos cananeos no meio dos quaes eu habito,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irás á minha terra e á minha parentela, e d'ahi tomarás mulher para meu filho Isaac.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servo: Porventura não quererá seguir-me a mulher a esta terra. Farei pois tornar o teu filho á terra d'onde saiste?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lhe disse: Guarda-te, que não faças lá tornar o meu filho.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Deus dos céus, que me tomou da casa de meu pae e da terra da minha parentela, e que me fallou, e que me jurou, dizendo: Á tua semente darei esta terra: Elle enviará o seu anjo adiante da tua face, para que tomes mulher de lá para meu filho.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mulher, porém, não quizer seguir-te, serás livre d'este meu juramento; sómente não faças lá tornar a meu filho.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poz o servo a sua mão debaixo da coxa de Abrahão seu senhor, e jurou-lhe sobre este negocio.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servo tomou dez camelos, dos camelos do seu senhor, e partiu, pois que toda a fazenda de seu senhor estava em sua mão, e levantou-se e partiu para Mesopotamia, para a cidade de Nahor,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ajoelhar os camelos fóra da cidade, junto a um poço d'agua, pela tarde, ao tempo que as moças sahiam a tirar agua.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Ó Senhor, Deus de meu senhor Abrahão! dá-me hoje bom encontro, e faze beneficencia ao meu senhor Abrahão!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estou em pé junto á fonte d'agua, e as filhas dous varões d'esta cidade saem para tirar agua;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pois que a donzella, a quem eu disser: Abaixa agora o teu cantaro para que eu beba; e ella disser: Bebe, e tambem darei de beber aos teus camelos; esta seja a quem designaste ao teu servo Isaac, e que eu conheça n'isso que fizeste beneficencia a meu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antes que elle acabasse de fallar, eis que Rebecca, que havia nascido a Bethuel, filho de Milcah, mulher de Nahor, irmão de Abrahão, sahia com o seu cantaro sobre o seu hombro.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donzella era mui formosa á vista, virgem, a quem varão não havia conhecido: e desceu á fonte, e encheu o seu cantaro, e subiu.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servo correu-lhe ao encontro, e disse: Ora deixa-me beber uma pouca d'agua do teu cantaro.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disse: Bebe, meu senhor. E apressou-se, e abaixou o seu cantaro sobre a sua mão, e deu-lhe de beber.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ella de lhe dar de beber, disse: Tirarei tambem agua para os teus camelos, até que acabem de beber.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apressou-se, e vasou o seu cantaro na pia, e correu outra vez ao poço para tirar agua, e tirou para todos os seus camelos.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varão estava admirado de vel-a, calando-se, para saber se o Senhor havia prosperado a sua jornada, ou não.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acabando os camelos de beber, tomou o varão um pendente de oiro de meio siclo de peso, e duas pulseiras para as suas mãos, do peso de dez siclos de oiro.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De quem és filha? faze-m'o saber, peço-te; ha tambem em casa de teu pae logar para nós pousarmos?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disse: Eu sou a filha de Bethuel, filho de Milcah, o qual ella pariu a Nahor.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mais: Tambem temos palha e muito pasto, e logar para passar a noite.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inclinou-se aquelle varão, e adorou ao Senhor,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Bemdito seja o Senhor Deus de meu senhor Abrahão, que não retirou a sua beneficencia e a sua verdade de meu senhor: quanto a mim, o Senhor me guiou no caminho á casa dos irmãos de meu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donzella correu, e fez saber estas coisas na casa de sua mãe.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Rebecca tinha um irmão, cujo nome era Labão; e Labão correu ao encontro d'aquelle varão á fonte.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quando elle viu o pendente, e as pulseiras sobre as mãos de sua irmã, e quando ouviu as palavras de sua irmã Rebecca, que dizia: Assim me fallou aquelle varão; veiu o varão, e eis que estava em pé junto aos camelos á fonte.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Entra, bemdito do Senhor, porque estarás fóra? pois eu já preparei a casa, e o logar para os camelos.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aquelle varão á casa, e desataram os camelos, e deram palha e pasto aos camelos, e agua para lavar os pés d'elle e os pés dos varões que estavam com 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pozeram de comer diante d'elle; elle porém disse: Não comerei, até que tenha dito as minhas palavras. E elle disse: Falla.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Eu sou o servo d'Abrahão.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abençoou muito o meu senhor, de maneira que foi engrandecido, e deu-lhe ovelhas e vaccas, e prata e oiro, e servos e servas, e camelos e jumentos.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Sarah, a mulher do meu senhor, pariu um filho a meu senhor depois da sua velhice, e elle deu-lhe tudo quanto tem.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 me fez jurar, dizendo: Não tomarás mulher para meu filho das filhas dos cananeos, em cuja terra habito: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Irás porém á casa de meu pae, e á minha familia, e tomarás mulher para meu filho.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 ao meu senhor: Porventura não me seguirá a mulher.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O Senhor, em cuja presença tenho andado, enviará o seu anjo comtigo, e prosperará o teu caminho, para que tomes mulher para meu filho da minha familia e da casa de meu pae: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serás livre do meu juramento, quando fores á minha familia; e se não t'a derem, livre serás do meu juramento.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hoje cheguei á fonte, e disse: Ó Senhor, Deus de meu senhor Abrahão! se tu agora prosperas o meu caminho, no qual eu ando,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estou junto á fonte d'agua: seja pois que a donzella que sair para tirar agua e á qual eu disser: Ora dá-me uma pouca d'agua do teu cantaro;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me disser: Bebe tu tambem, e tambem tirarei agua para os teus camelos; esta seja a mulher que o Senhor designou ao filho de meu senhor.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antes que eu acabasse de fallar no meu coração, eis que Rebecca sahia com o seu cantaro sobre o seu hombro, e desceu á fonte, e tirou agua; e eu lhe disse: Ora dá-me de beber.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se apressou, e abaixou o seu cantaro de sobre si, e disse: Bebe, e tambem darei de beber aos teus camelos; e bebi, e ella deu tambem de beber aos camelos.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perguntei, e disse: De quem és filha? E ella disse: Filha de Bethuel, filho de Nahor, que lhe pariu Milcah. Então eu puz o pendente no seu rosto, e as pulseiras sobre as suas mãos;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inclinando-me adorei ao Senhor, e bemdisse ao Senhor, Deus do meu senhor Abrahão, que me havia encaminhado pelo caminho da verdade, para tomar a filha do irmão de meu senhor para seu filho.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 vós haveis de fazer beneficencia e verdade a meu senhor, fazei-m'o saber; e se não tambem m'o fazei saber, para que eu olhe á mão direita, ou á esquerda.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Labão e Bethuel, e disseram: Do Senhor procedeu este negocio; não podemos fallar-te mal ou bem.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Rebecca está diante da tua face; toma-a, e vae-te; seja a mulher do filho de teu senhor, como tem dito o Senhor.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o servo de Abrahão, ouvindo as suas palavras, inclinou-se á terra diante do Senhor,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o servo vasos de prata e vasos de oiro, e vestidos, e deu-os a Rebecca; tambem deu coisas preciosas a seu irmão e a sua mãe.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comeram e beberam, elle e os varões que com elle estavam, e passaram a noite. E levantaram-se pela manhã, e disse: Deixae-me ir a meu senhor.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seu irmão e sua mãe: Fique a donzella comnosco alguns dias, ou pelo menos dez dias, depois irá.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porém lhes disse: Não me detenhaes, pois o Senhor tem prosperado o meu caminho; deixae-me partir, que eu volte a meu senhor.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Chamemos a donzella, e perguntemos-lh'o.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chamaram a Rebecca, e disseram-lhe: Irás tu com este varão? Ella respondeu: Irei.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despediram a Rebecca sua irmã, e sua ama, e o servo de Abrahão, e seus varões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abençoaram a Rebecca, e disseram-lhe: O nossa irmã, sejas tu em milhares de milhares, e que a tua semente possua a porta de seus aborrecedores!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Rebecca se levantou com as suas moças, e subiram sobre os camelos, e seguiram o varão: e tomou aquelle servo a Rebecca, e partiu.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Isaac vinha d'onde se vem do poço de Lahai-roi; porque habitava na terra do sul.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Isaac saira a orar no campo, sobre a tarde: e levantou os seus olhos, e olhou, e eis que os camelos vinham.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Rebecca tambem levantou seus olhos, e viu a Isaac, e lançou-se do camelo.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servo: Quem é aquelle varão que vem pelo campo ao nosso encontro? E o servo disse: Este é meu senhor. Então tomou ella o véu, e cobriu-se.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servo contou a Isaac todas as coisas que fizera.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24:67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Isaac trouxe-a para a tenda de sua mãe Sarah, e tomou a Rebecca, e foi-lhe por mulher, e amou-a. Assim Isaac foi consolado depois da morte de sua mãe.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