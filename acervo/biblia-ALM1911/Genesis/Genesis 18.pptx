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appareceu-lhe o Senhor nos carvalhaes de Mamre, estando elle assentado á porta da tenda, quando tinha aquecido o dia.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levantou os seus olhos, e olhou, e eis tres varões estavam em pé junto a elle. E vendo-os, correu da porta da tenda ao seu encontro, e inclinou-se á terra,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disse; Meu Senhor, se agora tenho achado graça nos teus olhos, rogo-te que não passes de teu servo,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se traga já uma pouca d'agua, e lavae os vossos pés, e recostae-vos debaixo d'esta arvore;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trarei um bocado de pão, para que esforceis o vosso coração; depois passareis adiante, porquanto por isso chegastes até vosso servo. E disseram: Assim faze como tens dito.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Abrahão apressou-se em ir ter com Sarah á tenda, e disse-lhe: Amassa depressa tres medidas de flor de farinha, e faze bolos.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correu Abrahão ás vaccas, e tomou uma vitella tenra e boa, e deu-a ao moço, que se apressou era preparal-a.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tomou manteiga e leite, e a vitella que tinha preparado, e poz tudo diante d'elles, e elle estava em pé junto a elles debaixo da arvore; e comeram.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disseram-lhe: Onde está Sarah, tua mulher? E elle disse: Eil-a ahi está na tenda.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Certamente tornarei a ti por este tempo da vida; e eis que Sarah tua mulher terá um filho. E ouviu-o Sarah á porta da tenda, que estava atraz d'elle.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eram Abrahão e Sarah já velhos, e adiantados em edade; já a Sarah havia cessado o costume das mulheres.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pois riu-se Sarah comsigo, dizendo: Terei ainda deleite depois de haver envelhecido, sendo tambem o meu senhor já velho?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Senhor a Abrahão: Porque se riu Sarah, dizendo: Na verdade parirei eu ainda, havendo já envelhecido?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Haveria coisa alguma difficil ao Senhor? Ao tempo determinado tornarei a ti por este tempo da vida, e Sarah terá um filho.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Sarah negou, dizendo: Não me ri: porquanto temeu. E elle disse: Não digas isso, porque te riste.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levantaram-se aquelles varões d'ali, e olharam para a banda de Sodoma; e Abrahão ia com elles, acompanhando-os.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Senhor: Occultarei eu a Abrahão o que faço?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Visto que Abrahão certamente virá a ser uma grande e poderosa nação, e n'elle serão bemditas todas as nações da terra.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eu o tenho conhecido, que elle ha de ordenar a seus filhos e a sua casa depois d'elle, para que guardem o caminho do Senhor, para obrar com justiça e juizo: para que o Senhor faça vir sobre Abrahão o que ácerca d'elle tem fallado.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mais o Senhor: Porquanto o clamor de Sodoma e Gomorrah se tem multiplicado, e porquanto o seu peccado se tem aggravado muito,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Descerei agora, e verei se com effeito tem praticado segundo o seu clamor, que é vindo até mim; e se não, sabel-o-hei.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18:22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viraram aquelles varões o rosto d'ali, e foram-se para Sodoma; mas Abrahão ficou ainda em pé diante da face do Senhor.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18:23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chegou-se Abrahão, dizendo: Destruirás tambem o justo com o impio?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18:24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porventura houver cincoenta justos na cidade, destruil-os-has tambem, e não pouparás o logar por causa dos cincoenta justos que estão dentro d'ella?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18:25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Longe de ti que faças tal coisa, que mates o justo com o impio: que o justo seja como o impio, longe de ti seja. Não faria justiça o Juiz de toda a terra?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18:26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o Senhor: Se eu em Sodoma achar cincoenta justos dentro da cidade, pouparei a todo o logar por amor d'elles.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18:27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respondeu Abrahão, dizendo: Eis que agora me atrevi a fallar ao Senhor, ainda que sou pó e cinza: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18:28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faltarão de cincoenta justos cinco; destruirás por aquelles cinco toda a cidade? E disse: Não a destruirei, se eu achar ali quarenta e cinco.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18:29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continuou ainda a fallar-lhe, e disse: Porventura se acharão ali quarenta. E disse: Não o farei por amor dos quarenta.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18:30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mais: Ora não se ire o Senhor, se eu ainda fallar: Porventura se acharão ali trinta. E disse: Não o farei se achar ali trinta.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18:31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Eis que agora me atrevi a fallar ao Senhor: Porventura se acharão ali vinte. E disse: Não a destruirei por amor dos vinte.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18:32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mais: Ora não se ire o Senhor, que ainda só mais esta vez fallo: Porventura se acharão ali dez. E disse: Não a destruirei por amor dos dez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18:33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foi-se o Senhor, quando acabou de fallar a Abrahão: e Abrahão tornou-se ao seu logar.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