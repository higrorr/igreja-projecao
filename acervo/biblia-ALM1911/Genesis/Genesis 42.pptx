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então Jacob que havia mantimento no Egypto, disse Jacob a seus filhos: Porque estaes olhando uns para os outros?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mais: Eis que tenho ouvido que ha mantimentos no Egypto; descei para lá, e comprae-nos d'ali, para que vivamos e não morramos.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desceram os dez irmãos de José, para comprarem trigo do Egypto.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Benjamin, porém, irmão de José não enviou Jacob com os seus irmãos, porque dizia: Para que lhe não succeda porventura algum desastre.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vieram os filhos de Israel para comprar, entre os que vinham lá; porque havia fome na terra de Canaan.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José, pois, era o governador d'aquella terra; elle vendia a todo o povo da terra; e os irmãos de José vieram, e inclinaram-se a elle com a face na terra.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José, vendo os seus irmãos, conheceu-os; porém mostrou-se estranho para com elles, e fallou com elles asperamente, e disse-lhes: D'onde vindes? E elles disseram: Da terra de Canaan, para comprarmos mantimento.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José, pois, conheceu os seus irmãos; mas elles não o conheceram.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José lembrou-se dos sonhos, que havia sonhado d'elles, e disse-lhes: Vós sois espias, e sois vindos para ver a nudez da terra.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lhe disseram: Não, senhor meu; mas teus servos são vindos a comprar mantimento.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nós somos filhos de um varão; somos homens de rectidão; os teus servos não são espias.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Não; antes viestes para ver a nudez da terra.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disseram: Nós, teus servos, somos doze irmãos, filhos de um varão na terra de Canaan; e eis que aqui o mais novo está com nosso pae hoje; mas um não está mais.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lhes disse José: Isso é o que vos tenho dito, dizendo que sois espias: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N'isto sereis provados; pela vida de Pharaó, não saireis d'aqui senão quando vosso irmão mais novo vier aqui.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Enviae um d'entre vós, que traga vosso irmão, mas vós ficareis presos, e vossas palavras sejam provadas, se ha verdade comvosco; e se não, pela vida de Pharaó, vós sois espias.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pôl-os juntos em guarda tres dias.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terceiro dia disse-lhes José: Fazei isso, e vivereis; porque eu temo a Deus.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sois homens de rectidão, que fique um de vossos irmãos preso na casa de vossa prisão; e vós ide, levae mantimento para a fome de vossa casa,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trazei-me o vosso irmão mais novo, e serão verificadas vossas palavras, e não morrereis. E elles assim fizeram.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 uns aos outros: Na verdade, somos culpados ácerca de nosso irmão, pois vimos a angustia da sua alma, quando nos rogava; nós porém não ouvimos: por isso vem sobre nós esta angustia.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Ruben respondeu-lhes, dizendo: Não vol-o dizia eu, dizendo: Não pequeis contra o moço; mas não ouvistes: e vêdes aqui, o seu sangue tambem á requerido.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não sabiam que José os entendia, porque havia interprete entre elles.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retirou-se d'elles, e chorou. Depois tornou a elles, e fallou-lhes, e tomou a Simeão d'elles, e amarrou-o perante os seus olhos.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ordenou José, que enchessem os seus saccos de trigo, e que lhes restituissem o seu dinheiro a cada um no seu sacco, e lhes dessem comida para o caminho; e fizeram-lhes assim.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carregaram o seu trigo sobre os seus jumentos, e partiram d'ali.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abrindo um d'elles o seu sacco, para dar pasto ao seu jumento na venda, viu o seu dinheiro; porque eis que estava na bocca do seu sacco.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 seus irmãos: Tornou-se o meu dinheiro, e eil-o tambem aqui no meu sacco. Então lhes desfalleceu o coração, e pasmavam, dizendo um ao outro: Que é isto que Deus nos tem feito?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vieram para Jacob, seu pae, na terra de Canaan; e contaram-lhe tudo o que lhes aconteceu, dizendo: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varão, o senhor da terra, fallou comnosco asperamente, e tratou-nos como espias da terra;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dissemos-lhe: Somos homens de rectidão: não somos espias: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Somos doze irmãos, filhos de nosso pae; um não é mais, e o mais novo está hoje com nosso pae na terra de Canaan.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varão, o senhor da terra, nos disse: N'isto conhecerei que vós sois homens de rectidão; deixae commigo um de vossos irmãos, e tomae para a fome de vossas casas, e parti,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trazei-me vosso irmão mais novo; assim saberei que não sois espias, mas homens de rectidão; então vos darei o vosso irmão e negociareis na terra.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despejando elles os seus saccos, eis que cada um tinha a trouxinha com seu dinheiro no seu sacco; e viram as trouxinhas com seu dinheiro, elles e seu pae, e temeram.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Jacob, seu pae, disse-lhes: Tendes-me desfilhado; José não está mais, e Simeão não está mais: agora levareis a Benjamin. Todas estas coisas vieram sobre mim.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Ruben fallou a seu pae, dizendo: Mata os meus dois filhos, se t'o não tornar a trazer; dá-m'o em minha mão, e t'o tornarei a trazer.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42:38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porém disse: Não descerá meu filho comvosco; porquanto o seu irmão é morto, e elle só ficou. Se lhe succedesse algum desastre no caminho que fordes, fareis descer minhas cãs com tristeza á sepultura.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