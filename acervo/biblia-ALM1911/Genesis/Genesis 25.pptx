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Abrahão tomou outra mulher; e o seu nome era Ketura;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pariu-lhe Zimran, e Joksan, e Medan, e Midian, e Jisbac, e Shuah.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Joksan gerou Seba e Dedan: e os filhos de Dedan foram Assurim, e Letusim e Leummim.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Midian foram Epha, e Epher, e Henoch, e Abidah, e Eldah: estes todos foram filhos de Ketura.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Abrahão deu tudo o que tinha a Isaac;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aos filhos das concubinas que Abrahão tinha, deu Abrahão presentes, e, vivendo elle ainda, despediu-os do seu filho Isaac, ao oriente, para a terra oriental.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 são os dias dos annos da vida de Abrahão, que viveu cento e setenta e cinco annos.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Abrahão expirou e morreu em boa velhice, velho e farto de dias: e foi congregado ao seu povo;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sepultaram-o Isaac e Ishmael, seus filhos, na cova de Machpelah, no campo d'Ephron, filho de Zohar hetheo, que estava em frente de Mamre,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campo que Abrahão comprara aos filhos de Heth. Ali está sepultado Abrahão, e Sarah sua mulher.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depois da morte de Abrahão, que Deus abençoou a Isaac seu filho; e habitava Isaac junto ao poço Lahai-roi.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porém são as gerações de Ishmael filho de Abrahão, que a serva de Sarah, Hagar Egypcia, pariu a Abrahão.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filhos de Ishmael pelos seus nomes, segundo as suas gerações: o primogenito de Ishmael era Nebajoth, depois Kedar, e Abdeel, e Mibsam,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Misma, e Duma, e Massa,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Hadar, e Tema, Jetur, Nafis, e Kedma.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Ishmael, e estes são os seus nomes pelas suas villas e pelos seus castellos: doze principes segundo as suas familias.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annos da vida de Ishmael, cento e trinta e sete annos; e elle expirou, e morreu, e foi congregado ao seu povo.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habitaram desde Havila até Sur, que está em frente do Egypto, indo para Assur; e fez o seu assento diante da face de todos os seus irmãos.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são as gerações de Isaac, filho de Abrahão: Abrahão gerou a Isaac: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Isaac da edade de quarenta annos, quando tomou a Rebecca, filha de Bethuel arameo de Paddan-aram, irmã de Labão arameo, por sua mulher.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Isaac orou instantemente ao Senhor por sua mulher, porquanto era esteril; e o Senhor ouviu as suas orações, e Rebecca sua mulher concebeu.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luctavam dentro d'ella; então disse: Se assim é, porque sou eu assim? E foi-se a perguntar ao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lhe disse: Duas nações ha no teu ventre, e dois povos se dividirão das tuas entranhas, e um povo-*será mais forte do que o outro povo, e o maior servirá ao menor.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cumprindo-se os seus dias para parir, eis gemeos no seu ventre.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o primeiro ruivo e todo como um vestido cabelludo; por isso chamaram o seu nome Esaú.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saiu o seu irmão, agarrada sua mão ao calcanhar de Esaú; por isso se chamou o seu nome Jacob. E era Isaac da edade de sessenta annos quando os gerou.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cresceram os meninos, e Esaú foi varão perito na caça, varão do campo; mas Jacob era varão simples, habitando em tendas.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amava Isaac a Esaú, porque a caça era de seu gosto, mas Rebecca amava a Jacob.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cozera um guisado; e veiu Esaú do campo, e estava elle cançado: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Esaú a Jacob: Deixa-me, peço-te, sorver d'esse guisado vermelho, porque estou cançado. Por isso se chamou o seu nome Edom.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Jacob: Vende-me hoje a tua primogenitura.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Esaú: Eis que estou a ponto de morrer, e para que me servirá logo a primogenitura?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Jacob: Jura-me hoje. E jurou-lhe e vendeu a sua primogenitura a Jacob.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deu pão a Esaú e o guisado das lentilhas; e comeu, e bebeu, e levantou-se, e foi-se. Assim desprezou Esaú a sua primogenitura.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