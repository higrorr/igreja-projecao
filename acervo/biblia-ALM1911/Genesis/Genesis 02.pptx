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os céus, e a terra e todo o seu exercito foram acabados.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havendo Deus acabado no dia setimo a sua obra, que tinha feito, descançou no setimo dia de toda a sua obra, que tinha feito.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abençoou Deus o dia setimo, e o sanctificou; porque n'elle descançou de toda a sua obra, que Deus creára e fizera.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origens dos céus e da terra, quando foram creados: no dia em que o Senhor Deus fez a terra e os céus: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planta do campo que ainda não estava na terra, e toda a herva do campo que ainda não brotava; porque ainda o Senhor Deus não tinha feito chover sobre a terra, e não havia homem para lavrar a terra.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vapor, porém, subia da terra, e regava toda a face da terra.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formou o Senhor Deus o homem do pó da terra, e soprou em seus narizes o folego da vida: e o homem foi feito alma vivente.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plantou o Senhor Deus um jardim no Eden, da banda do oriente: e poz ali o homem que tinha formado.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Deus fez brotar da terra toda a arvore agradavel á vista, e boa para comida: e a arvore da vida no meio do jardim, e a arvore da sciencia do bem e do mal.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sahia um rio do Eden para regar o jardim; e d'ali se dividia e se tornava em quatro cabeças.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nome do primeiro é Pison: este é o que rodeia toda a terra de Havila, onde ha oiro.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oiro d'essa terra é bom: ali ha o bdellio, e a pedra sardonica.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nome do segundo rio é Gihon: este é o que rodeia toda a terra de Cush.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nome do terceiro rio é Hiddekel: este é o que vae para a banda do oriente da Assyria: e o quarto rio é o Euphrates.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o Senhor Deus o homem, e o poz no jardim do Eden para o lavrar e o guardar.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ordenou o Senhor Deus ao homem, dizendo: De toda a arvore do jardim comerás livremente,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da arvore da sciencia do bem e do mal, d'ella não comerás; porque no dia em que d'ella comeres, certamente morrerás.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Deus: Não é bom que o homem esteja só: far-lhe-hei uma ajudadora que esteja como diante d'elle.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Havendo pois o Senhor Deus formado da terra todo o animal do campo, e toda a ave dos céus os trouxe a Adão, para este vêr como lhes chamaria; e tudo o que Adão chamou a toda a alma vivente, isso foi o seu nome.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Adão poz os nomes a todo o gado, e ás aves dos céus, e a toda a besta do campo; mas para o homem não se achava ajudadora que estivesse como diante d'elle.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Deus fez cair um somno pesado sobre Adão, e este adormeceu: e tomou uma das suas costellas, e cerrou a carne em seu logar;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costella que o Senhor Deus tomou do homem, formou uma mulher: e trouxe-a a Adão.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Adão: Esta é agora osso dos meus ossos, e carne da minha carne: esta será chamada varôa, porquanto do varão foi tomada.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deixará o varão o seu pae e a sua mãe, e apegar-se-ha á sua mulher, e serão ambos uma carne.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ambos estavam nús, o homem e a sua mulher; e não se envergonhavam.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