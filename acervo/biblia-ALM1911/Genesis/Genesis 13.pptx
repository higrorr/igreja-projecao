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Subiu, pois, Abrão do Egypto para a banda do Sul, elle e sua mulher, e tudo o que tinha, e com elle Lot.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ia Abrão muito rico em gado, em prata, e em oiro.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as suas jornadas do Sul até Beth-el, até ao logar onde ao principio estivera a sua tenda, entre Beth-el e Ai;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ao logar do altar que d'antes ali tinha feito; e Abrão invocou ali o nome do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Lot, que ia com Abrão, tinha rebanhos, e vaccas, e tendas.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tinha capacidade a terra para poderem habitar juntos; porque a sua fazenda era muita; de maneira que não podiam habitar juntos.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contenda entre os pastores do gado de Abrão, e os pastores do gado de Lot: e os Cananeus e os Perizeus habitavam então na terra.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Abrão a Lot: Ora não haja contenda entre mim e ti, e entre os meus pastores e os teus pastores, porque irmãos varões somos.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está toda a terra diante de ti? Eia, pois, aparta-te de mim; se escolheres a esquerda, irei para a direita; e se a direita escolheres, eu irei para a esquerda.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 Lot os seus olhos, e viu toda a campina do Jordão, que era toda bem regada, antes do Senhor ter destruido Sodoma e Gomorrha, e era como o jardim do Senhor, como a terra do Egypto, quando se entra em Zoar.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Lot escolheu para si toda a campina do Jordão, e partiu Lot para o Oriente, e apartaram-se um do outro.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Habitou Abrão na terra de Canaan, e Lot habitou nas cidades da campina, e armou as suas tendas até Sodoma.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eram maus os varões de Sodoma, e grandes peccadores contra 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Abrão, depois que Lot se apartou d'elle: Levanta agora os teus olhos, e olha desde o logar onde estás, para a banda do Norte, e do Sul, e do Oriente, e do Occidente;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 esta terra que vês, te hei de dar a ti, e á tua semente, para sempre.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a tua semente como o pó da terra; de maneira que se alguem podér contar o pó da terra, tambem a tua semente será contada.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percorre essa terra, no seu comprimento e na sua largura; porque a ti a darei.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Abrão armou as suas tendas, e veiu, e habitou nos carvalhaes de Mamre, que estão junto a Hebron; e edificou ali um altar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