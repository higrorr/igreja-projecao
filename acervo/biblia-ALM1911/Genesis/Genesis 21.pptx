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visitou a Sarah, como tinha dito; e fez o Senhor a Sarah como tinha fallado.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concebeu Sarah, e pariu a Abrahão um filho na sua velhice, ao tempo determinado, que Deus lhe tinha dito.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chamou Abrahão o nome de seu filho que lhe nascera, que Sarah lhe parira, Isaac.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Abrahão circumcidou o seu filho Isaac, quando era da edade de oito dias, como Deus lhe tinha ordenado.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era Abrahão da edade de cem annos, quando lhe nasceu Isaac seu filho.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Sarah: Deus me tem feito riso: todo aquelle que o ouvir, se rirá commigo.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mais: Quem diria a Abrahão que Sarah daria de mamar a filhos? porque pari-lhe um filho na sua velhice.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cresceu o menino, e foi desmamado; então Abrahão fez um grande banquete no dia em que Isaac foi desmamado.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viu Sarah que zombava o filho de Hagar a Egypcia, o qual tinha parido a Abrahão.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a Abrahão: Deita fóra esta serva e o seu filho; porque o filho d'esta serva não herdará com meu filho, com Isaac.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pareceu esta palavra mui má aos olhos de Abrahão, por causa de seu filho.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Deus disse a Abrahão: Não te pareça mal aos teus olhos ácerca do moço, e ácerca da tua serva; em tudo o que Sarah te diz, ouve a sua voz; porque em Isaac será chamada a tua semente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tambem do filho d'esta serva farei uma nação, porquanto é tua semente.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se levantou Abrahão pela manhã de madrugada, e tomou pão, e um odre d'agua, e os deu a Hagar, pondo-os sobre o seu hombro; tambem lhe deu o menino, e despediu-a; e ella foi-se, andando errante no deserto de Berseba.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consumida a agua do odre, lançou o menino debaixo de uma das arvores.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foi-se, e assentou-se em frente, afastando-se a distancia d'um tiro d'arco; porque dizia: Que não veja morrer o menino. E assentou-se em frente, e levantou a sua voz, e chorou.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ouviu Deus a voz do menino, e bradou o anjo de Deus a Hagar desde os céus, e disse-lhe: Que tens, Hagar? não temas, porque Deus ouviu a voz do moço desde o logar onde está.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Ergue-te, levanta o moço, e pega-lhe pela mão, porque d'elle farei uma grande nação.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21:19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abriu-lhe Deus os olhos, e viu um poço d'agua: e foi-se, e encheu o odre d'agua, e deu de beber ao moço.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21:20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era Deus com o moço, que cresceu; e habitou no deserto, e foi frecheiro.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21:21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habitou no deserto de Paran; e sua mãe tomou-lhe mulher da terra do Egypto.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21:22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n'aquelle mesmo tempo que Abimelech, com Phichol, principe do seu exercito, fallou com Abrahão, dizendo: Deus é comtigo em tudo o que fazes;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21:23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pois, jura-me aqui por Deus que me não mentirás a mim, nem a meu filho, nem a meu neto: segundo a beneficencia que te fiz, me farás a mim, e á terra onde peregrinaste.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21:24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Abrahão: Eu jurarei.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21:25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Abrahão, porém, reprehendeu a Abimelech por causa de um poço d'agua, que os servos de Abimelech haviam tomado por força.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21:26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Abimelech: Eu não sei quem fez isto; e tambem tu m'o não fizeste saber, nem eu o ouvi senão hoje.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21:27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tomou Abrahão ovelhas e vaccas, e deu-as a Abimelech; e fizeram ambos concerto.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21:28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Poz Abrahão, porém, á parte sete cordeiras do rebanho.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21:29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Abimelech disse a Abrahão: Para que estão aqui estas sete cordeiras, que pozeste á parte?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21:30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disse: Tomarás estas sete cordeiras de minha mão, para que sejam em testemunho que eu cavei este poço.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21:31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isso se chamou aquelle logar Berseba, porquanto ambos juraram ali.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21:32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fizeram concerto em Berseba. Depois se levantou Abimelech e Phichol, principe do seu exercito, e tornaram-se para a terra dos philisteus.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21:33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plantou um bosque em Berseba, e invocou lá o nome do Senhor, Deus eterno.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21:34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peregrinou Abrahão na terra dos philisteus muitos dias.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