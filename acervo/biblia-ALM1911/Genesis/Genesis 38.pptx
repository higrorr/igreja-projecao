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no mesmo tempo que Judah desceu de entre seus irmãos, e entrou na casa d'um varão de Adullam, cujo nome era Hirah,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viu Judah ali a filha d'um varão cananeu, cujo nome era Shuah; e tomou-a, e entrou a ella.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ella concebeu, e pariu um filho, e chamou o seu nome Er;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tornou a conceber, e pariu um filho, e chamou o seu nome Onan;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continuou ainda, e pariu um filho, e chamou o seu nome Selah; e elle estava em Chezib, quando ella o pariu.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Judah pois tomou uma mulher para Er, o seu primogenito, e o seu nome era Tamar.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Er, porém, o primogenito de Judah, era mau aos olhos do Senhor, pelo que o Senhor o matou.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Judah a Onan: Entra á mulher do teu irmão, e casa-te com ella, e suscita semente a teu irmão.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Onan, porém, soube que esta semente não havia de ser para elle; e aconteceu que, quando entrava á mulher de seu irmão, derramava-a na terra, para não dar semente a seu irmão.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que fazia era mau aos olhos do Senhor, pelo que tambem o matou.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Judah a Tamar sua nóra: Fica-te viuva na casa de teu pae, até que Selah, meu filho, seja grande. Porquanto disse: Para que porventura não morra tambem este, como seus irmãos. Assim foi-se Tamar, e ficou-se na casa de seu pae.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Passando-se pois muitos dias, morreu a filha de Shuah, mulher de Judah; e depois se consolou Judah, e subiu aos tosquiadores das suas ovelhas em Timnah, elle e Hirah seu amigo, o adullamita.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deram aviso a Tamar, dizendo: Eis que o teu sogro sobe a Timnah, a tosquiar as suas ovelhas.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ella tirou de sobre si os vestidos da sua viuvez, e cobriu-se com o véu, e envolveu-se, e assentou-se á entrada das duas fontes que estão no caminho de Timnah, porque via que Selah já era grande, e ella lhe não fôra dada por mulher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vendo-a Judah, teve-a por uma prostituta; porque ella tinha coberto o seu rosto.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apartou-se a ella ao caminho, e disse: Vem, peço-te, deixa-me entrar a ti. Porquanto não sabia que era sua nóra: e ella disse: Que darás, para que entres a mim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disse: Eu te enviarei um cabrito do rebanho. E ella disse: Dás-me penhor até que o envies?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elle disse: Que penhor é que te darei? E ella disse: O teu sello, e o teu lenço, e o cajado que está em tua mão. O que elle lhe deu, e entrou a ella, e ella concebeu d'elle.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ella levantou-se, e foi-se, e tirou de sobre si o seu véu, e vestiu os vestidos da sua viuvez.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Judah enviou o cabrito por mão do seu amigo o adullamita, para tomar o penhor da mão da mulher, porém não a achou.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perguntou aos homens d'aquelle logar, dizendo: Onde está a prostituta que estava no caminho junto ás duas fontes? E disseram: Aqui não esteve prostituta alguma.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tornou-se a Judah, e disse: Não a achei; e tambem disseram os homens d'aquelle logar: Aqui não esteve prostituta.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Judah: Tome-o para si, para que porventura não venhamos em desprezo; eis que tenho enviado este cabrito; mas tu não a achaste.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quasi tres mezes depois, deram aviso a Judah, dizendo: Tamar, tua nóra, tem fornicado, e eis que está pejada da fornicação. Então disse Judah: Tirae-a fóra para que seja queimada.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tirando-a fóra, ella mandou dizer a seu sogro: Do varão de quem são estas coisas eu concebi. E ella disse mais: Conhece, peço-te, de quem é este sello, e estes lenços e este cajado.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conheceu-os Judah, e disse: Mais justa é ella do que eu. porquanto não a tenho dado a Selah meu filho. E nunca mais a conheceu.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ao tempo de parir, eis que havia gemeos em seu ventre;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parindo ella, que um poz fóra a mão, e a parteira tomou-a, e atou em sua mão um fio de grã, dizendo: Este saiu primeiro.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38:29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aconteceu que, tornando elle a recolher a sua mão, eis que saiu o seu irmão, e ella disse: Como tu tens rompido? sobre ti é a rotura. E chamaram o seu nome Perez;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38:30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saiu o seu irmão, em cuja mão estava o fio de grã; e chamaram o seu nome Zerah.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