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foi a vida de Sarah cento e vinte e sete annos: estes foram os annos da vida de Sarah.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morreu Sarah em Kiriath-arba, que é Hebron, na terra de Canaan; e veiu Abrahão lamentar a Sarah e chorar por ella.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se levantou Abrahão de diante do seu morto, e fallou aos filhos de Heth, dizendo: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Estrangeiro e peregrino sou entre vós: dae-me possessão de sepultura comvosco, para que eu sepulte o meu morto de diante da minha face.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responderam os filhos de Heth a Abrahão, dizendo-lhe: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Ouve-nos, meu senhor; principe de Deus és no meio de nós; enterra o teu morto na mais escolhida de nossas sepulturas; nenhum de nós te vedará a sua sepultura, para enterrar o teu morto.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se levantou Abrahão, e inclinou-se diante do povo da terra, diante dos filhos de Heth.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fallou com elles, dizendo: Se é de vossa vontade que eu sepulte o meu morto de diante de minha face, ouvi-me e fallae por mim a Ephron, filho de Zohar,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elle me dê a cova de Machpelah, que elle tem no fim do seu campo; que m'a dê pelo devido preço em herança de sepulchro no meio de vós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 Ephron habitava no meio dos filhos de Heth: e respondeu Ephron hetheo a Abrahão, aos ouvidos dos filhos de Heth, de todos os que entravam pela porta da sua cidade, dizendo: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Não, meu senhor: ouve-me, o campo te dou, tambem te dou a cova que n'elle está, diante dos olhos dos filhos do meu povo t'a dou; sepulta o teu morto.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Abrahão se inclinou diante da face do povo da terra,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fallou a Ephron, aos ouvidos do povo da terra, dizendo: Mas se tu estás por isto, ouve-me, peço-te: o preço do campo o darei; toma-o de mim, e sepultarei ali o meu morto.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23:14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respondeu Ephron a Abrahão, dizendo-lhe: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23:15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Meu senhor, ouve-me, a terra é de quatrocentos siclos de prata; que é isto entre mim e ti? sepulta o teu morto.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23:16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Abrahão deu ouvidos a Ephron e Abrahão pesou a Ephron a prata de que tinha fallado aos ouvidos dos filhos de Heth, quatrocentos siclos de prata, correntes entre mercadores.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23:17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o campo de Ephron, que estava em Machpelah, em frente de Mamre, o campo e a cova que n'elle estava, e todo o arvoredo que no campo havia, que estava em todo o seu contorno ao redor,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23:18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 confirmou a Abrahão em possessão diante dos olhos dos filhos de Heth, de todos os que entravam pela porta da sua cidade.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23:19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depois sepultou Abrahão a Sarah sua mulher na cova do campo de Machpelah, em frente de Mamre, que é Hebron, na terra de Canaan.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Gênesis 23:20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o campo e a cova que n'elle estava se confirmou a Abrahão em possessão de sepultura pelos filhos de Heth.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