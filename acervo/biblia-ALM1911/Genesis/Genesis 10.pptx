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pois são as gerações dos filhos de Noé. Sem, Cão, e Japhet; e nasceram-lhe filhos depois do diluvio.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Japhet, são: Gomer e Magog, e Madai, e Javan, e Tubal, e Mesech, e Tiras.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Gomer, são: Asquenaz, e Riphath, e Togarmah.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Javan, são: Elishah e Tarshish, Kittim, e Dodanim.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estes foram repartidas as ilhas das nações nas suas terras, cada qual segundo a sua lingua, segundo as suas familias, entre as suas nações.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Cão, são: Cush, e Mizraim, e Put, e Canaan.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Cush, são: Seba, e Havilah, e Sabtah, e Raamah, e Sabteca: e os filhos de Raamah são, Scheba e Dedan.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Cush gerou a Nimrod: este começou a ser poderoso na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foi poderoso caçador diante da face do Senhor: pelo que se diz: Como Nimrod, poderoso caçador diante do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principio do seu reino foi Babel, e Erech, e Accad, e Calneh, na terra de Shinar.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D'esta mesma terra saiu á Assyria e edificou a Ninive, e Rehoboth-Ir e Calah,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Resen, entre Niniveh e Calah (esta é a grande cidade).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Mizraim gerou a Ludim, e a Anamim, e a Leabim, e a Naphtuhim,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Pathrusim, e a Caslushim, (d'onde sairam os philisteus) e a Caphtorim.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Canaan gerou a Sidon, seu primogenito, e a Heth;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Jebuseu, e Amorrheu, e Girgaseu,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Heveu, e ao Arkeu, e ao Sineu,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Arvadeu, e ao Zemareu, e ao Hamatheu, e depois se espalharam as familias dos cananeus.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termo dos cananeus desde Sidon, indo para Gerar, até Gaza; indo para Sodoma, e Gomorrah, e Adamah e Zeboiim, até Lasha.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Cão segundo as suas familias, segundo as suas linguas, em suas terras, em suas nações.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Sem nasceram filhos, e elle é o pae de todos os filhos de Eber, o irmão mais velho de Japhet.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Sem, são: Elam, e Assur, e Arpachshad, e Lud.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Aram são: Uz, e Hul, e Gether, e Mash.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Arpachshad gerou a Shelah: e Shelah gerou a Eber.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Eber nasceram dois filhos: o nome d'um foi Peleg, porquanto em seus dias se repartiu a terra, e o nome do seu irmão foi Joktan.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Joktan gerou a Almodad, e a Sheleph, e a Hazarmaveth, e a Jerah;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Hadoran, e a Uzal, e a Diclah;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Obal, e a Abimael, e a Sheba;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Ophir, e a Havila e a Jobab: todos estes foram filhos de Joktan.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 sua habitação desde Mesha, indo para Sephar, montanha do Oriente.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Sem segundo as suas familias, segundo as suas linguas, nas suas terras, segundo as suas nações.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dos filhos de Noé segundo as suas gerações, nas suas nações: e d'estes foram divididas as nações na terra depois do diluvio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