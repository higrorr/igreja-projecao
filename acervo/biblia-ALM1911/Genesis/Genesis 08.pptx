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lembrou-se Deus de Noé, e de toda a besta, e de todo o animal, e de toda a rez que com elle estava na arca: e Deus fez passar um vento sobre a terra, e aquietaram-se as aguas.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Cerraram-se tambem as fontes do abysmo, e as janellas dos céus, e a chuva dos céus deteve-se.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aguas tornaram de sobre a terra continuamente, e ao cabo de cento e cincoenta dias as aguas minguaram.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arca repousou, no setimo mez, no dia dezesete do mez, sobre os montes de Ararat.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as aguas indo e minguando até ao decimo mez: no decimo mez, no primeiro dia do mez, appareceram os cumes dos montes.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ao cabo de quarenta dias, abriu Noé a janella da arca que tinha feito.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soltou um corvo, que saiu, indo e voltando, até que as aguas se seccaram de sobre a terra.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soltou uma pomba, a vêrse as aguas tinham minguado de sobre a face da terra.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pomba porém não achou repouso para a planta do seu pé, e voltou a elle para a arca; porque as aguas estavam sobre a face de toda a terra: e elle estendeu a sua mão, e tomou-a, e metteu-a comsigo na arca.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esperou ainda outros sete dias, e tornou a enviar a pomba fóra da arca.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pomba voltou a elle sobre a tarde; e eis, arrancada, uma folha de oliveira no seu bico: e conheceu Noé que as aguas tinham minguado sobre a terra.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esperou ainda outros sete dias; e enviou fóra a pomba, mas não tornou mais a elle.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 no anno seiscentos e um, no mez primeiro, no primeiro dia do mez, as aguas se seccaram de sobre a terra: então Noé tirou a cobertura da arca, e olhou, e eis que a face da terra estava enxuta.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segundo mez, aos vinte e sete dias do mez, a terra estava secca.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fallou Deus a Noé, dizendo: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Sae da arca, tu, e tua mulher, e teus filhos, e as mulheres de teus filhos comtigo.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animal que está comtigo, de toda a carne, de ave, e de gado, e de todo o reptil que se roja sobre a terra traze fóra comtigo; e povôem abundantemente a terra, e fructifiquem, e se multipliquem sobre a terra.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saiu Noé, e seus filhos, e sua mulher, e as mulheres de seus filhos com elle,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o animal, todo o reptil, e toda a ave, e tudo o que se move sobre a terra, conforme as suas familias, saiu para fóra da arca.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edificou Noé um altar ao Senhor; e tomou de todo o animal limpo, e de toda a ave limpa, e offereceu holocaustos sobre o altar.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cheirou o suave cheiro, e disse o Senhor em seu coração: Não tornarei mais a amaldiçoar a terra por causa do homem; porque a imaginação do coração do homem é má desde a sua meninice, nem tornarei mais a ferir todo o vivente, como fiz.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Emquanto a terra durar, sementeira e sega, e frio e calor, e verão e inverno, e dia e noite, não cessarão.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