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Isaac chamou a Jacob, e abençoou-o, e ordenou-lhe, e disse-lhe: Não tomes mulher de entre as filhas de Canaan: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vae a Paddan-aram, á casa de Bethuel, pae de tua mãe, e toma de lá uma mulher das filhas de Labão, irmão de tua mãe;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Todo-poderoso te abençoe, e te faça fructificar, e te multiplique, para que sejas uma multidão de povos;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dê abenção de Abrahão, a ti e á tua semente comtigo, para que em herança possuas a terra de tuas peregrinações, que Deus deu a Abrahão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enviou Isaac a Jacob, o qual se foi a Paddan-aram, a Labão, filho de Bethuel arameo, irmão de Rebecca, mãe de Jacob e de Esaú.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Esaú que Isaac abençoára a Jacob, e o enviára a Paddan-aram, para tomar mulher para si d'ali, e que, abençoando-o, lhe ordenara, dizendo: Não tomes mulher das filhas de Canaan;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Jacob obedecera a seu pae e a sua mãe, e se fôra a Paddan-aram;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tambem Esaú que as filhas de Canaan eram más aos olhos de Isaac seu pae,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Foi-se Esaú a Ishmael, e tomou para si por mulher, além das suas mulheres, a Mahalath filha de Ishmael, filho de Abrahão, irmã de Nebajoth.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Partiu pois Jacob de Berseba, e foi-se a Haran;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 um logar onde passou a noite, porque já o sol era posto; e tomou uma das pedras d'aquelle logar, e a poz por sua cabeceira, e deitou-se n'aquelle logar,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sonhou: e eis uma escada era posta na terra, cujo topo tocava nos céus: e eis que os anjos de Deus subiam e desciam por ella;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 Senhor estava em cima d'ella, e disse: Eu sou o Senhor, o Deus de Abrahão teu pae, e o Deus de Isaac: esta terra, em que estás deitado, t'a darei a ti e á tua semente: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tua semente será como o pó da terra, e estender-se-ha ao occidente, e ao oriente, e ao norte, e ao sul, e em ti e na tua semente serão bemditas todas as familias da terra: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estou comtigo, e te guardarei por onde quer que fores, e te farei tornar a esta terra: porque te não deixarei, até que te haja feito o que te tenho dito.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Acordado pois Jacob do seu somno, disse: Na verdade o Senhor está n'este logar; e eu não o sabia.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temeu, e disse: Quão terrivel é este logar! Este não é outro logar senão a casa de Deus; e este é a porta dos céus.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levantou-se Jacob pela manhã de madrugada, e tomou a pedra que tinha posto por sua cabeceira, e a poz por columna, e derramou azeite em cima d'ella.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o nome d'aquelle logar Bethel: o nome porém d'aquella cidade d'antes era Luz.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votou um voto, dizendo: Se Deus fôr commigo, e me guardar n'esta viagem que faço, e me der pão para comer, e vestidos para vestir;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em paz tornar á casa de meu pae, o Senhor me será por Deus;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pedra que tenho posto por columna será casa de Deus; e de tudo quanto me deres, certamente te darei o dizimo.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