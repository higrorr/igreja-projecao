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fome era gravissima na terra.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como acabaram de comer o mantimento que trouxeram do Egypto, disse-lhes seu pae: Tornae, comprae-nos um pouco de alimento.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Judah respondeu-lhe, dizendo: Fortemente nos protestou aquelle varão, dizendo: Não vereis a minha face, se o vosso irmão não vier comvosco.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enviares comnosco o nosso irmão, desceremos, e te compraremos alimento;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não o enviares, não desceremos; porquanto aquelle varão nos disse: Não vereis a minha face, se o vosso irmão não vier comvosco.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Israel: Porque me fizestes tal mal, fazendo saber áquelle varão que tinheis ainda outro irmão?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disseram: Aquelle varão particularmente nos perguntou por nós, e pela nossa parentela, dizendo: Vive ainda vosso pae? tendes mais um irmão? e respondemos-lhe conforme as mesmas palavras. Podiamos nós saber que diria: Trazei vosso irmão?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Judah a Israel, seu pae: Envia o mancebo commigo, e levantar-nos-hemos, e iremos, para que vivamos, e não morramos, nem nós, nem tu, nem os nossos filhos.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serei fiador por elle, da minha mão o requererás; se eu não t'o trouxer, e não o pozer perante a tua face, serei réu de crime para comtigo para sempre: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nós não nos tivessemos detido, certamente já estariamos segunda vez de volta.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disse-lhes Israel, seu pae: Pois que assim é, fazei isso; tomae do mais precioso d'esta terra em vossos vasos, e levae ao varão um presente: um pouco de balsamo, e um pouco de mel, especiarias, e myrrha, terebintho e amendoas;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tomae em vossas mãos dinheiro dobrado, e o dinheiro que tornou na bocca dos vossos saccos tornae a levar em vossas mãos; bem pode ser que fosse erro;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 tambem a vosso irmão, e levantae-vos, e voltae áquelle varão;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Todo-poderoso vos dê misericordia diante do varão, para que deixe vir comvosco vosso outro irmão, e Benjamin; e eu, se fôr desfilhado, desfilhado ficarei.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varões tomaram aquelle presente, e tomaram dinheiro dobrado em suas mãos, e a Benjamin: e levantaram-se, e desceram ao Egypto, e apresentaram-se diante da face de José.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José a Benjamin com elles, disse ao que estava sobre a sua casa: Leva estes varões á casa, e mata rezes, e apresta; porque estes varões comerão commigo ao meio dia.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varão fez como José dissera, e o varão levou aquelles varões á casa de José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temeram aquelles varões, porquanto foram levados á casa de José, e diziam: Por causa do dinheiro que d'antes foi tornado nos nossos saccos, fomos levados aqui, para nos criminar e cair sobre nós, para que nos tome por servos, e a nossos jumentos.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chegaram-se ao varão que estava sobre a casa de José, e fallaram com elle á porta da casa,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disseram: Ai! senhor meu, certamente descemos d'antes a comprar mantimento;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chegando nós á venda, e abrindo os nossos saccos, eis que o dinheiro de cada varão estava na bocca do seu sacco, nosso dinheiro por seu peso; e tornamos a trazel-o em nossas mãos;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trouxemos outro dinheiro em nossas mãos, para comprar mantimento; não sabemos quem tenha posto o nosso dinheiro nos nossos saccos.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Paz seja comvosco, não temaes; o vosso Deus, e o Deus de vosso pae, vos tem dado um thesoiro nos vossos saccos; o vosso dinheiro me chegou a mim. E trouxe-lhes fóra a Simeão.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levou o varão aquelles varões á casa de José, e deu-lhes agua, e lavaram os seus pés; tambem deu pasto aos seus jumentos.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prepararam o presente, para quando José viesse ao meio dia; porque tinham ouvido que ali haviam de comer pão.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José a casa, trouxeram-lhe a casa o presente, que estava na sua mão; e inclinaram-se a elle á terra.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perguntou como estavam, e disse: Vosso pae, o velho de quem fallastes, está bem? ainda vive?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disseram: Bem está o teu servo, nosso pae vive ainda. E abaixaram a cabeça, e inclinaram-se.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levantou os seus olhos, e viu a Benjamin, seu irmão, filho de sua mãe, e disse: Este é vosso irmão mais novo de quem me fallastes? Depois elle disse: Deus te dê a sua graça, meu filho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 apressou-se, porque as suas entranhas moveram-se para o seu irmão, e procurou onde chorar; e entrou na camara, e chorou ali.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lavou o seu rosto, e saiu; e conteve-se, e disse: Ponde pão.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pozeram-lhe a elle á parte, e a elles á parte, e aos egypcios, que comiam com elle, á parte; porque os egypcios não podem comer pão com os hebreus, porquanto é abominação para os egypcios.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assentaram-se diante d'elle, o primogenito segundo a sua primogenitura, e o menor segundo a sua menoridade: do que os varões se maravilhavam entre si.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apresentou-lhes as porções que estavam diante d'elle; porém a porção de Benjamin era cinco vezes maior do que as porções d'elles todos. E elles beberam, e se regalaram com elle.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