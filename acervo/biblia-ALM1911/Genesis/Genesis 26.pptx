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fome na terra, além da primeira fome, que foi nos dias de Abrahão: por isso foi-se Isaac a Abimelech, rei dos philisteus, em Gerar.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appareceu-lhe o Senhor, e disse: Não desças ao Egypto; habita na terra que eu te disser: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Peregrina n'esta terra, e serei comtigo, e te abençoarei; porque a ti e á tua semente darei todas estas terras, e confirmarei o juramento que tenho jurado a Abrahão teu pae;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multiplicarei a tua semente como as estrellas dos céus, e darei á tua semente todas estas terras; e em tua semente serão bemditas todas as nações da terra;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Abrahão obedeceu á minha voz, e guardou o meu mandado, os meus preceitos, os meus estatutos, e as minhas leis.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habitou Isaac em Gerar.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perguntando-lhe os varões d'aquelle logar ácerca de sua mulher, disse: É minha irmã; porque temia de dizer: É minha mulher; para que porventura (dizia elle) me não matem os varões d'aquelle logar por amor de Rebecca; porque era formosa á vista.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elle esteve ali muito tempo, Abimelech rei dos philisteus olhou por uma janella, e viu, e eis que Isaac estava brincando com Rebecca sua mulher.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Abimelech a Isaac, e disse: Eis que na verdade é tua mulher; como pois disseste: É minha irmã? E disse-lhe Isaac: Porque eu dizia: Para que eu porventura não morra por causa d'ella.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Abimelech: Que é isto que nos fizeste? Facilmente se teria deitado alguem d'este povo com a tua mulher, e tu terias trazido sobre nós um delicto.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Abimelech a todo o povo, dizendo: Qualquer que tocar a este varão ou a sua mulher, certamente morrerá.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semeou Isaac n'aquella mesma terra, e achou n'aquelle mesmo anno cem medidas, porque o Senhor o abençoava.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engrandeceu-se o varão, e ia-se engrandecendo, até que se tornou mui grande;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possessão d'ovelhas, e possessão de vaccas, e muita gente de serviço, de maneira que os philisteus o invejavam.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poços, que os servos de seu pae tinham cavado nos dias de seu pae Abrahão, os philisteus entulharam e encheram de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Abimelech a Isaac: Aparta-te de nós; porque muito mais poderoso te tens feito do que nós.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Isaac foi-se d'ali e fez o seu assento no valle de Gerar, e habitou lá.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Isaac, e cavou os poços d'agua que cavaram nos dias de Abrahão seu pae, e que os philisteus taparam depois da morte de Abrahão, e chamou-*os pelos nomes que os chamara seu pae.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Cavaram pois os servos de Isaac n'aquelle valle, e acharam ali um poço d'aguas vivas.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pastores de Gerar porfiaram com os pastores de Isaac, dizendo. Esta agua é nossa. Por isso chamou o nome d'aquelle poço Esek, porque contenderam com 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cavaram outro poço, e tambem porfiaram sobre elle: por isso chamou o seu nome Sitnah.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d'ali, e cavou outro poço, e não porfiaram sobre elle: por isso chamou o seu nome Rehoboth, e disse: Porque agora nos alargou o Senhor, e crescemos n'esta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subiu d'ali a Berseba,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appareceu-lhe o Senhor n'aquella mesma noite, e disse: Eu sou o Deus de Abrahão teu pae: não temas, porque eu sou comtigo, e abençoar-te-hei, e multiplicarei a tua semente por amor de Abrahão meu servo.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edificou ali um altar, e invocou o nome do Senhor, e armou ali a sua tenda; e os servos de Isaac cavaram ali um poço.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 veiu a elle de Gerar, com Ahuzzath seu amigo, e Phichol, principe do seu exercito.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Isaac: Porque viestes a mim, pois que vós me aborreceis, e me enviastes de vós?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Havemos visto, na verdade, que o Senhor é comtigo, pelo que dissemos: Haja agora juramento entre nós, entre nós e ti; e façamos concerto comtigo,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não faças mal, como nós te não temos tocado, e como te fizemos sómente bem, e te deixámos ir em paz. Agora tu és o bemdito do Senhor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fez um banquete, e comeram e beberam;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de madrugada, e juraram um ao outro; depois os despediu Isaac, e despediram-se d'elle em paz.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 mesmo dia que vieram os servos de Isaac, e annunciaram-lhe ácerca do negocio do peço, que tinham cavado; e disseram-lhe: Temos achado agua.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chamou-o Seba: por isso é o nome d'aquella cidade Berseba até o dia de hoje.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sendo Esaú da edade de quarenta annos, tomou por mulher a Judith, filha de Beeri, hetheo, e a Basmath filha de Elon, hetheo.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foram a Isaac e a Rebecca uma amargura de espirito.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