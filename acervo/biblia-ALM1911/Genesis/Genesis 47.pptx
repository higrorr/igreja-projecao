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José, e annunciou a Pharaó, e disse: Meu pae, e os meus irmãos, e as suas ovelhas, e as suas vaccas, com tudo o que teem, são vindos da terra de Canaan, e eis que estão na terra de Gosen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uma parte de seus irmãos, a saber cinco varões, e os poz diante de Pharaó.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Pharaó a seus irmãos: Qual é vosso negocio? E elles disseram a Pharaó: Teus servos são pastores de ovelhas, tanto nós como nossos paes.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mais a Pharaó: Viemos para peregrinar n'esta terra; porque não ha pasto para as ovelhas de teus servos, porquanto a fome é grave na terra de Canaan; agora pois rogamos-te que teus servos habitem na terra de Gosen.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Pharaó a José, dizendo: Teu pae e teus irmãos vieram a ti: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do Egypto está diante da tua face, no melhor da terra faze habitar teu pae e teus irmãos; habitem na terra de Gosen: e se sabes que entre elles ha homens valentes, os porás por maioraes do gado, sobre o que eu tenho.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 José a Jacob, seu pae, e o poz diante de Pharaó; e Jacob abençoou a Pharaó.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Pharaó disse a Jacob: Quantos são os dias dos annos da tua vida?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disse a Pharaó: Os dias dos annos das minhas peregrinações são cento e trinta annos; poucos e maus foram os dias dos annos da minha vida, e não chegaram aos dias dos annos da vida de meus paes nos dias das suas peregrinações.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abençoou a Pharaó, e saiu de diante da face de Pharaó.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fez habitar a seu pae e seus irmãos, e deu-lhes possessão na terra do Egypto, no melhor da terra, na terra de Rameses, como Pharaó ordenara.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sustentou de pão a seu pae, e seus irmãos, e toda a casa de seu pae, segundo os seus meninos.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havia pão em toda a terra, porque a fome era mui grave; de maneira que a terra do Egypto e a terra de Canaan desfalleciam por causa da fome.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José recolheu todo o dinheiro que se achou na terra do Egypto, e na terra de Canaan, pelo trigo que compravam: e José trouxe o dinheiro á casa de Pharaó.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Acabando-se pois o dinheiro da terra do Egypto, e da terra de Canaan, vieram todos os egypcios a José, dizendo: Dá-nos pão; porque morreremos em tua presença? porquanto o dinheiro nos falta.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disse: Dae o vosso gado, e eu vol-o darei por vosso gado, se falta o dinheiro.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trouxeram o seu gado a José: e José deu-lhes pão em troca de cavallos, e do gado das ovelhas, e do gado das vaccas e dos jumentos; e os sustentou de pão aquelle anno por todo o seu gado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acabado aquelle anno, vieram a elle no segundo anno, e disseram-lhe: Não occultaremos ao meu senhor que o dinheiro é acabado, e meu senhor possue os animaes, e nenhuma outra coisa nos ficou diante da face de meu senhor, senão o nosso corpo e a nossa terra;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morreremos diante dos teus olhos, tanto nós como a nossa terra? compra-nos a nós e á nossa terra por pão, e nós e a nossa terra seremos servos de Pharaó, e dá semente para que vivamos, e não morramos, e a terra não se desole.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José comprou toda a terra do Egypto para Pharaó, porque os egypcios venderam cada um o seu campo, porquanto a fome prevaleceu sobre elles: e a terra ficou sendo de Pharaó.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 povo, fel-o passar ás cidades, desde uma extremidade da terra do Egypto até á outra extremidade.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a terra dos sacerdotes não a comprou, porquanto os sacerdotes tinham porção de Pharaó, e elles comiam a sua porção que Pharaó lhes tinha dado; por isso não venderam a sua terra.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José ao povo: Eis que hoje tenho comprado a vós e a vossa terra para Pharaó; eis ahi tendes semente para vós, para que semeeis a terra.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de ser, porém, que das colheitas dareis o quinto a Pharaó, e as quatro partes serão vossas, para semente do campo, e para o vosso mantimento, e dos que estão nas vossas casas, e para que comam vossos meninos.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A vida nos tens dado; achemos graça nos olhos de meu senhor, e seremos servos de Pharaó.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José pois poz isto por estatuto até ao dia de hoje, sobre a terra do Egypto, que Pharaó tirasse o quinto: só a terra dos sacerdotes não ficou sendo de Pharaó.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habitou Israel na terra do Egypto, na terra de Gosen, e n'ella tomaram possessão, e fructificaram, e multiplicaram-se muito.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viveu na terra do Egypto dezesete annos: de sorte que os dias de Jacob, os annos da sua vida, foram cento e quarenta e sete annos.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Chegando-se pois o tempo da morte d'Israel, chamou a José seu filho, e disse-lhe: Se agora tenho achado graça em teus olhos, rogo-te que ponhas a tua mão debaixo da minha côxa, e usa commigo de beneficencia e verdade; rogo-te que me não enterres no Egypto.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eu jaza com os meus paes; por isso me levarás do Egypto, e me sepultarás na sepultura d'elles. E elle disse: Farei conforme a tua palavra.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Jura-me. E elle jurou-lhe; e Israel inclinou-se sobre a cabeceira da cama.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