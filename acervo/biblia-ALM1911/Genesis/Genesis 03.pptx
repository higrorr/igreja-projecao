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a serpente era mais astuta que todas as alimarias do campo que o Senhor Deus tinha feito. E esta disse á mulher: É assim que Deus disse: Não comereis de toda a arvore do jardim?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 mulher á serpente: Do fructo das arvores do jardim comeremos,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do fructo da arvore que está no meio do jardim, disse Deus: Não comereis d'elle, nem n'elle tocareis para que não morraes.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 serpente disse á mulher: Certamente não morrereis.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Deus sabe que no dia em que d'elle comerdes se abrirão os vossos olhos, e sereis como Deus, sabendo o bem e o mal.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viu a mulher que aquella arvore era boa para se comer, e agradavel aos olhos, e arvore desejavel para dar intendimento; tomou do seu fructo, e comeu, e deu tambem a seu marido comsigo, e elle comeu.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foram abertos os olhos de ambos, e conheceram que estavam nús; e coseram folhas de figueira, e fizeram para si aventaes.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ouviram a voz do Senhor Deus, que passeava no jardim pela viração do dia: e escondeu-se Adão e sua mulher da presença do Senhor Deus, entre as arvores do jardim.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chamou o Senhor Deus a Adão, e disse-lhe: Onde estás?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disse: Ouvi a tua voz soar no jardim, e temi, porque estava nú, e escondi-me.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Deus disse: Quem te mostrou que estavas nú? Comeste tu da arvore de que te ordenei que não comesses?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Adão; A mulher que me déste por companheira, ella me deu da arvore, e comi.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 Deus á mulher: Porque fizeste isto? E disse a mulher A serpente me enganou, e eu comi.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Senhor Deus disse á serpente: Porquanto fizeste isto, maldita serás mais que toda a besta, e mais que todos os animaes do campo: sobre o teu ventre andarás, e pó comerás todos os dias da tua vida.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porei inimizade entre ti e a mulher, e entre a tua semente e a sua semente: esta te ferirá a cabeça, e tu lhe ferirás o calcanhar.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á mulher disse: Multiplicarei grandemente a tua dôr, e a tua conceição; com dôr parirás filhos; e o teu desejo será para o teu marido, e elle te dominará.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Adão disse: Porquanto deste ouvidos á voz de tua mulher, e comeste da arvore de que te ordenei, dizendo: Não comerás d'ella: maldita é a terra por causa de ti; com dôr comerás d'ella todos os dias da tua vida.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Espinhos, e cardos tambem, te produzirá; e comerás a herva do campo.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suor do teu rosto comerás o teu pão, até que te tornes á terra; porque d'ella foste tomado: porquanto és pó, e em pó te tornarás.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chamou Adão o nome de sua mulher, Eva; porquanto ella era a mãe de todos os viventes.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Senhor Deus a Adão e a sua mulher tunicas de pelles, e os vestiu.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Senhor Deus: Eis que o homem é como um de Nós, sabendo o bem e o mal; ora, pois, para que não estenda a sua mão, e tome tambem da arvore da vida, e coma e viva eternamente: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Deus, pois, o enviou fóra do jardim do Eden, para lavrar a terra de que fôra tomado.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havendo lançado fóra o homem, poz cherubins ao oriente do jardim do Eden, e uma espada inflammada que andava ao redor, para guardar o caminho da arvore da vida.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