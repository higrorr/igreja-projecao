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poz-se Jacob a pé, e foi-se á terra dos filhos de oriente;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olhou, e eis um poço no campo, e eis tres rebanhos d'ovelhas que estavam deitados junto a elle; porque d'aquelle poço davam de beber aos rebanhos: e havia uma grande pedra sobre a bocca do poço.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ajuntavam ali todos os rebanhos, e removiam a pedra de sobre a bocca do poço, e davam de beber ás ovelhas: e tornavam a pôr a pedra sobre a bocca do poço, no seu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Jacob: Meus irmãos, d'onde sois? E disseram: Somos de Haran.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Conheceis a Labão, filho de Nachor? E disseram: Conhecemos.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mais: Está elle bem? E disseram: Está bem, e eis aqui Rachel sua filha, que vem com as ovelhas.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Eis que ainda é muito dia, não é tempo de ajuntar o gado; dae de beber ás ovelhas, e ide, apascentae-as.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Não podemos, até que todos os rebanhos se ajuntem, e removam a pedra de sobre a bocca do poço, para que demos de beber ás ovelhas.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 ainda fallando com elles, veiu Rachel com as ovelhas de seu pae: porque ella era pastora.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vendo Jacob a Rachel, filha de Labão, irmão de sua mãe, e as ovelhas de Labão, irmão de sua mãe, chegou Jacob, e revolveu a pedra de sobre a bocca do poço, e deu de beber ás ovelhas de Labão, irmão de sua mãe.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beijou a Rachel, e levantou a sua voz, e chorou.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annunciou a Rachel que era irmão de seu pae, e que era filho de Rebecca: então ella correu, e o annunciou a seu pae.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ouvindo Labão as novas de Jacob, filho de sua irmã, correu-lhe ao encontro, e abraçou-o, e beijou-o, e levou-o á sua casa: e contou elle a Labão todas estas coisas.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Labão disse-lhe: Verdadeiramente és tu o meu osso e a minha carne. E ficou com elle um mez inteiro.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Labão a Jacob: Porque tu és meu irmão, has de servir-me de graça? declara-me qual será o teu salario.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Labão tinha duas filhas; o nome da mais velha era Leah, e o nome da menor Rachel.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Leah porém tinha olhos tenros, mas Rachel era de formoso semblante e formosa á vista.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amava a Rachel, e disse: Sete annos te servirei por Rachel, tua filha menor.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Labão: Melhor é que eu t'a dê, do que eu a dê a outro varão: fica commigo.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serviu Jacob sete annos por Rachel; e foram aos seus olhos como poucos dias, pelo muito que a amava.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Jacob a Labão: Dá-me minha mulher, porque meus dias são cumpridos, para que eu entre a 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ajuntou Labão a todos os varões d'aquelle logar, e fez um banquete.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á tarde, que tomou Leah sua filha, e trouxe-lh'a: e entrou a ella.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Labão deu sua serva Zilpah a Leah sua filha por serva.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pela manhã, eis que era Leah; pelo que disse a Labão: Porque me fizeste isso? não te tenho servido por Rachel? porque pois me enganaste?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Labão: Não se faz assim no nosso logar, que a menor se dê antes da primogenita.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Cumpre a semana d'esta; então te daremos tambem a outra, pelo serviço que ainda outros sete annos servires commigo.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fez assim: e cumpriu a semana d'esta: então lhe deu por mulher Rachel sua filha.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Labão deu sua serva Bilha por serva a Rachel, sua filha.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tambem a Rachel, e amou tambem a Rachel mais do que a Leah; e serviu com elle ainda outros sete annos.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Senhor que Leah era aborrecida, abriu a sua madre; porém Rachel era esteril.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Leah, e pariu um filho, e chamou o seu nome Ruben, porque disse: Porque o Senhor attendeu á minha afflicção, por isso agora me amará o meu marido.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outra vez, e pariu um filho, dizendo: Porquanto o Senhor ouviu que eu era aborrecida, me deu tambem este; e chamou o seu nome Simeão.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outra vez, e pariu um filho, dizendo: Agora esta vez se ajuntará meu marido commigo, porque tres filhos lhe tenho parido: por isso chamou o seu nome Levi.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outra vez, e pariu um filho, dizendo: Esta vez louvarei ao Senhor. Por isso chamou o seu nome Judah: e cessou de parir.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