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nos dias de Amraphel, rei de Shinar, Arioch, rei de Ellasar, Chedorlaomer, rei de Elam, e Tidal, rei de Goiim,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estes fizeram guerra a Bera, rei de Sodoma, a Birsha, rei de Gomorrah, a Shinab, rei de Admah, e a Shemeber, rei de Zeboiim, e ao rei de Bela (esta é Zoar).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se ajuntaram no valle de Siddim (que é o mar de sal).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Doze annos haviam servido a Chedorlaomer, mas ao decimo terceiro anno rebelaram-se.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decimo quarto anno veiu Chedorlaomer, e os reis que estavam com elle, e feriram aos Rephains em Ashteroth-karnaim, e aos Zuzins em Ham, e aos Emins em Shave-kiriathaim,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aos Horeos no seu monte Seir, até á campina de Paran, que está junto ao deserto.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Lepois tornaram e vieram a Enmispat (que é Cades), e feriram toda a terra dos Amalekitas, e tambem os Amoreos, que habitavam em Hazazon-tamar.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o rei de Sodoma, e o rei de Gomorrah, e o rei de Admah, e o rei de Zeboiim, e o rei de Bela (esta é Zoar), e ordenaram batalha contra elles no valle de Siddim,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Chedorlaomer, rei de Elam, e Tidal, rei de Goiim, e Amraphel, rei de Shinar, e Arioch, rei de Ellasar; quatro reis contra cinco.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valle de Siddim estava cheio de poços de betume: e fugiram os reis de Sodoma, e de Gomorrah, e cairam ali; e os restantes fugiram para um monte.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toda a fazenda de Sodoma, e de Gomorrah, e todo o seu mantimento, e foram-se.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tomaram a Lot, que habitava em Sodoma, filho do irmão de Abrão, e a sua fazenda, e foram-se.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um que escapára, e o contou a Abrão, o Hebreu: elle habitava junto dos carvalhaes de Mamre, o Amoreo, irmão de Eshcol, e irmão de Aner; elles eram confederados de Abrão.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Abrão que o seu irmão estava preso, armou os seus creados, nascidos em sua casa, trezentos e dezoito, e os perseguiu até Dan.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dividiu-se contra elles de noite, elle e os seus creados, e os feriu, e os perseguiu até Hobah, que fica á esquerda de Damasco.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trazer toda a fazenda, e tornou a trazer tambem a Lot, seu irmão, e a sua fazenda, e tambem as mulheres, e o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Sodoma saiu-lhe ao encontro (depois que voltou de ferir a Chedorlaomer e aos reis que estavam com elle) até ao valle de Schave, que é o valle do rei.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Melchizedec, rei de Salem, trouxe pão e vinho: e era este sacerdote do Deus altissimo.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abençoou-o, e disse: Bemdito seja Abrão de Deus altissimo, o Possuidor dos céus e da terra;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bemdito seja o Deus altissimo, que entregou os teus inimigos nas tuas mãos. E deu-lhe o dizimo de tudo.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Sodoma disse a Abrão: Dá-me a mim as almas, e a fazenda toma para ti.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Abrão, porém, disse ao rei de Sodoma: Levantei minha mão ao Senhor, o Deus altissimo, o Possuidor dos céus e da terra,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desde um fio até á correia de um sapato, não tomarei coisa alguma de tudo o que é teu: para que não digas: Eu enriqueci a Abrão;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Salvo tão sómente o que os mancebos comeram, e a parte que toca aos varões que commigo foram, Aner, Escol, e Mamre; estes que tomem a sua parte.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