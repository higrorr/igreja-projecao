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Senhor disse a Abrão: Sae-te da tua terra, e da tua parentela, e da casa de teu pae, para a terra que eu te mostrarei.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far-te-hei uma grande nação, e abençoar-te-hei, e engrandecerei o teu nome; e tu serás uma benção.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abençoarei os que te abençoarem, e amaldiçoarei os que te amaldiçoarem; e em ti serão bemditas todas as familias da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partiu Abrão, como o Senhor lhe tinha dito, e foi Lot com elle: e era Abrão de edade de setenta e cinco annos, quando saiu de Haran.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Abrão a Sarai, sua mulher, e a Lot, filho de seu irmão, e toda a sua fazenda, que haviam adquirido, e as almas que lhe accresceram em Haran: e sairam para irem á terra de Canaan; e vieram á terra de Canaan.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passou Abrão por aquella terra até ao logar de Sichem, até ao carvalho de Moreh; e estavam então os Cananeos na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 o Senhor a Abrão, e disse: Á tua semente darei esta terra. E edificou ali um altar ao Senhor, que lhe apparecêra.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moveu-se d'ali para a montanha á banda do Oriente de Bethel, e armou a sua tenda, tendo Bethel ao Occidente, e Ai ao Oriente; e edificou ali um altar ao Senhor, e invocou o nome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caminhou Abrão d'ali, seguindo ainda para a banda do Sul.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fome n'aquella terra: e desceu Abrão ao Egypto, para peregrinar ali, porquanto a fome era grande na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chegando elle para entrar no Egypto, disse a Sarai, sua mulher: Ora bem sei que és mulher formosa á vista;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os Egypcios te virem, dirão: Esta é sua mulher. E matar-me-hão a mim, e a ti te guardarão em vida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Dize, peço-te, que és minha irmã, para que me vá bem por tua causa, e que viva a minha alma por amor de 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entrando Abrão no Egypto, viram os Egypcios a mulher, que era mui formosa.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viram-n'a os principes do Pharaó, e gabaram-n'a diante do Pharaó: e foi a mulher tomada para casa do Pharaó.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bem a Abrão por amor d'ella; e elle teve ovelhas, e vaccas, e jumentos, e servos e servas, e jumentas, e camelos.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Feriu, porém, o Senhor o Pharaó com grandes pragas, e a sua casa, por causa de Sarai, mulher de Abrão.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o Pharaó a Abrão, e disse: Que é isto que me fizeste? porque não me disseste que ella era tua mulher?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disseste: É minha irmã? de maneira que a houvera tomado por minha mulher: agora, pois, eis aqui tua mulher; toma-a e vae-te.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Pharaó, deu ordens aos seus varões a seu respeito, e acompanharam-n'o a elle, e a sua mulher, e a tudo o que tinha.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