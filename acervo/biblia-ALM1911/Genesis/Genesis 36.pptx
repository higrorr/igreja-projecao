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gerações de Esaú ( que é Edom).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Esaú tomou suas mulheres das filhas de Canaan: a Adah, filha de Elon hetheo, e a Aholibamah, filha de Anah, filha de Zibeon heveo.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Basemath, filha de Ishmael, irmã de Nebajoth.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Adah pariu a Esaú Eliphaz; e Basemath pariu a Rehuel;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Aholibamah pariu a Jeush, e Jaelam e Corah: estes são os filhos de Esaú, que lhe nasceram na terra de Canaan.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Esaú tomou suas mulheres, e seus filhos, e suas filhas, e todas as almas de sua casa, e seu gado, e todos os seus animaes, e toda a sua fazenda, que havia adquirido na terra de Canaan; e foi-se a outra terra de diante da face de Jacob seu irmão;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fazenda d'elles era muita para habitarem juntos; e a terra de suas peregrinações não os podia sustentar por causa do seu gado.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Esaú habitou na montanha de Seir; Esaú é Edom.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pois são as gerações de Esaú, pae dos Idumeos, na montanha de Seir.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nomes dos filhos de Esaú: Eliphaz, filho de Adah, mulher de Esaú; Rehuel, filho de Basemath, mulher de Esaú.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Eliphsz foram: Teman, Omar, Zepho, e Gaetam, e Kenaz.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Timnah era concubina de Eliphaz, filho de Esaú, e pariu a Eliphaz Amelek: estes são os filhos de Adah, mulher de Esaú.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de Rehuel: Nahath, e Zerah, Shammah, e Mizzah: estes foram os filhos de Basemath, mulher de Esaú.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de Aholibamah, filha de Anah, filha de Zibeon, mulher de Esaú: e pariu a Esaú: Jeush, e Jalam, e Corah.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principes dos filhos de Esaú; o filhos de Eliphaz, o primogenito de Esaú, foram: o principe Teman, o principe Omar, o principe Zepho, o principe Kenaz,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Corah, o principe Gatam, o principe Amalek; estes são os principes de Eliphaz na terra de Edom, estes são os filhos de Adah.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Rehuel, filho de Esaú: o principe Nahath, o principe Zerah, o principe Shammah, o principe Mizzah; estes são os principes de Rehuel, na terra de Edom, estes são os filhos de Besemath, mulher de Esaú.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Aholibamah, mulher de Esaú: o principe Jeush, o principe Jalam, o principe Corah; estes são os principes do Aholibamah, filha de Anah, mulher de Esaú.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Esaú, e estes são seus principes: elle é Edom.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Seir horeo, moradores d'aquella terra: Lotan, e Sobal e Zibeon, e Anah.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Dishon, e Eser, e Dishan; estes são os principes dos horeos, filhos de Seir, na terra de Edom.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Lotan foram: Hori e Hemam; e a irmã de Lotan era Timnah.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Sobal: Alvan, e Manahath, e Ebal, e Shepho, e Onam.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Zibeon: Ajah, e Anah; este é o Anah que achou os mulos no deserto, quando apascentava os jumentos de Zibeon seu pae.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Anah: Dishon, e Aholibamah, a filha de Anah.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Dishon: Hemdam, e Eshban, e Ithran, e Cheran.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Eser: Bilhan, e Zaavan, e Akan.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Dishan: Uz, e Aran.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principes dos horeos: O principe Lotan, o principe Shobal, o principe Zibeon, o principe Anah,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Dishon, o principe Eser, o principe Dishan; estes são os principes dos horeos segundo seus principes na terra de Seir.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reis que reinaram na terra de Edom, antes que reinasse rei algum sobre os filhos d'Israel.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Reinou pois em Edom Bela, filho de Beor, e o nome da sua cidade foi Dinhaba.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Bela; e Jobab, filho de Zerah de Bosrah, reinou em seu logar.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Jobab; e Husam, da terra dos Temanitas, reinou em seu logar.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Husam, e em seu logar reinou Hadad, filho de Bedad, o que feriu a Midian no campo de Moab; e o nome da sua cidade foi Avith.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Hadad: e Samlah de Masreca reinou em seu logar.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Samlah; e Shaul de Rehoboth, pelo rio, reinou em seu logar.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Shaul; e Baal-hanan, filho de Achbor, reinou em seu logar.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Baal-hanan, filho de Achbor; e Hadar reinou em seu logar, e o nome da sua cidade foi Pau; e o nome de sua mulher foi Mehetabel, filha de Matred, filha de Mezahab.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principes de Esaú; segundo as suas gerações, segundo os seus logares, com os seus nomes: o principe Timnah, o principe Alvah, o principe Jetheth,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Aholibamah, o principe Elah o principe Pinon,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Kenez, o principe Teman, o principe Mibzar,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Magdiel, o principe Iram: estes são os principes de Edom, segundo as suas habitações, na terra da sua possessão; este é Esaú, pae de Edom.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