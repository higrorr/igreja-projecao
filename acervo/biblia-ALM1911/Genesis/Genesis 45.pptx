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José não se podia conter diante de todos os que estavam com elle; e clamou: Fazei sair de mim a todo o varão; e ninguem ficou com elle, quando José se deu a conhecer a seus irmãos.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 a sua voz com chôro, de maneira que os egypcios o ouviam, e a casa de Pharaó o ouviu.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José a seus irmãos: Eu sou José: vive ainda meu pae? E seus irmãos não lhe poderam responder, porque estavam pasmados diante da sua 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José a seus irmãos: Peço-vos, chegae-vos a mim. E chegaram-se; então disse elle: Eu sou José, vosso irmão, a quem vendestes para o Egypto.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não vos entristeçaes, nem vos peze aos vossos olhos por me haverdes vendido para cá; porque para conservação da vida, Deus me enviou diante da vossa 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houve dois annos de fome no meio da terra, e ainda restam cinco annos em que não haverá lavoura nem sega.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Deus me enviou diante da vossa face, para que ficasseis um resto na terra, e para guardar-vos em vida por uma grande livração.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não fostes vós que me enviastes para cá, senão Deus, que me tem posto por pae de Pharaó, e por senhor de toda a sua casa, e como regente em toda a terra do Egypto.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Apressae-vos, e subi a meu pae, e dizei-lhe: Assim tem dito o teu filho José: Deus me tem posto por senhor em toda a terra do Egypto; desce a mim, e não te demores;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habitarás na terra de Gosen, e estarás perto de mim, tu e os teus filhos, e os filhos dos teus filhos, e as tuas ovelhas, e as tuas vaccas, e tudo o que tens.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te sustentarei, porque ainda haverá cinco annos de fome, para que não pereças de pobreza, tu e tua casa, e tudo o que tens.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vossos olhos o vêem, e os olhos de meu irmão Benjamin, que é minha bocca que vos falla.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fazei saber a meu pae toda a minha gloria no Egypto, e tudo o que tendes visto, e apressae-vos a fazer descer meu pae para cá.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lançou-se ao pescoço de Benjamin seu irmão, e chorou; e Benjamin chorou tambem ao seu pescoço.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beijou a todos os seus irmãos, e chorou sobre elles; e depois seus irmãos fallaram com 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fama ouviu-se na casa de Pharaó, dizendo: Os irmãos de José são vindos; e pareceu bem aos olhos de Pharaó, e aos olhos de seus servos.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Pharaó a José: Dize a teus irmãos: Fazei isto, carregae as vossas bestas e parti, tornae á terra de Canaan,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tornae a vosso pae, e a vossas familias, e vinde a mim; e eu vos farei o melhor da terra do Egypto, e comereis a gordura da terra.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pois é ordenado; fazei isto, tomae vós da terra do Egypto carros para vossos meninos, para vossas mulheres, e para vosso pae, e vinde.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vos peze coisa alguma das vossas alfaias; porque o melhor de toda a terra do Egypto será vosso.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Israel fizeram assim. E José deu-lhes carros, conforme o mandado de Pharaó; tambem lhes deu comida para o caminho.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todos lhes deu, a cada um, mudas de vestidos; mas a Benjamin deu trezentas peças de prata, e cinco mudas de vestidos.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seu pae enviou similhantemente dez jumentos carregados do melhor do Egypto, e dez jumentos carregados de trigo, e pão, e comida para seu pae, para o caminho.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despediu os seus irmãos, e partiram; e disse-lhes: Não contendaes pelo caminho.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subiram do Egypto, e vieram á terra de Canaan, a Jacob seu pae.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annunciaram, dizendo: José ainda vive, e elle tambem é regente em toda a terra do Egypto. E o seu coração desmaiou-se, porque não os acreditava.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havendo-lhe elles contado todas as palavras de José, que elle lhes fallára, e vendo elle os carros que José enviara para leval-o, reviveu o espirito de Jacob seu pae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Israel: Basta; ainda vive meu filho José; eu irei, e o verei antes que morra.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