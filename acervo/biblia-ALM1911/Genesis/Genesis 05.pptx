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o livro das gerações de Adão. No dia em que Deus creou o homem, á similhança de Deus o fez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Macho e femea os creou; e os abençoou, e chamou o seu nome Adão, no dia em que foram creados.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Adão viveu cento e trinta annos, e gerou um filho á sua similhança, conforme á sua imagem e chamou o seu nome Seth.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dias de Adão, depois que gerou a Seth, oitocentos annos: e gerou filhos e filhas.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todos os dias que Adão viveu, novecentos e trinta annos; e morreu.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Seth cento e cinco annos, e gerou a Enos.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Seth, depois que gerou a Enos, oitocentos e sete annos, e gerou filhos e filhas.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todos os dias de Seth novecentos e doze annos; e morreu.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Enos noventa annos; e gerou a Cainan.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Enos, depois que gerou a Cainan, oitocentos e quinze annos; e gerou filhos e filhas.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todos os dias de Enos novecentos e cinco annos; e morreu.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Cainan, setenta annos; e gerou a Mahalalel.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Cainan, depois que gerou a Mahalalel, oitocentos e quarenta annos; e gerou filhos e filhas.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todos os dias de Cainan novecentos e dez annos; e morreu.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Mahalalel sessenta e cinco annos; e gerou a Jared.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Mahalalel, depois que gerou a Jared, oitocentos e trinta annos; e gerou filhos e filhas.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todos os dias de Mahalalel oitocentos e noventa e cinco annos; e morreu.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Jared cento e sessenta e dois annos; e gerou a Enoch.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Jared, depois que gerou a Enoch, oitocentos annos; e gerou filhos e filhas.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todos os dias de Jared novecentos e sessenta e dois annos; e morreu.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Enoch sessenta e cinco annos; e gerou a Methusala.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andou Enoch com Deus, depois que gerou a Methusala, trezentos annos; e gerou filhos e filhas.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todos os dias de Enoch trezentos e sessenta e cinco annos.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andou Enoch com Deus; e não estava mais; porquanto Deus para si o tomou.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Methusala cento e oitenta e sete annos; e gerou a Lamech.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Methusala, depois que gerou a Lamech, setecentos e oitenta e dois annos; e gerou filhos e filhas.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todos os dias de Methusala novecentos e sessenta e nove annos; e morreu.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Lamech cento e oitenta e dois annos; e gerou um filho,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o seu nome Noé, dizendo: Este nos consolará ácerca de nossas obras, e do trabalho de nossas mãos, por causa da terra que o Senhor amaldiçoou.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Lamech, depois que gerou a Noé, quinhentos e noventa e cinco annos; e gerou filhos e filhas.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todos os dias de Lamech setecentos e setenta e sete annos; e morreu.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Noé da edade de quinhentos annos; e gerou Noé a Sem, Cão, e Japhet.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