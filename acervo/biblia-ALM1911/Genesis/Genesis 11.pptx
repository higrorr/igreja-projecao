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toda a terra d'uma mesma lingua, e d'uma mesma falla.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partindo elles do Oriente, acharam um valle na terra de Shinar; e habitaram ali.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uns aos outros: Eia, façamos tijolos, e queimemol-os bem. E foi-lhes o tijolo por pedra, e o betume por 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Eia, edifiquemos nós uma cidade e uma torre cujo cume toque nos céus, e façamo-nos um nome, para que não sejamos espalhados sobre a face de toda 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desceu o Senhor para ver a cidade e a torre que os filhos dos homens edificavam;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disse. Eis que o povo é um, e todos teem uma mesma lingua; e isto é o que começam a fazer: e agora, não haverá restricção para tudo o que elles intentarem fazer?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Eia, desçamos, e confundamos ali a sua lingua, para que não intenda um a lingua do outro.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Senhor os espalhou d'ali sobre a face de toda a terra: e cessaram de edificar a cidade.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 chamou o seu nome Babel, porquanto ali confundiu o Senhor a lingua de toda a terra, e d'ali os espalhou o Senhor sobre a face de toda 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gerações de Sem: Sem era da edade de cem annos, e gerou a Arpachshad, dois annos depois do diluvio.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Sem, depois que gerou a Arpachshad, quinhentos annos; e gerou filhos e filhas.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Arpachshad trinta e cinco annos, e gerou a Selah.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Arpachshad depois que gerou a Selah, quatrocentos e tres annos; e gerou filhos e filhas.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Selah, trinta annos, e gerou a Eber: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Selah, depois que gerou a Eber, quatrocentos e tres annos, e gerou filhos e filhas.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Eber trinta e quatro annos e gerou a Peleg: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Eber, depois que gerou a Peleg, quatrocentos e trinta annos, e gerou filhos e filhas.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Peleg trinta annos, e gerou a Rehu: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Peleg, depois que gerou a Rehu, duzentos e nove annos, e gerou filhos e filhas.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Rehu, trinta e dois annos, e gerou a Serug: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Rehu, depois que gerou a Serug, duzentos e sete annos e gerou filhos e filhas.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Serug trinta annos, e gerou a Nahor: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Serug, depois que gerou a Nahor, duzentos annos, e gerou filhos e filhas.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Nahor vinte e nove annos, e gerou a Terah: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Nahor, depois que gerou a Terah, cento e dezenove annos, e gerou filhos e filhas.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Terah, setenta annos, e gerou a Abrão, a Nahor, e a Haran.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gerações de Terah: Terah gerou a Abrão, a Nahor, e a Haran: e Haran gerou a Lot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Haran estando seu pae Terah, ainda vivo, na terra do seu nascimento, em Ur dos Chaldeus.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Abrão e Nahor mulheres para si: o nome da mulher de Abrão era Sarai, e o nome da mulher de Nahor era Milcah, filha de Haran, pae de Milcah, e pae de Iscah.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Sarai foi esteril, e não tinha filhos.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Terah a Abrão seu filho, e a Lot filho de Haran, filho de seu filho, e a Sarai sua nora, mulher de seu filho Abrão, e saiu com elles de Ur dos Chaldeus, para ir á terra de Canaan; e vieram até Haran, e habitaram ali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dias de Terah duzentos e cinco annos: e morreu Terah em Haran.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