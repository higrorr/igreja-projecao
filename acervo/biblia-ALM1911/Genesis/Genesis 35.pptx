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disse Deus a Jacob: Levanta-te, sobe a Bethel, e habita ali; e faz ali um altar ao Deus que te appareceu, quando fugiste diante da face de Esaú teu irmão.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Jacob á sua familia, e a todos os que com elle estavam: Tirae os deuses estranhos, que ha no meio de vós, e purificae-vos, e mudae os vossos vestidos.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levantemo-nos, e subamos a Bethel; e ali farei um altar ao Deus que me respondeu no dia da minha angustia, e que foi commigo no caminho que tenho andado.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deram a Jacob todos os deuses estranhos, que tinham em suas mãos, e as arrecadas que estavam em suas orelhas; e Jacob os escondeu debaixo do carvalho que está junto a Sichem.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partiram; e o terror de Deus foi sobre as cidades que estavam ao redor d'elles, e não seguiram após os filhos de Jacob.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chegou Jacob a Luz, que está na terra de Canaan, (esta é Bethel), elle e todo o povo que com elle havia.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edificou ali um altar, e chamou aquelle logar El-beth-el: porquanto Deus ali se lhe tinha manifestado quando fugia diante da face de seu irmão.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morreu Debora, a ama de Rebecca, e foi sepultada ao pé de Bethel, debaixo do carvalho cujo nome chamou Allonbachuth.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appareceu Deus outra vez a Jacob, vindo de Paddan-aram, e abençoou-o.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Deus: O teu nome é Jacob; não se chamará mais o teu nome Jacob, mas Israel será o teu nome. E chamou o seu nome Israel.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mais Deus: Eu sou o Deus Todo-poderoso; fructifica e multiplica-te; uma nação e multidão de nações sairão de ti, e reis procederão dos teus lombos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darei a ti a terra que tenho dado a Abrahão e a Isaac, e á tua semente depois de ti darei a terra.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Deus subiu d'elle, do logar onde fallara com elle.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Jacob poz uma columna no logar onde fallara com elle, uma columna de pedra; e derramou sobre ella uma libação, e deitou sobre ella azeite.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chamou Jacob o nome d'aquelle logar, onde Deus fallara com elle, Bethel.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de Bethel: e havia ainda um pequeno espaço de terra para chegar a Ephrata, e pariu Rachel, e ella teve trabalho em seu parto.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tendo ella trabalho em seu parto, lhe disse a parteira: Não temas, porque tambem este filho terás.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saindo-se-lhe a alma (porque morreu), chamou o seu nome Benoni; mas seu pae o chamou Benjamin.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morreu Rachel; e foi sepultada no caminho d'Ephrata, este é Beth-lehem.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Jacob poz uma columna sobre a sua sepultura; esta é a columna da sepultura de Rachel até ao dia de hoje.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partiu Israel, e estendeu a sua tenda d'além de Migdal Eder.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habitando Israel n'aquella terra, foi Ruben, e deitou-se com Bilhah, concubina de seu pae; e Israel ouviu-o. E eram doze os filhos de Jacob: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Leah: Ruben, o primogenito de Jacob, depois Simeão e Levi, e Judah, e Issacar e Zebulon;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Rachel: José e Benjamin;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Bilhah, serva de Rachel: Dan e Naphtali;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Zilpah, serva de Leah: Gad e Aser. Estes são os filhos de Jacob, que lhe nasceram em Paddan-aram.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Jacob veiu a seu pae Isaac, a Mamre, a Kiriath-arba (que é Hebron), onde peregrinaram Abrahão e Isaac.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dias de Isaac cento e oitenta annos.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Isaac expirou, e morreu, e foi recolhido aos seus povos, velho e farto de dias; e Esaú e Jacob, seus filhos, o sepultaram.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