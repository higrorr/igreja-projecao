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os dois anjos a Sodoma á tarde, e estava Lot assentado á porta de Sodoma; e vendo-os Lot, levantou-se ao seu encontro, e inclinou-se com o rosto á terra;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Eis agora, meus senhores, entrae, peço-vos, em casa de vosso servo, e passae n'ella a noite, e lavae os vossos pés; e de madrugada vos levantareis, e ireis vosso caminho. E elles disseram: Não, antes na rua passaremos a noite.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porfiou com elles muito, e vieram com elle, e entraram em sua casa: e fez-lhes banquete, e cozeu bolos sem levadura, e comeram.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antes que se deitassem, cercaram a casa, os varões d'aquella cidade, os varões de Sodoma, desde o moço até ao velho; todo o povo de todos os bairros.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chamaram a Lot, e disseram-lhe: Onde estão os varões que a ti vieram n'esta noite? Tral-os fóra a nós, para que os conheçamos.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Lot a elles á porta, e fechou a porta atraz de si,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Meus irmãos, rogo-vos que não façaes mal: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aqui, duas filhas tenho, que ainda não conheceram varão; fora vol-as trarei, e fareis d'ellas como bom fôr nos vossos olhos; sómente nada façaes a estes varões, porque por isso vieram á sombra do meu telhado.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porém disseram: Sae d'ali. Disseram mais: Como estrangeiro este individuo veiu aqui habitar, e quereria ser juiz em tudo? Agora te faremos mais mal a ti do que a elles. E arremessaram-se sobre o varão, sobre Lot, e approximaram-se para arrombar a porta.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Aquelles varões porém estenderam a sua mão, e fizeram entrar a Lot comsigo na casa, e fecharam a porta;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feriram de cegueira os varões que estavam á porta da casa, desde o menor até ao maior, de maneira que se cançaram para achar a porta.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aquelles varões a Lot: Tens alguem mais aqui? teu genro, e teus filhos, e tuas filhas, e todos quantos tens n'esta cidade, tira-os fóra d'este logar;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nós vamos destruir este logar, porque o seu clamor tem engrossado diante da face do Senhor, e o Senhor nos enviou a destruil-o.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Lot, e fallou a seus genros, aos que haviam de tomar as suas filhas, e disse: Levantae-vos, sahi d'este logar; porque o Senhor ha de destruir a cidade. Foi tido porém por zombador aos olhos de seus genros.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amanhecer os anjos apertaram com Lot, dizendo: Levanta-te, toma tua mulher, e tuas duas filhas que aqui estão, para que não pereças na injustiça d'esta cidade.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porém demorava-se, e aquelles varões lhe pegaram pela mão, e pela mão de sua mulher, e pela mão de suas duas filhas, sendo-lhe o Senhor misericordioso, e tiraram-o, e puzeram-o fóra da cidade.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tirando-os fóra, disse: Escapa-te por tua vida; não olhes para traz de ti, e não pares em toda esta campina; escapa lá para o monte, para que não pereças.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Lot disse-lhe: Ora não, Senhor!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agora o teu servo tem achado graça aos teus olhos, e engrandeceste a tua misericordia que a mim me fizeste, para guardar a minha alma em vida: e eu não posso escapar no monte, para que porventura não me apanhe este mal, e eu morra.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agora esta cidade está perto, para fugir para lá, e é pequena: ora para ali me escaparei (não é pequena?), para que minha alma viva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Eis aqui, tenho-te acceitado tambem n'este negocio, para não derribar esta cidade, de que fallaste: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Apressa-te, escapa-te para ali; porque nada poderei fazer, emquanto não tiveres ali chegado. Por isso se chamou o nome da cidade Zoar.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o sol sobre a terra, quando Lot entrou em Zoar.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fez chover enxofre e fogo, do Senhor desde os céus, sobre Sodoma e Gomorrah;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derribou aquellas cidades, e toda aquella campina, e todos os moradores d'aquellas cidades, e o que nascia da terra.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mulher de Lot olhou para traz d'elle, e ficou convertida n'uma estatua de sal.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Abrahão levantou-se aquella mesma manhã, de madrugada, e foi para aquelle logar onde estivera diante da face do Senhor;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olhou para Sodoma e Gomorrah, e para toda a terra da campina; e viu, e eis que o fumo da terra subia, como o fumo d'uma fornalha.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destruindo Deus as cidades da campina, Deus se lembrou de Abrahão, e tirou a Lot do meio da destruição, derribando aquellas cidades em que Lot habitara.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Lot de Zoar, e habitou no monte, e as suas duas filhas com elle; porque temia de habitar em Zoar; e habitou n'uma caverna, elle e as suas duas filhas.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primogenita disse á menor: Nosso pae é já velho, e não ha varão na terra que entre a nós, segundo o costume de toda a terra;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demos de beber vinho a nosso pae, e deitemo-nos com elle, para que em vida conservemos semente de nosso pae.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 de beber vinho a seu pae n'aquella noite; e veiu a primogenita, e deitou-se com seu pae, e não sentiu elle quando ella se deitou, nem quando se levantou.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succedeu, no outro dia, que a primogenita disse á menor: Vês aqui, eu já hontem á noite me deitei com meu pae: demos-lhe de beber vinho tambem esta noite, e então entra tu, deita-te com elle, para que em vida conservemos semente de nosso pae.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 de beber vinho a seu pae, tambem n'aquella noite; e levantou-se a menor, e deitou-se com elle; e não sentiu elle quando ella se deitou, nem quando se levantou.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conceberam as duas filhas de Lot de seu pae.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pariu a primogenita um filho, e chamou o seu nome Moab; este é o pae dos moabitas, até ao dia d'hoje.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menor tambem pariu um filho, e chamou o seu nome Benammi; este é o pae dos filhos de Ammon, até o dia d'hoje.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