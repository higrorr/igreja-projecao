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ouvia as palavras dos filhos de Labão, que diziam: Jacob tem tomado tudo o que era de nosso pae, e do que era de nosso pae fez elle toda esta gloria.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Viu tambem Jacob o rosto de Labão, e eis que não era para com elle como d'hontem e d'ante-hontem.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 a Jacob: Torna-te á terra dos teus paes, e á tua parentela, e eu serei comtigo.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enviou Jacob, e chamou a Rachel e a Leah ao campo, ao seu rebanho,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Vejo que o rosto de vosso pae para commigo não é como d'hontem e d'ante-hontem; porém o Deus de meu pae esteve commigo;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vós mesmas sabeis que com todo o meu poder tenho servido a vosso pae;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vosso pae me enganou e mudou o salario dez vezes; porém Deus não lhe permittiu que me fizesse mal.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elle dizia assim: Os salpicados serão o teu salario; então todos os rebanhos pariam salpicados. E quando elle dizia assim: Os listrados serão o teu salario, então todos os teus rebanhos pariam listrados.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Deus tirou o gado de vosso pae, e m'o deu a mim.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ao tempo em que o rebanho concebia, eu levantei os meus olhos, e vi em sonhos, e eis que os bodes, que cobriam as ovelhas, eram listrados, salpicados e malhados.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disse-me o anjo de Deus em sonhos: Jacob. E eu disse: Eis-me aqui.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elle: Levanta agora os teus olhos, e vê todos os bodes que cobrem o rebanho, que são listrados, salpicados e malhados: porque tenho visto tudo o que Labão te fez.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sou o Deus de Beth-el, onde teus ungido uma columna, onde me tens votado o voto; levanta-te agora, sae-te d'esta terra, e torna-te á terra da tua parentela.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responderam Rachel e Leah, e disseram-lhe: Ha ainda para nós parte ou herança na casa de nosso pae?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nos considera elle como estranhas? pois vendeu-nos, e comeu de todo o nosso dinheiro.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toda a riqueza, que Deus tirou de nosso pae, é nossa e de nossos filhos: agora pois, faze tudo o que Deus te tem dito.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levantou Jacob, pondo os seus filhos e as suas mulheres sobre os camelos;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levou todo o seu gado, e toda a sua fazenda, que havia adquirido, o gado que possuia, que alcançara em Paddan*-aram, para ir a Isaac, seu pae, á terra de Canaan.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havendo Labão ido a tosquiar as suas ovelhas, furtou Rachel os idolos que seu pae tinha.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esquivou-se Jacob de Labão o arameo, porque não lhe fez saber que fugia.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fugiu elle com tudo o que tinha, e levantou-se, e passou o rio: e poz o seu rosto para a montanha de Gilead.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terceiro dia foi annunciado a Labão que Jacob tinha fugido.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tomou comsigo os seus irmãos, e atraz d'elle proseguiu o caminho por sete dias; e alcançou-o na montanha de Gilead.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Veiu porém Deus a Labão o arameo em sonhos de noite, e disse-lhe: Guarda-te, que não falles com Jacob nem bem nem mal.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Alcançou pois Labão a Jacob, e armara Jacob a sua tenda n'aquella montanha: armou tambem Labão com os seus irmãos a sua na montanha de Gilead.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Labão a Jacob: Que fizeste, que te esquivaste de mim, e levaste as minhas filhas como captivas pela espada?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fugiste occultamente, e te esquivaste de mim, e não me fizeste saber, para que eu te enviasse com alegria, e com canticos, e com tamboril e com harpa?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não me permittiste beijar os meus filhos e as minhas filhas. Loucamente pois agora fizeste, fazendo assim.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Poder havia em minha mão para vos fazer mal, mas o Deus de vosso pae me fallou hontem á noite, dizendo: Guarda-te, que não falles com Jacob nem bem nem mal.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 te querias ir embora, porquanto tinhas saudades de voltar a casa de teu pae; porque furtaste os meus deuses?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respondeu Jacob, e disse a Labão: Porque temia; pois que dizia commigo, se porventura me não arrebatarias as tuas filhas.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quem achares os teus deuses, esse não viva; reconhece diante de nossos irmãos o que é teu do que está commigo, e toma-o para ti. Pois Jacob não sabia que Rachel os tinha furtado.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entrou Labão na tenda de Jacob, e na tenda de Leah, e na tenda d'ambas as servas, e não os achou; e saindo da tenda de Leah, entrou na tenda de Rachel.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tinha tomado Rachel os idolos, e os tinha posto na albarda de um camelo, e assentara-se sobre elles; e apalpou Labão toda a tenda, e não os achou.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ella disse a seu pae: Não se accenda a ira aos olhos de meu senhor, que não posso levantar-me diante da tua face; porquanto tenho o costume das mulheres. E elle procurou, mas não achou os idolos.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irou-se Jacob, e contendeu com Labão; e respondeu Jacob, e disse a Labão: Qual é a minha transgressão? qual é o meu peccado, que tão furiosamente me tens perseguido?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Havendo apalpado todos os meus moveis, que achaste de todos os moveis da tua casa? põe-o aqui diante dos meus irmãos, e teus irmãos; e que julguem entre nós ambos.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vinte annos eu estive comtigo, as tuas ovelhas e as tuas cabras nunca moveram, e não comi os carneiros do teu rebanho.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 trouxe eu o despedaçado; eu o pagava; o furtado de dia e o furtado de noite da minha mão o requerias.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Estive eu de sorte que de dia me consumia o calor, e de noite a geada; e o meu somno foi-se dos meus olhos.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estado agora vinte annos na tua casa; quatorze annos te servi por tuas duas filhas, e seis annos por teu rebanho; mas o meu salario tens mudado dez vezes.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 Deus de meu pae, o Deus de Abrahão, e o Temor de Isaac não fôra commigo, por certo me enviarias agora vazio. Deus attendeu á minha afflicção, e ao trabalho das minhas mãos, e reprehendeu-te hontem á noite.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respondeu Labão, e disse a Jacob: Estas filhas são minhas filhas, e estes filhos são meus filhos, e este rebanho é o meu rebanho, e tudo o que vês, meu é: e que farei hoje a estas minhas filhas, ou a seus filhos, que pariram?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 vem, e façamos concerto eu e tu, que seja por testemunho entre mim e ti.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tomou Jacob uma pedra, e erigiu-a por columna.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Jacob a seus irmãos: Ajuntae pedras. E tomaram pedras, e fizeram um montão, e comeram ali sobre aquelle montão.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chamou-o Labão Jegar-sahadutha: porém Jacob chamou-o Galeed.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Labão: Este montão seja hoje por testemunha entre mim e entre ti: por isso se chamou o seu nome Galeed,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Mizpah, porquanto disse: Attente o Senhor entre mim e ti, quando nós estivermos apartados um do outro: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affligires as minhas filhas, e se tomares mulheres além das minhas filhas, ninguem está comnosco: attenta que Deus é testemunha entre mim e ti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Labão a Jacob: Eis aqui este mesmo montão, e eis aqui essa columna que levantei entre mim e entre ti.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montão seja testemunha, e esta columna seja testemunha, que eu não passarei este montão a ti, e que tu não passarás este montão e esta columna a mim, para mal.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Deus de Abrahão, e o Deus de Nahor, o Deus de seu pae julgue entre nós. E jurou Jacob pelo Temor de seu pae Isaac.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sacrificou Jacob um sacrificou na montanha, e convidou seus irmãos, para comer pão; e comeram pão, e passaram a noite na montanha.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31:55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levantou-se Labão pela manhã de madrugada, e beijou seus filhos, e suas filhas, e abençoou-os, e partiu; e voltou Labão ao seu logar.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