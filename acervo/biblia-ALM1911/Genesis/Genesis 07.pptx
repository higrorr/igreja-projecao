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o Senhor a Noé: Entra tu e toda a tua casa na arca: porque te hei visto justo diante de mim n'esta geração.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 o animal limpo tomarás para ti sete e sete, macho e sua femea; mas dos animaes que não são limpos, dois, o macho e sua femea.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das aves dos céus sete e sete, macho e femea, para conservar em vida a semente sobre a face de toda a terra.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passados ainda sete dias, farei chover sobre a terra quarenta dias e quarenta noites; e desfarei de sobre a face da terra toda a substancia que fiz.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Noé conforme a tudo o que o Senhor lhe ordenára.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Noé da edade de seiscentos annos, quando o diluvio das aguas veiu sobre 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entrou Noé, e seus filhos, e sua mulher, e as mulheres de seus filhos com elle na arca, por causa das aguas do diluvio.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animaes limpos, e dos animaes que não são limpos, e das aves, e de todo o reptil sobre a terra,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Entraram de dois em dois a Noé na arca, macho e femea, como Deus ordenára a Noé.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passados sete dias, vieram sobre a terra as aguas do diluvio.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seiscentos da vida de Noé, no mez segundo, aos dezesete dias do mez, n'aquelle mesmo dia se romperam todas as fontes do grande abysmo, e as janellas dos céus se abriram,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chuva sobre a terra quarenta dias e quarenta noites.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mesmo dia entrou Noé, e Sem, e Cão, e Japhet, os filhos de Noé, como tambem a mulher de Noé, e as tres mulheres de seus filhos com elle na arca.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Elles, e todo o animal conforme a sua especie, e todo o gado conforme a sua especie, e todo o reptil que se roja sobre a terra conforme a sua especie, e toda a ave conforme a sua especie, todo o passaro de toda a qualidade.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toda a carne, em que havia espirito de vida, entraram de dois em dois a Noé na arca.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entraram, macho e femea de toda a carne entraram, como Deus lhe tinha ordenado: e o Senhor o fechou por fóra.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esteve o diluvio quarenta dias sobre a terra, e cresceram as aguas, e levantaram a arca, e ella se elevou sobre 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prevaleceram as aguas, e cresceram grandemente sobre a terra; e a arca andava sobre as aguas.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aguas prevaleceram excessivamente sobre a terra; e todos os altos montes, que havia debaixo de todo o céu, foram cobertos.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Quinze covados acima prevaleceram as aguas; e os montes foram cobertos.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expirou toda a carne que se movia sobre a terra, tanto de ave como de gado e de feras, e de todo o reptil que se roja sobre a terra, e todo o homem.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o que tinha folego de espirito de vida em seus narizes, tudo o que havia no secco, morreu.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foi desfeita toda a substancia que havia sobre a face da terra, desde o homem até ao animal, até ao reptil, e até á ave dos céus; e foram extinctos da terra: e ficou somente Noé, e os que com elle estavam na arca.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prevaleceram as aguas sobre a terra cento e cincoenta dias.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