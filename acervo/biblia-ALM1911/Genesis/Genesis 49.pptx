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chamou Jacob a seus filhos, e disse: Ajuntae-vos, e annunciar-vos-hei o que vos ha de acontecer nos derradeiros dias: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Ajuntae-vos, e ouvi, filhos de Jacob; e ouvi a Israel vosso pae: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Ruben, tu és meu primogenito, minha força, e o principio de meu vigor, o mais excellente em alteza, e o mais excellente em potencia.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Fervente como a agua, não serás o mais excellente; porquanto subiste ao leito de teu pae. Então o contaminaste; subiu á minha cama.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Simeão e Levi são irmãos: as suas espadas são instrumentos de violencia.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seu secreto conselho não entre minha alma, com a sua congregação minha gloria não se ajunte; porque no seu furor mataram varões, e na sua teima arrebataram bois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Maldito seja o seu furor, pois era forte, e a sua ira, pois era dura: eu os dividirei em Jacob, e os espalharei em 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Judah, te louvarão os teus irmãos; a tua mão será sobre o pescoço de teus inimigos: os filhos de teu pae a ti se inclinarão.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Judah é um leãosinho, da preza subiste, filho meu: encurva-se, e deita-se como um leão, e como um leão velho: quem o despertará?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sceptro não se arredará de Judah, nem o legislador d'entre seus pés, até que não venha Shiloh; e a elle congregarão os povos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amarrará o seu jumentinho á vide, e o filho da sua jumenta á cepa mais excellente: elle lavará o seu vestido no vinho, e a sua capa em sangue de uvas.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serão vermelhos de vinho, e os dentes brancos de leite.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Zabulon habitará no porto dos mares, e será porto dos navios, e o seu termo será para Sidon.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Issacar é jumento de fortes ossos, deitado entre dois fardos.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elle que o descanço era bom, e seu hombro para acarretar, e serviu debaixo de tributo.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 julgará o seu povo, como uma das tribus d'Israel.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 será serpente junto ao caminho, uma vibora junto á vereda, que morde os calcanhares do cavallo, e faz cair o seu cavalleiro por detrás.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salvação espero, ó Senhor!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Gad, uma tropa o accommetterá; mas elle a accommetterá por fim.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Aser, o seu pão será gordo, e elle dará delicias reaes.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Naphtali é uma cerva solta: elle dá palavras formosas.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José é um ramo fructifero, ramo fructifero junto á fonte; seus ramos correm sobre o muro.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frecheiros lhe deram amargura, e o frecharam e aborreceram.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arco, porém, susteve-se no forte, e os braços de suas mãos foram fortalecidos pelas mãos do Valente de Jacob (d'onde é o pastor e a pedra d'Israel).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Deus de teu pae, o qual te ajudará, e pelo Todo-poderoso, o qual te abençoará com bençãos dos céus de cima, com bençãos do abysmo que está debaixo, com bençãos dos peitos e da madre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bençãos de teu pae excederão as bençãos de meus paes, até á extremidade dos outeiros eternos: ellas estarão sobre a cabeça de José, e sobre o alto da cabeça do separado de seus irmãos.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Benjamin é lobo que despedaça; pela manhã comerá a preza, e á tarde repartirá o despojo.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estas são as doze tribus de Israel: e isto é o que lhes fallou seu pae quando os abençoou; a cada um d'elles abençoou segundo a sua benção.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ordenou-lhes, e disse-lhes: Eu me congrego ao meu povo; sepultae-me com meus paes, na cova que está no campo de Ephron, o hetheo,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cova que está no campo de Machpela, que está em frente de Mamre, na terra de Canaan, a qual Abrahão comprou com aquelle campo de Ephron, o hetheo, por herança de sepultura: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sepultaram a Abrahão, e a Sarah sua mulher: ali sepultaram a Isaac, e a Rebecca sua mulher: e ali eu sepultei a Leah.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campo, e a cova que está n'elle, foi comprado aos filhos de Heth.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49:33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Acabando pois Jacob de dar mandamentos a seus filhos, encolheu os seu pés na cama, e espirou, e foi congregado ao seu povo.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