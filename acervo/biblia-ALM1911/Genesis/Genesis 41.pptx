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que, ao fim de dois annos inteiros, Pharaó sonhou, e eis que estava em pé junto ao rio,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eis que subiam do rio sete vaccas, formosas á vista e gordas de carne, e pastavam no prado.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eis que subiam do rio após ellas outras sete vaccas, feias á vista e magras de carne; e paravam junto ás outras vaccas na praia do rio.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 vaccas feias á vista, e magras de carne, comiam as sete vaccas formosas á vista e gordas. Então acordou Pharaó.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dormiu, e sonhou outra vez, e eis que brotavam d'uma cana sete espigas cheias e boas,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eis que sete espigas miudas, e queimadas do vento oriental, brotavam após ellas.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41:7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 espigas miudas devoravam as sete espigas grandes e cheias. Então acordou Pharaó, e eis que era um sonho.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41:8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que pela manhã o seu espirito perturbou-se, e enviou e chamou todos os adivinhadores do Egypto, e todos os seus sabios; e Pharaó contou-lhes os seus sonhos, mas ninguem havia que os interpretasse a Pharaó.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41:9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fallou o copeiro-mór a Pharaó, dizendo: Dos meus peccados me lembro hoje: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41:10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Estando Pharaó mui indignado contra os seus servos, e pondo-me em guarda na casa do capitão da guarda, a mim e ao padeiro-mór,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41:11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sonhámos um sonho na mesma noite, eu e elle, cada um conforme a interpretação do seu sonho sonhámos.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41:12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estava ali comnosco um mancebo hebreu, servo do capitão da guarda, e contámos-lh'os, e interpretou-nos os nossos sonhos, a cada um os interpretou conforme o seu sonho.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41:13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como elle nos interpretou, assim mesmo foi feito: a mim me fez tornar ao meu estado, e a elle fez enforcar.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41:14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enviou Pharaó, e chamou a José, e o fizeram sair logo da cova; e barbeou-se e mudou os seus vestidos, e veiu a Pharaó.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41:15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Pharaó disse a José: Eu sonhei um sonho, e ninguem ha que o interprete; mas de ti ouvi dizer que quando ouves um sonho o interpretas.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41:16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respondeu José a Pharaó, dizendo: Sem mim é isso: Deus responderá paz a Pharaó.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41:17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Pharaó a José: Eis que em meu sonho estava eu em pé na praia do rio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41:18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eis que subiam do rio sete vaccas gordas de carne e formosas á vista, e pastavam no prado.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41:19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eis que outras sete vaccas subiam após estas, muito feias á vista, e magras de carne; não tenho visto outras taes, emquanto á fealdade, em toda a terra do Egypto.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41:20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 vaccas magras e feias comiam os primeiras sete vaccas gordas;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41:21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entravam em suas entranhas, mas não se conhecia que houvessem entrado em suas entranhas: porque o seu parecer era feio como no principio. Então acordei.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41:22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vi em meu sonho, e eis que d'uma cana subiam sete espigas cheias e boas;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41:23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eis que sete espigas seccas, miudas e queimadas do vento oriental, brotavam após ellas.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41:24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 sete espigas miudas devoravam as sete espigas boas. E eu disse-o aos magos, mas ninguem houve que m'o interpretasse.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41:25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José a Pharaó: O sonho de Pharaó é um só; o que Deus ha de fazer, notificou a Pharaó.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41:26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sete vaccas formosas são sete annos; as sete espigas formosas tambem são sete annos: o sonho é um só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41:27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 sete vaccas feias á vista e magras, que subiam depois d'ellas, são sete annos; e as sete espigas miudas e queimadas do vento oriental, serão sete annos de fome.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41:28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 é a palavra que tenho dito a Pharaó; o que Deus ha de fazer, mostrou-o a Pharaó.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41:29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eis que veem sete annos, e haverá grande fartura em toda a terra do Egypto.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41:30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depois d'elles levantar-se-hão sete annos de fome, e toda aquella fartura será esquecida na terra do Egypto, e a fome consumirá a terra;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41:31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não será conhecida a abundancia na terra, por causa d'aquella fome que haverá depois; porquanto será gravissima.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41:32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que o sonho foi duplicado duas vezes a Pharaó, é porquanto esta coisa é determinada de Deus, e Deus se apressa a fazel-a.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41:33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 Pharaó se proveja agora d'um varão entendido e sabio, e o ponha sobre a terra do Egypto: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41:34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Faça isso Pharaó, e ponha governadores sobre a terra, e tome a quinta parte da terra do Egypto nos sete annos de fartura,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41:35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ajuntem toda a comida d'estes bons annos, que veem, e amontoem o trigo debaixo da mão de Pharaó, para mantimento nas cidades, e o guardem;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41:36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será o mantimento para provimento da terra, para os sete annos de fome, que haverá na terra do Egypto; para que a terra não pereça de fome.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41:37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esta palavra foi boa aos olhos de Pharaó, e aos olhos de todos os seus servos.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41:38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Pharaó a seus servos: Achariamos um varão como este, em quem haja o espirito de Deus?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41:39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disse Pharaó a José: Pois que Deus te fez saber tudo isto, ninguem ha tão entendido e sabio como tu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41:40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estarás sobre a minha casa, e por tua bocca se governará todo o meu povo, sómente no throno eu serei maior que tu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41:41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mais Pharaó a José: Vês aqui te tenho posto sobre toda a terra do Egypto.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41:42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tirou Pharaó o seu annel da sua mão, e o poz na mão de José, e o fez vestir de vestidos de linho fino, e poz um collar d'oiro no seu pescoço,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41:43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fez subir no segundo carro que tinha, e clamavam diante d'elle: Ajoelhae; assim o poz sobre toda a terra do Egypto.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41:44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Pharaó a José: Eu sou Pharaó; porém sem ti ninguem levantará a sua mão ou o seu pé em toda a terra do Egypto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41:45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chamou Pharaó o nome de José Zaphnath-paneah, e deu-lhe por mulher a Asenath, filha de Potiphera, sacerdote de On; e saiu José por toda a terra do Egypto.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41:46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José era da edade de trinta annos quando esteve diante da face de Pharaó, rei do Egypto. E saiu José da face de Pharaó, e passou por toda a terra do Egypto.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41:47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terra produziu nos sete annos de fartura a mãos cheias.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41:48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ajuntou todo o mantimento dos sete annos, que houve na terra do Egypto, e guardou o mantimento nas cidades, pondo nas cidades o mantimento do campo que estava ao redor de cada cidade.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41:49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ajuntou José muitissimo trigo, como a areia do mar, até que cessou de contar; porquanto não havia numeração.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41:50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nasceram a José dois filhos (antes que viesse um anno de fome), que lhe pariu Asenath, filha de Potiphera, sacerdote de On.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41:51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chamou José o nome do primogenito Manasseh ; porque disse: Deus me fez esquecer de todo o meu trabalho, e de toda a casa de meu pae.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41:52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nome do segundo chamou Ephraim ; porque disse: Deus me fez crescer na terra da minha afflicção.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41:53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acabaram-se os sete annos de fartura que havia na terra do Egypto,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41:54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começaram a vir os sete annos de fome, como José tinha dito; e havia fome em todas as terras, mas em toda a terra do Egypto havia pão.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41:55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tendo toda a terra do Egypto fome, clamou o povo a Pharaó por pão; e Pharaó disse a todos os egypcios: Ide a José ; o que elle vos disser, fazei.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41:56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Havendo pois fome sobre toda a terra, abriu José tudo em que havia mantimento, e vendeu aos egypcios; porque a fome prevaleceu na terra de Egypto.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41:57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todas as terras vinham ao Egypto, para comprar de José; porquanto a fome prevaleceu em todas as terras.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