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Jacob os seus olhos, e olhou, e eis que vinha Esaú, e quatrocentos homens com elle. Então repartiu os filhos entre Leah e Rachel, e as duas servas.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as servas e seus filhos na frente, e a Leah e seus filhos atraz: porém a Rachel e José os derradeiros.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mesmo passou adiante d'elles, e inclinou-se á terra sete vezes, até que chegou a seu irmão.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Esaú correu-lhe ao encontro, e abraçou-o, e lançou-se sobre o seu pescoço, e beijou-o; e choraram.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levantou os seus olhos, e viu as mulheres, e os meninos, e disse: Quem são estes comtigo? E elle disse: Os filhos que Deus graciosamente tem dado a teu servo.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 as servas; ellas, e os seus filhos, e inclinaram-se.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tambem Leah com seus filhos, e inclinaram-se: e depois chegou José e Rachel, e inclinaram-se.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Esaú: De que te serve todo este bando que tenho encontrado? E elle disse: Para achar graça aos olhos de meu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Esaú disse: Eu tenho bastante, meu irmão; seja para ti o que tens.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Jacob: Não, se agora tenho achado graça em teus olhos, peço-*te que tomes o meu presente da minha mão: porquanto tenho visto o teu rosto, como se tivesse visto o rosto de Deus, e tomaste contentamento em mim.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Toma, peço-te, a minha benção, que te foi trazida; porque Deus graciosamente m'a tem dado; e porque tenho de tudo. E instou com elle, até que a tomou.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Caminhemos, e andemos, e eu partirei adiante de 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 disse: Meu senhor sabe que estes filhos são tenros, e que tenho commigo ovelhas e vaccas de leite; se as afadigarem sómente um dia, todo o rebanho morrerá.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passe o meu senhor diante da face de seu servo; e eu irei como guia pouco a pouco, conforme ao passo do gado que é adiante da minha face, e conforme ao passo dos meninos, até que chegue a meu senhor em Seir.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Esaú disse: Deixarei logo comtigo d'esta gente, que está commigo. E elle disse: Para que é isso? Basta que eu ache graça aos olhos de meu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tornou Esaú aquelle dia pelo seu caminho a Seir.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Jacob, porém, partiu para Succoth e edificou para si uma casa; e fez cabanas para o seu gado: por isso chamou o nome d'aquelle logar Succoth.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Jacob salvo á cidade de Sichem, que está na terra de Canaan, quando vinha de Paddan-aram; e fez o seu assento diante da cidade.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comprou uma parte do campo em que estendera a sua tenda, da mão dos filhos de Hemor, pae de Sichem, por cem peças de dinheiro.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ali um altar, e chamou-o Deus, o Deus d'Israel.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