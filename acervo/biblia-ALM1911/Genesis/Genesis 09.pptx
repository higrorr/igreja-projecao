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abençoou Deus a Noé e a seus filhos, e disse-lhes: Fructificae e multiplicae-vos, e enchei a terra.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o vosso temor e o vosso pavor sobre todo o animal da terra, e sobre toda a ave dos céus: tudo o que se move sobre a terra, e todos os peixes do mar, na vossa mão são entregues.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quanto se move, que é vivente, será para vosso mantimento: tudo vos tenho dado como herva verde.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carne, porém, com sua vida, isto é, com seu sangue, não comereis.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certamente requererei o vosso sangue, o sangue das vossas vidas; da mão de todo o animal o requererei: como tambem da mão do homem, e da mão do irmão de cada um requererei a vida do homem.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derramar o sangue do homem, pelo homem o seu sangue será derramado: porque Deus fez o homem conforme á sua imagem.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vós fructificae e multiplicae-vos: povoae abundantemente a terra, e multiplicae-vos n'ella.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Deus a Noé, e a seus filhos com elle, dizendo: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eu, eis que estabeleço o meu concerto comvosco e com a vossa semente depois de vós,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toda a alma vivente, que comvosco está, de aves, de rezes, e de todo o animal da terra comvosco: desde todos que sairam da arca, até todo o animal da terra.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comvosco estabeleço o meu concerto, que não será mais destruida toda a carne pelas aguas do diluvio: e que não haverá mais diluvio, para destruir a terra.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Deus: Este é o signal do concerto que ponho entre mim e vós, e entre toda a alma vivente, que está comvosco, por gerações eternas.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arco tenho posto na nuvem: este será por signal do concerto entre mim e a terra.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acontecerá que, quando eu trouxer nuvens sobre a terra, apparecerá o arco nas nuvens: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me lembrarei do meu concerto, que está entre mim e vós, e entre toda a alma vivente de toda a carne: e as aguas não se tornarão mais em diluvio, para destruir toda a carne.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estará o arco nas nuvens, e eu o verei, para me lembrar do concerto eterno entre Deus e toda a alma vivente de toda a carne, que está sobre a terra.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Deus a Noé: Este é o signal do concerto que tenho estabelecido entre mim e entre toda a carne, que está sobre a terra.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Noé, que da arca sairam, foram Sem, e Cão, e Japhet; e Cão, é o pae de Canaan.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tres foram os filhos de Noé; e d'estes se povoou toda a terra.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começou Noé a ser lavrador da terra, e plantou uma vinha: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bebeu do vinho, e embebedou-se; e descobriu-se no meio de sua tenda.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viu Cão, o pae de Canaan, a nudez do seu pae, e fel-o saber a ambos seus irmãos fóra.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tomaram Sem e Japhet uma capa, e puzeram-n'a sobre ambos os seus hombros, e indo virados para traz, cubriram a nudez do seu pae, e os seus rostos eram virados, de maneira que não viram a nudez do seu pae.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despertou Noé do seu vinho, e soube o que seu filho menor lhe fizera.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Maldito seja Canaan: servo dos servos seja aos seus irmãos.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Bemdito seja o Senhor Deus de Sem: e seja-lhe Canaan por servo.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Alargue Deus a Japhet, e habite nas tendas de Sem: e seja-lhe Canaan por servo.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9:28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viveu Noé, depois do diluvio, trezentos e cincoenta annos.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9:29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todos os dias de Noé novecentos e cincoenta annos, e morreu.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