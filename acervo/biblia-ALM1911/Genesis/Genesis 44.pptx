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ordem ao que estava sobre a sua casa, dizendo: Enche os saccos d'estes varões de mantimento, quanto poderem levar, e põe o dinheiro de cada varão na bocca do seu sacco.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meu copo, o copo de prata, porás na bocca do sacco do mais novo, com o dinheiro do seu trigo. E fez conforme a palavra de José, que tinha dito.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Vinda a luz da manhã, despediram-se estes varões, elles com os seus jumentos.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Saindo elles da cidade, e não se havendo ainda distanciado, disse José ao que estava sobre a sua casa: Levanta-te, e persegue aquelles varões: e, alcançando-os, lhes dirás: Porque pagastes mal por bem?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este o copo por que bebe meu senhor? e em que elle bem attenta? fizestes mal no que fizestes.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alcançou-os, e fallou-lhes as mesmas palavras.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disseram-lhe: Porque diz meu senhor taes palavras? longe estejam teus servos de fazerem similhante coisa.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dinheiro, que temos achado nas boccas dos nossos saccos, te tornámos a trazer desde a terra de Canaan: como pois furtariamos da casa do teu senhor prata ou oiro?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Aquelle, com quem de teus servos fôr achado, morra; e ainda nós seremos escravos do meu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Ora seja tambem assim conforme as vossas palavras; aquelle com quem se achar será meu escravo, porém vós sereis desculpados.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apressaram-se, e cada um poz em terra o seu sacco, e cada um abriu o seu sacco.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buscou, começando do maior, e acabando no mais novo: e achou-se o copo no sacco de Benjamin.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rasgaram os seus vestidos, e carregou cada um o seu jumento, e tornaram á cidade.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Judah com os seus irmãos á casa de José, porque elle ainda estava ali; e prostraram-se diante d'elle na terra.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José: Que é isto que obrastes? não sabeis vós que tal homem como eu bem attentara?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Judah: Que diremos a meu senhor? que fallaremos? e como nos justificaremos? Achou Deus a iniquidade de teus servos; eis que somos escravos de meu senhor, tanto nós como aquelle em cuja mão foi achado o copo.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disse: Longe de mim que eu tal faça; o varão em cuja mão o copo foi achado, aquelle será meu servo; porém vós subi em paz para vosso pae.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Judah se chegou a elle, e disse: Ai! senhor meu, deixa, peço-te, o teu servo dizer uma palavra aos ouvidos de meu senhor, e não se accenda a tua ira contra o teu servo; porque tu és como Pharaó.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senhor perguntou a seus servos, dizendo: Tendes vós pae, ou irmão?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dissemos a meu senhor: Temos um pae velho, e um moço da sua velhice, o mais novo, cujo irmão é morto; e elle ficou só de sua mãe, e seu pae o ama.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tu disseste a teus servos: Trazei-m'o a mim, e porei os meus olhos sobre 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dissemos a meu senhor: Aquelle moço não poderá deixar a seu pae: se deixar a seu pae, morrerá.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tu disseste a teus servos: Se vosso irmão mais novo não descer comvosco, nunca mais vereis a minha face.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subindo nós a teu servo meu pae, e contando-lhe as palavras de meu senhor,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nosso pae: Tornae, comprae-nos um pouco de mantimento.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dissemos: Não poderemos descer; se nosso irmão menor fôr comnosco, desceremos; pois não poderemos ver a face do varão, se este nosso irmão menor não estiver comnosco.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disse-nos teu servo meu pae: Vós sabeis que minha mulher me pariu dois;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saiu de mim, e eu disse: Certamente foi despedaçado, e não o tenho visto até agora;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agora tambem tirardes a este da minha face, e lhe acontecesse algum desastre, farieis descer as minhas cãs com dôr á sepultura.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vindo eu a teu servo meu pae, e o moço não indo comnosco, pois que a sua alma está atada com a alma d'elle,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Acontecerá que, vendo elle que o moço ali não está, morrerá; e teus servos farão descer as cãs de teu servo, nosso pae, com tristeza á sepultura.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teu servo se deu por fiador por este moço para com meu pae, dizendo: Se não t'o tornar, eu serei culpado a meu pae todos os dias.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fique teu servo em logar d'este moço por escravo de meu senhor, e que suba o moço com os seus irmãos.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como subirei eu a meu pae, se o moço não fôr commigo? para que não veja eu o mal que sobrevirá a meu pae. ,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