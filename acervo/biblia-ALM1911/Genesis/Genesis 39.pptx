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José foi levado ao Egypto, e Potifar, eunucho de Pharaó, capitão da guarda, varão egypcio, comprou-o da mão dos ishmaelitas que o tinham levado lá.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estava com José, e foi varão prospero; e estava na casa de seu senhor egypcio.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 seu senhor que o Senhor estava com elle, e tudo o que fazia o Senhor prosperava em sua mão,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José achou graça em seus olhos, e servia-o; e elle o poz sobre a sua casa, e entregou na sua mão tudo o que tinha.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desde que o puzera sobre a sua casa, e sobre tudo o que tinha, o Senhor abençoou a casa do egypcio por amor de José; e a benção do Senhor foi sobre tudo o que tinha, na casa e no campo.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deixou tudo o que tinha na mão de José, de maneira que de nada sabia do que estava com elle, mais do que do pão que comia. E José era formoso de parecer, e formoso á vista.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d'estas coisas que a mulher de seu senhor poz os seus olhos em José, e disse: Deita-te commigo.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recusou, e disse á mulher do seu senhor: Eis que o meu senhor não sabe do que ha em casa commigo, e entregou em minha mão tudo o que 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ha maior do que eu n'esta casa, e nenhuma coisa me vedou, senão a ti, porquanto tu és sua mulher; como pois faria eu este tamanho mal, e peccaria contra Deus?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fallando ella cada dia a José, e não lhe dando elle ouvidos, para deitar-se com ella, e estar com ella,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n'um certo dia que veiu á casa para fazer seu serviço; e nenhum dos da casa estava ali em casa;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pegou pelo seu vestido, dizendo: Deita-te commigo. E elle deixou o seu vestido na mão d'ella, e fugiu, e saiu para fóra.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vendo ella que deixara o seu vestido em sua mão, e fugira para fóra,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aos homens de sua casa, e fallou-lhes, dizendo: Vêde, trouxe-nos o varão hebreu, para escarnecer de nós; entrou a mim para deitar-se commigo, e eu gritei com grande voz,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ouvindo elle que eu levantava a minha voz e gritava, deixou o seu vestido commigo, e fugiu, e saiu para fóra.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poz o seu vestido perto de si, até que o seu senhor veiu á sua casa.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fallou-lhe conforme as mesmas palavras, dizendo: Veiu a mim o servo hebreo, que nos trouxeste para escarnecer de nim;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levantando eu a minha voz e gritando, elle deixou o seu vestido commigo, e fugiu para fóra.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ouvindo o seu senhor as palavras de sua mulher, que lhe fallava, dizendo: Conforme a estas mesmas palavras me fez teu servo; a sua ira se accendeu.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 José o tomou, e o entregou na casa do carcere, no logar onde os presos do rei estavam presos; assim esteve ali na casa do carcere.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porém, estava com José, e estendeu sobre elle a sua benignidade, e deu-lhe graça aos olhos do carcereiro-mór.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carcereiro-mór entregou na mão de José todos os presos que estavam na casa do carcere, e elle fazia tudo o que se fazia ali.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carcereiro-mór não teve cuidado de nenhuma coisa que estava na mão d'elle; porquanto o Senhor estava com elle, e tudo o que fazia o Senhor prosperava.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