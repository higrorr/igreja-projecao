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partiu-se Abrahão d'ali para a terra do sul, e habitou entre Kades e Sur; e peregrinou em Gerar.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havendo Abrahão dito de Sarah sua mulher; É minha irmã, enviou Abimelech, rei de Gerar, e tomou a Sarah.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porém veiu a Abimelech em sonhos de noite, e disse-lhe: Eis que morto és por causa da mulher que tomaste; porque ella está casada com marido.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Abimelech ainda não se tinha chegado a ella; por isso disse: Senhor, matarás tambem uma nação justa?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disse elle mesmo: É minha irmã? e ella tambem disse: É meu irmão. Em sinceridade do coração e em pureza das minhas mãos tenho feito isto.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Deus em sonhos: Bem sei eu que na sinceridade do teu coração fizeste isto; e tambem eu te tenho impedido de peccar contra mim; por isso te não permitti tocal-a;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restitue a mulher ao seu marido, porque propheta é, e rogará por ti, para que vivas; porém senão lh'a restituires, sabe que certamente morrerás, tu e tudo o que é teu.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levantou-se Abimelech pela manhã de madrugada, chamou a todos os seus servos, e fallou todas estas palavras em seus ouvidos; e temeram muito aquelles varões.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Abimelech a Abrahão e disse-lhe: Que nos fizeste? e em que pequei contra ti, para trazeres sobre o meu reino tamanho peccado? Tu me fizeste aquillo que não deverias ter feito.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Abimelech a Abrahão: Que tens visto, para fazer tal coisa?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Abrahão: Porque eu dizia commigo: Certamente não ha temor de Deus n'este logar, e elles me matarão por amor da minha mulher.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na verdade, é ella tambem minha irmã, filha de meu pae, mas não filha da minha mãe; e veiu a ser minha mulher: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fazendo-me Deus sair errante da casa de meu pae, eu lhe disse: Seja esta a graça que me farás em todo o logar aonde viermos: diz de mim: É meu irmão.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Abimelech ovelhas e vaccas, e servos e servas, e os deu a Abrahão; e restituiu-lhe Sarah, sua mulher.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Abimelech: Eis que a minha terra está diante da tua face: habita onde bom fôr aos teus olhos.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Sarah disse: Vês que tenho dado ao teu irmão mil moedas de prata: eis que elle te seja por véu dos olhos para com todos os que comtigo estão, e até para com todos os outros; e estás advertida.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orou Abrahão a Deus, e sarou Deus a Abimelech, e á sua mulher, e ás suas servas, de maneira que pariram;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havia fechado totalmente todas as madres da casa de Abimelech, por causa de Sarah, mulher de Abrahão.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