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Dinah filha de Leah, que parira a Jacob, para ver as filhas da terra.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Sichem filho de Hemor heveo, principe d'aquella terra, viu-a, e tomou-a, e deitou-se com ella, e humilhou-a.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apegou-se a sua alma com Dinah filha de Jacob, e amou a moça e fallou affectuosamente á moça.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Fallou tambem Sichem a Hemor seu pae, dizendo: Toma-me esta por mulher.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Jacob ouviu que contaminara a Dinah sua filha, estavam os seus filhos no campo com o gado; e calou-se Jacob até que viessem.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Hemor pae de Sichem a Jacob, para fallar com elle.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vieram os filhos de Jacob do campo, ouvindo isso, e entristeceram-se os varões, e iraram-se muito, porquanto fizera doidice em Israel, deitando-se com a filha de Jacob; o que não se devia fazer assim.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fallou Hemor com elles, dizendo: A alma de Sichem meu filho está namorada da vossa filha; dae-lh'a, peço-te, por mulher;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aparentae-vos comnosco, dae-nos as vossas filhas, e tomae as nossas filhas para vós;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habitareis comnosco; e a terra estará diante da vossa face: habitae e negociae n'ella, e tomae possessão n'ella.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Sichem ao pae d'ella, e aos irmãos d'ella: Ache eu graça em vossos olhos, e darei o que me disserdes: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Augmentae muito sobre mim o dote e a dadiva, e darei o que me disserdes; dae-me sómente a moça por mulher.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responderam os filhos de Jacob a Sichem e a Hemor seu pae enganosamente, e fallaram, porquanto havia contaminado a Dinah sua irmã.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disseram-lhes: Não podemos fazer isso, que déssemos a nossa irmã a um varão não circumcidado; porque isso seria uma vergonha para nós;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N'isso, porém, consentiremos a vós: se fôrdes como nós, que se circumcide todo o macho entre vós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dar-vos-hemos as nossas filhas, e tomaremos nós as vossas filhas, e habitaremos comvosco, e seremos um povo;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se não nos ouvirdes, e não vos circumcidardes, tomaremos a nossa filha e ir-nos-hemos.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suas palavras foram boas aos olhos de Hemor, e aos olhos de Sichem filho de Hemor.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tardou o mancebo em fazer isto; porque a filha de Jacob lhe contentava: e elle era o mais honrado de toda a casa de seu pae.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Veiu pois Hemor e Sichem seu filho á porta da sua cidade, e fallaram aos varões da sua cidade, dizendo: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varões são pacificos comnosco; portanto habitarão n'esta terra, e negociarão n'ella; eis que a terra é larga de espaço diante da sua face: tomaremos nós as suas filhas por mulheres, e lhes daremos as nossas filhas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N'isto, porém, consentirão aquelles varões, de habitar comnosco, para que sejamos um povo, se todo o macho entre nós se circumcidar, como elles são circumcidados.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seu gado, as suas possessões, e todos os seus animaes não serão nossos? consintamos sómente com elles, e habitarão comnosco.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deram ouvidos a Hemor, e a Sichem seu filho todos os que sahiam da porta da cidade; e foi circumcidado todo o macho, de todos os que sahiam pela porta da sua cidade.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ao terceiro dia, quando estavam com a mais violenta dôr, os dois filhos de Jacob, Simeão e Levi, irmãos de Dinah, tomaram cada um a sua espada, e entraram afoitamente na cidade, e mataram todo o macho.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Mataram tambem ao fio da espada a Hemor, e a seu filho Sichem; e tomaram a Dinah da casa de Sichem, e sairam.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Vieram os filhos de Jacob aos mortos e saquearam a cidade; porquanto contaminaram a sua irmã.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 suas ovelhas, e as suas vaccas, e os seus jumentos, e o que na cidade, e o que no campo havia, tomaram,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toda a sua fazenda, e todos os seus meninos, e as suas mulheres levaram presas, e despojaram-as, e tudo o que havia em casa.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Jacob a Simeão e a Levi: Tendes-me turbado, fazendo-me cheirar mal entre os moradores d'esta terra, entre os Cananeus e Phereseus, sendo eu pouco povo em numero; ajuntar-se-hão, e ficarei destruido, eu e minha casa.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34:31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elles disseram: Faria pois elle a nossa irmã como a uma prostituta?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