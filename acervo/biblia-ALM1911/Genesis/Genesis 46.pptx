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Israel com tudo quanto tinha, e veiu a Berseba, e sacrificou sacrificios ao Deus de seu pae Isaac.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Deus a Israel em visões da noite, e disse: Jacob, Jacob! E elle disse: Eis-me aqui.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Eu sou o Deus, o Deus de teu pae; não temas de descer ao Egypto, porque eu te farei ali uma grande nação.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descerei comtigo ao Egypto, e certamente te farei tornar a subir, e José porá a sua mão sobro os teus olhos.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levantou-se Jacob de Berseba, e os filhos de Israel levaram a seu pae Jacob, e seus meninos, e as suas mulheres, nos carros que Pharaó enviara para o levar.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o seu gado e a sua fazenda que tinham adquirido na terra de Canaan, e vieram ao Egypto, Jacob e toda a sua semente com elle,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filhos, e os filhos de seus filhos com elle, as suas filhas, e as filhas de seus filhos, e toda a sua semente levou comsigo ao Egypto.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de Israel, que vieram ao Egypto, Jacob e seus filhos: Ruben, o primogenito de Jacob,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Ruben: Hanoch, e Pallu, e Hezron, e Carmi.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Simeão: Jemuel, e Jamin, e Ohad, e Jachin, e Zohar, e Shaul, filho de uma mulher cananea.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Levi: Gerson, Kohath, e Merari.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Judah: Er, e Onan, e Sela, e Perez, e Serah; Er e Onan, porém, morreram na terra de Canaan; e os filhos de Perez foram Hezron e Hamul.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Issacar: Tola, e Puah, e Iob, e Simron.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Zebulon: Sered, e Elon, e Jahleel.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Leah, que pariu a Jacob em Paddan-aram, com Dinah, sua filha: todas as almas de seus filhos e de suas filhas foram trinta e tres.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Gad: Ziphion, e Haggi, Shuni, e Ezbon, Eri, e Arodi, e Areli.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Asher: Imnah, e Ischva, e Ischvi, e Beria, e Serah, a irmã d'elles: e os filhos de Beria: Heber e Malchiel.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Zilpah, que Labão deu á sua filha Leah; e pariu a Jacob estas dezeseis almas.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Rachel, mulher de Jacob: José e Benjamin.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nasceram a José na terra do Egypto Manasseh e Ephraim, que lhe pariu Asenath, filha de Potiphera, sacerdote de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Benjamin: Belah, Becher, e Asbel, Gera, e, Naaman, Echi e Rosh, Muppim, e Huppim, e 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Rachel, que nasceram a Jacob, ao todo quatorze almas.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Dan: Husim.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Naphtali: Jahzeel, e Guni, e Jezer, e Shilem.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Bilha, que Labão deu á sua filha Rachel; e pariu estes a Jacob; todas as almas foram sete.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almas que vieram com Jacob ao Egypto, que sairam da sua côxa, sem as mulheres dos filhos de Jacob, todas foram sessenta e seis almas.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José, que lhe nasceram no Egypto, eram duas almas. Todas as almas da casa de Jacob, que vieram ao Egypto, foram setenta.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a Judah diante da sua face a José, para o encaminhar a Gosen; e chegaram á terra de Gosen.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 apromptou o seu carro, e subiu ao encontro de Israel, seu pae, a Gosen. E, mostrando-se-lhe, lançou-se ao seu pescoço, e chorou sobre o seu pescoço longo tempo.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disse a José: Morra eu agora, pois já tenho visto o teu rosto, que ainda vives.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José a seus irmãos, e á casa de seu pae: Eu subirei, e annunciarei a Pharaó, e lhe direi: Meus irmãos, e a casa de meu pae, que estavam na terra de Canaan, vieram a mim!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varões são pastores de ovelhas, porque são homens de gado, e trouxeram comsigo as suas ovelhas, e as suas vaccas, e tudo o que teem.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acontecer que Pharaó vos chamar, e disser: Qual é vosso negocio?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direis: Teus servos foram homens de gado desde a nossa mocidade até agora, tanto nós como os nossos paes; para que habitemos na terra de Gosen; porque todo o pastor de ovelhas é abominação aos egypcios.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