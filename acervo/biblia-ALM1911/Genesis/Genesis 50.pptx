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José se lançou sobre o rosto de seu pae; e chorou sobre elle, e o beijou.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ordenou aos seus servos, os medicos, que embalsamassem a seu pae: e os medicos embalsamaram a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cumpriram-se-lhe quarenta dias; porque assim se cumprem os dias d'aquelles que se embalsamam: e os egypcios o choraram setenta dias.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Passados pois os dias de seu choro, fallou José á casa de Pharaó, dizendo: Se agora tenho achado graça aos vossos olhos, rogo-vos que falleis aos ouvidos de Pharaó,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pae me fez jurar, dizendo: Eis que eu morro: em meu sepulchro, que cavei para mim na terra de Canaan, ali me sepultarás. Agora pois, te peço, que eu suba, para que sepulte a meu pae; então voltarei.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Pharaó disse: Sobe, e sepulta a teu pae como elle te fez jurar.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subiu para sepultar a seu pae: e subiram com elle todos os servos de Pharaó, os anciãos da sua casa, e todos os anciãos da terra do Egypto,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toda a casa de José, e seus irmãos, e a casa de seu pae: sómente deixaram na terra de Gosen os seus meninos e as suas ovelhas, e as suas vaccas.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subiram tambem com elle, tanto carros como gente a cavallo; e o concurso foi grandissimo.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elles pois á planicie do espinhal, que está além do Jordão, fizeram um grande e gravissimo pranto; e fez a seu pae um grande pranto por sete dias.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os moradores da terra, os cananeos, o luto na planicie do espinhal, disseram: É este o pranto grande dos egypcios. Por isso chamou-se o seu nome Abelmizraim, que está além do Jordão.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fizeram-lhe os seus filhos assim como elle lhes ordenara,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os seus filhos o levaram á terra de Canaan, e o sepultaram na cova do campo de Machpela, que Abrahão tinha comprado com o campo, por herança de sepultura, d'Ephron, o hetheo, em frente de Mamre.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tornou-se José para o Egypto, elle e seus irmãos, e todos os que com elle subiram a sepultar seu pae, depois de haver sepultado seu pae.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então os irmãos de José que seu pae já estava morto, disseram: Porventura nos aborrecerá José, e nos pagará certamente todo o mal que lhe fizemos.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enviaram a José, dizendo: Teu pae mandou, antes da sua morte, dizendo: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direis a José: Perdoa, rogo-te, a transgressão de teus irmãos, e o seu peccado, porque te fizeram mal: agora pois rogamos-te que perdoes a transgressão dos servos do Deus de teu pae. E José chorou quando elles lhe fallavam.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vieram tambem seus irmãos, e prostraram-se diante d'elle, e disseram: Eis-nos aqui por teus servos.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lhes disse: Não temaes, porque porventura estou eu em logar de Deus?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bem intentastes mal contra mim, porém Deus o intentou para bem, para fazer como está n'este dia, para conservar em vida a um povo grande: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não temaes: eu vos sustentarei a vós e a vossos meninos. Assim os consolou, e fallou segundo o coração d'elles.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José pois habitou no Egypto, elle e a casa de seu pae: e viveu José cento e dez annos,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José os filhos de Ephraim, da terceira geração: tambem os filhos de Machir, filho de Manasseh, nasceram sobre os joelhos de José.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José a seus irmãos: Eu morro; mas Deus certamente vos visitará, e vos fará subir d'esta terra á terra que jurou a Abrahão, a Isaac e a Jacob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fez jurar os filhos de Israel, dizendo: Certamente vos visitará Deus, e fareis transportar os meus ossos d'aqui.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50:26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José da edade de cento e dez annos; e o embalsamaram, e o pozeram n'um caixão no Egypto.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