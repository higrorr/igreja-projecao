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476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Cego de Jericó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Enquanto para Jericó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Jesus passava,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cego, filho de Jacó,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se cansar clamava: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“Jesus, ó Filho de Devi,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compaixão de mim, Senhor!” “Jesus, ó Filho de Devi,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Atende ao meu clamor!”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multidão vendo-o clamar,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- "Sê quieto", lhe dizia;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ele sem a escutar,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forte repetia.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“Jesus, ó Filho de Devi,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compaixão de mim, Senhor!” “Jesus, ó Filho de Devi,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Atende ao meu clamor!”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então mandou chamar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cego que gritava,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logo, sem tardar,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“inda assim clamava”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“Jesus, ó Filho de Devi,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compaixão de mim, Senhor!” “Jesus, ó Filho de Devi,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Atende ao meu clamor!”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pergunta com prazer: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“Que queres que te faça?"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"Jesus, eu quero hoje ver,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Teu poder e graça”.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 lhe respondeu: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“Vai, a tua fé te salvou”.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viu, o Bartimeu,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bom Jesus louvou!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