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290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TEU ESPÍRITO VEM DERRAMAR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nós esperamos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escutes a oração;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Nós, Teus servos, já clamamos,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humilde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Espírito, vem, derrama,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cada coração!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crente, que a Ti clama,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confirma a petição.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o fogo do Espírito,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nos corações arder,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que tudo que é finito,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possa se reter.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Espírito, vem, derrama,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cada coração!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crente, que a Ti clama,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confirma a petição.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me purifica,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o mal que está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minh' alma santifica,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guarda até o fim.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Espírito, vem, derrama,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cada coração!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crente, que a Ti clama,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confirma a petição.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 mais da Tua graça,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enche-nos do Teu poder,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templo, ó Deus, se faça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voz se perceber.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Espírito, vem, derrama,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cada coração!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crente, que a Ti clama,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confirma a petição.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 dons do Teu Espírito;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 milagres, á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que tudo, que tens dito,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Cumpra-se, meu Redentor.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Dou-te graças, Rei da glória,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ouviste a petição;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Belos hinos de vitória,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Tu deste ao coração.	S.N.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