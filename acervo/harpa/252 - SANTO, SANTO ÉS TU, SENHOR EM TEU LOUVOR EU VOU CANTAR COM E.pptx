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252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SANTO, SANTO ÉS TU, SENHOR EM TEU LOUVOR EU VOU CANTAR COM ESPERANÇA, Ó DEUS DE AMOR TU QUERES ME CONSOLAR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PEÇO, Ó MEU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TU ÉS MEU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FAÇAS ANDAR NA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 ÉS, MEU REDENTOR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JESUS EU CANTAREI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NA FELIZ SIÃO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SANTO, SANTO, PROCLAMAREI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MINHA ETERNAL MANSÃO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OS ANJOS E SERAFINS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SANTO! SEMPRE VOU CANTAR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ARCANJOS E QUERUBINS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 VOU ADORAR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SANTO, SANTO EU CANTAREI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JESUS, QUE ME SALVOU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SÓ NELE CONFIAREI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MINH’ALMA RESGATOU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O PÃO DO CÉU PRA COMER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MANÁ CELESTIAL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TEU POVO FORTALECER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TEU PODER VITAL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JESUS EU CANTAREI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NA FELIZ SIÃO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SANTO, SANTO, PROCLAMAREI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MINHA ETERNAL MANSÃO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OS ANJOS E SERAFINS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SANTO! SEMPRE VOU CANTAR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ARCANJOS E QUERUBINS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 VOU ADORAR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SÓ, HEI DE BUSCAR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FORÇA DIVINAL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AVANTE ME VAI LEVAR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REINO ETERNAL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DOCE É TEU PÃO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DÁ REAL VIGOR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DESERTO, CONSOLAÇÃO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ENCHE DE FERVOR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JESUS EU CANTAREI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NA FELIZ SIÃO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SANTO, SANTO, PROCLAMAREI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MINHA ETERNAL MANSÃO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OS ANJOS E SERAFINS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SANTO! SEMPRE VOU CANTAR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ARCANJOS E QUERUBINS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 VOU ADORAR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