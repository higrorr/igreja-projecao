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Ver 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ver morrer na rude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dor e angústia meu Jesus, Compreendo ser um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orgulho sem valor.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mãos, os pés e a fronte em dor Derramam sangue por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santa mão! Ferida 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dar-me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mil a meu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provado sobre 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 sustar e conduzir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vida no porvir.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