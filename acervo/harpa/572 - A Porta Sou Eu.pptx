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Porta Sou 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 porta sou eu”. diz o Senhor, “Alguém entrando por mim, por mim, Salvo será, salvo será; salvar-se-á”.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