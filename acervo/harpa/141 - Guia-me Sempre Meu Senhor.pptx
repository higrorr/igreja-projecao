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Guia-me Sempre Meu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Aonde guiar-me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seguirei, por Seu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Sua mão que me conduz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ferida sobre a cruz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sempre,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 meus passos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compras-te sobre 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Rege-me em tudo, meu Jesus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Acho prazer em Te seguir,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Descanso e paz me faz sentir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Doce é a mim o Teu querer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me traz Te obedecer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sempre,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 meus passos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compras-te sobre 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Rege-me em tudo, meu Jesus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Sigo sem medo o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encheu do Seu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Sentindo perto a Sua mão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cantar na escuridão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sempre,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 meus passos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compras-te sobre 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Rege-me em tudo, meu Jesus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Seu reino me conduz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jardim e pela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ficou morto o velho 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meu espírito reviveu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sempre,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 meus passos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compras-te sobre 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Rege-me em tudo, meu Jesus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sempre,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 meus passos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compras-te sobre 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Rege-me em tudo, meu Jesus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