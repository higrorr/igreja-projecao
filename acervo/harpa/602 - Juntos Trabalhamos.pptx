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Juntos Trabalhamos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Juntos trabalhamos pelo nosso Rei; Frutos mostraremos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aqui voltar.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Homens maus buscamos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sua grei,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nosso 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os quer salvar.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em nossa casa,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derredor,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trabalhando pelo Salvador. Nossa recompensa há de ser maior, Sendo-lhe fiéis e ao seu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Supremo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 a mensagem para proclamar, Tempos perigosos são os atuais;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em breve volta, temos que lutar; Sempre avante, sim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Retroceder, jamais!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