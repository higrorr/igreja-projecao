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262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SENHOR, ESTÁS COMIGO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Senhor, estás comigo em todo tempo, Fazendo-me feliz no sofrimento,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Graça p’ra cumprir Teu mandamento.  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dá-me cada dia o Teu sustento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graça p’ra cumprir Teu mandamento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estás comigo em todo tempo, Tu es o meu maná, meu alimento; Jesus, estás comigo em todo tempo, O dá-me Tua vida; Teu Sustento.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Contigo, ó Senhor, vou caminhando,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Evangelho santo proclamando: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face do Senhor Jesus buscando,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sempre do pecado me guardando.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estás comigo em todo tempo, Tu es o meu maná, meu alimento; Jesus, estás comigo em todo tempo, O dá-me Tua vida; Teu Sustento.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Deus estamos nós santificados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Ti, Jesus, que nos tens resgatado Do mundo e de todo o vil pecado, Também o nosso ser vivificado.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262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estás comigo em todo tempo, Tu es o meu maná, meu alimento; Jesus, estás comigo em todo tempo, O dá-me Tua vida; Teu Sustento.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