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Oh! Jesus me 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do Senhor andava,_x000D_No caminho de horror,_x000D_Por Jesus não perguntava,_x000D_Nem queria o Seu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Coro:_x000D_Oh! Porque Jesus me ama?_x000D_Eu não posso te explicar!_x000D_Mas, a ti também te chama_x000D_Pois deseja te salvar!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juízo não pensava,_x000D_Nem na minha perdição,_x000D_Nem minha alma desejava_x000D_A eterna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Coro:_x000D_Oh! Porque Jesus me ama?_x000D_Eu não posso te explicar!_x000D_Mas, a ti também te chama_x000D_Pois deseja te salvar!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cansado do pecado_x000D_Fui aos pés do Salvador,_x000D_E ali, caiu o fardo_x000D_De tristezas e de 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Coro:_x000D_Oh! Porque Jesus me ama?_x000D_Eu não posso te explicar!_x000D_Mas, a ti também te chama_x000D_Pois deseja te salvar!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é maravilhoso_x000D_Pertencer ao meu Jesus!_x000D_Ter a graça e o repouso,_x000D_E ficar ao pé da cruz!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Coro:_x000D_Oh! Porque Jesus me ama?_x000D_Eu não posso te explicar!_x000D_Mas, a ti também te chama_x000D_Pois deseja te salvar!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