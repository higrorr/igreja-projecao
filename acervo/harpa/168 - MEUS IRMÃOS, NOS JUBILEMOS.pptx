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MEUS IRMÃOS, NOS JUBILEMOS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nos jubilemos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o Rei da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fé que recebemos,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paz, que dá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Consolador divino,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aviva a memória,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nós entoa hinos a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nos jubilemos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por Sua bênção;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assim, nós sempre temos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nós congregados, Entoemos nosso canto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Senhor, o nosso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bom Deus, perfeito e santo;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gozo jubilemos,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secar-se-á o pranto;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espírito adoremos a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nos jubilemos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por Sua bênção;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assim, nós sempre temos Salvação.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em Cristo somos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Espírito gerados,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pra sermos santos, fomos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já resgatados;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fé, nós desfrutamos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Liberdade do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também, nos alegramos em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nos jubilemos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por Sua bênção;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assim, nós sempre temos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