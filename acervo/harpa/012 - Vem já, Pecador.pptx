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Vem já, Pecador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Pecador, vê 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Brilha para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da cruz do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a vida deu; e do lado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Corre sangue redentor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já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estás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agora, ao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vida deu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padeceu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demores vem já pecador.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escuridão do jardim orou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aflito meu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pranteou,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Sangue Seu suou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Getsêmane em 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já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estás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agora, ao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vida deu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padeceu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demores vem já pecador.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Co’as feridas mãos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chamando o pecador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eterna tem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neles crêem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aceitam o seu amor.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já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estás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agora, ao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vida deu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padeceu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demores vem já pecador.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confessando, já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pecados, e te ouvirá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coração sentirás o perdão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te perdoará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já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estás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agora, ao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vida deu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padeceu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demores vem já pecador.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já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estás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agora, ao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vida deu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padeceu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demores vem já pecador.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