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 CRISTO! MEU CRISTO!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do céu por mim desceu, Tudo em meu lugar sofreu,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mim na cruz morreu?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Cristo! Foi Cristo!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pecados expiou: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pena me livrou!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maldição me resgatou,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Cristo! Meu Cristo!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trouxe, qual pastor,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cordeiro com amor?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quis ser meu Salvador?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Cristo! Foi Cristo!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pecados expiou: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pena me livrou!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maldição me resgatou,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Cristo! Meu Cristo!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com branda compaixão, Derreteu meu coração?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plena salvação?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Cristo! Foi Cristo!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pecados expiou: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pena me livrou!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maldição me resgatou,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Cristo! Meu Cristo!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diz: “Não te deixarei,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te desampararei,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te socorrerei?”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Cristo! E Cristo!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pecados expiou: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pena me livrou!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maldição me resgatou,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Cristo! Meu Cristo!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digno de louvor?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merece o meu amor?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Jesus, 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Cristo! Meu Cristo!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pecados expiou: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pena me livrou!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maldição me resgatou,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Cristo! Meu Cristo!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minhas trevas dissipou! Minha alma enferma Ele sarou! Meu coração Ele alegrou! Meu Cristo! Meu Cristo!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