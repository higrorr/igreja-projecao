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VOZ DO BOM PASTOR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a voz do bom Pastor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esplendorosa solidão,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 ao cordeiro que em temor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Vaga na densa escuridão.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vem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bondoso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 Sua luz.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o bom Pastor.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ajudar quer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pecadores procurar,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Vá espalhar a Sua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Evangelho proclamar.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vem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bondoso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 Sua luz.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o bom Pastor.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Triste deserto o mundo é,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Cercado de perigos mil;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chama Cristo, vem com fé,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para dentro do redil.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vem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bondoso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 Sua luz.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o bom Pastor.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hoje, o bom Pastor,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no aprisco te abrigar,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Foge do lobo enganador,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quer te devorar.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vem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bondoso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 Sua luz.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o bom Pastor.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