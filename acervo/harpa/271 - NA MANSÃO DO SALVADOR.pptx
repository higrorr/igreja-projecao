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NA MANSÃO DO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mansão do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há, jamais, tribulação;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pesar, nenhuma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quebrante o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não há tristeza e 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pesar, nem aflição;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estiver morando lá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Direi: Não há tribulação.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mim é triste estar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longe, sim, do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moram já com Ele ali,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salvos pelo Seu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não há tristeza e 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pesar, nem aflição;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estiver morando lá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Direi: Não há tribulação.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Perfeito amor encontrarei,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mansão do meu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Completa paz, aí terei,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dará o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não há tristeza e 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pesar, nem aflição;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estiver morando lá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Direi: Não há tribulação.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lá, eu gozarei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 a bênção divinal;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Também, com Cristo reinarei,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glória eternal.	J.T.L.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não há tristeza e 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pesar, nem aflição;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estiver morando lá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Direi: Não há tribulação.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