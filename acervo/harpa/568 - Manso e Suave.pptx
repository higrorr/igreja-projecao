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Manso e Suave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Manso e suave, é Cristo chamando: Chama por ti e por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Ele às portas espera velando: Vela por ti e por mim,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já!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cansada,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Manso e suave, Jesus convidando, Chama: “Vem, pecador, vem!”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paciência, Ele está esperando, Hoje, por ti e por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desprezes a quem, convidando,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 por ti e por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já!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cansada,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Manso e suave, Jesus convidando, Chama: “Vem, pecador, vem!”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Correm os dias, as horas se passam, Passam por ti e por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Transes de morte, por fim, vão chegando,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Tanto por ti e por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já!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cansada,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Manso e suave, Jesus convidando, Chama: “Vem, pecador, vem!”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quanto amor que Jesus nos tem dado! Tudo por ti e por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foi sobre a Cruz derramado,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foi por ti e por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já!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cansada,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Manso e suave, Jesus convidando, Chama: “Vem, pecador, vem!”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