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613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Vitória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chegar ao fim da jornada, Finda a luta e ao Céu eu for;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Doce será. sim, gozar o repouso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boas vindas de Cristo,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