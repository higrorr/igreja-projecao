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86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SATISFEITO COM CRISTO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‘stou satisfeito com Cristo,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Ele minh’alma salvou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sobre o madeiro, sofrendo,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seu grande amor revelou.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‘stou satisfeito com Cristo,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Confesso-O por meu salvador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Embora de nada ser digno,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Desfruto do Seu grande amor.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Stou satisfeito com Cristo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triste tornei-me feliz,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Ouvindo o Seu santo Evangelho,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crendo no que Ele me diz.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‘stou satisfeito com Cristo,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Confesso-O por meu salvador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Embora de nada ser digno,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Desfruto do Seu grande amor.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‘stou satisfeito com Cristo,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sei que vai logo voltar;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Virá com poder glorioso,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fim de Seu povo levar.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86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‘stou satisfeito com Cristo,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Confesso-O por meu salvador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Embora de nada ser digno,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Desfruto do Seu grande amor.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