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E MEU!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Manso Pastor já no mundo viveu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 é meu,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dando a vida, por nós padeceu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 é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tão vasta não posso sondar, mas Ele é meu.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perdoado já posso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Ele é meu.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mas certo é dizer: Jesus é meu!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amigo de amor sem igual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 é meu;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o mais forte, o mais firme e leal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 é meu.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tão indigno de ser unidos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é meu.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Seu amor desfrutar, lá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é meu.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mas certo é dizer: Jesus é meu!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mandou-nos o Consolador, também é meu.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de graça, de paz e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é meu.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me nega dos Seus ricos dons, pois tudo é meu.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Grandes tesouros, tão puros e bons, são todos meus.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                                                 E.W.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meu!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Maravilhoso, mas certo é dizer: Jesus é meu!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