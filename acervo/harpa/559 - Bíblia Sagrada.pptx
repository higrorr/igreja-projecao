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559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Bíblia Sagrada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559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Bíblia Sagrada,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És a Palavra de Deus: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És o mapa da jornada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Dos que seguem para o Céu.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És a carta enviada,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o Atalaia tem na mão: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És as velas da jangada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Dos que levam a salvação.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559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Livro de amor,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 Livro que nos dá prazer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Salvador,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Espírito e no saber.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Livro bendito!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Só em ti pode habitar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Palavra de amor,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dos lábios do Senhor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Saiu para em ti falar.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559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Bíblia Sagrada,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És o livro de fulgor,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És a jóia rejeitada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vituperador.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És o livro para a senda,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Contra o horror da corrução.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És o livro que nos manda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Falar desta salvação.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559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Além do véu,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Estás, livro do Senhor,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Livro do Céu,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transforma o pecador.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Livro Sagrado!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Bem-aventurados sao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que cantam o louvor,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registras com amor,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Pela nossa salvação.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559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Bíblia Sagrada,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És a luz do meu Brasil,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És a lança e a espada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Deste povo varonil.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És dos dedos, o brilhante,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És do jardim, a linda flor,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És a luz mais radiante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nos mostra o Salvador.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559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 vens de Deus,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Livro santo de Jesus.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Dos altos céus,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Revelaste a nós a Cruz.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Livro que faia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 poder do Salvador,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Livro que nos revelou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