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112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O NOME SOBERANO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há na terra e céu também,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 nome com doçura,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este a quem louvor convém,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toda a criatura.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Jesus, a luz és Tu do céu!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Jesus, o nosso amado!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Jesus, o verdadeiro Deus,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todos exaltado!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Descendo ao mundo, a luz do céu Vestiu-se em corpo humano;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santo Filho, então, se deu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nome soberano.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Jesus, a luz és Tu do céu!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Jesus, o nosso amado!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Jesus, o verdadeiro Deus,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todos exaltado!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Entregue à morte sobre a cruz,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cima foi escrito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nome amável de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nós, ali maldito.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Jesus, a luz és Tu do céu!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Jesus, o nosso amado!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Jesus, o verdadeiro Deus,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todos exaltado!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 morte o grande vencedor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mão do Pai sentado,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nós Ele é intercessor,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único Advogado.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Jesus, a luz és Tu do céu!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Jesus, o nosso amado!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Jesus, o verdadeiro Deus,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todos exaltado!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Jesus, meu terno Salvador,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 Tu minha esperança,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Confio só no Teu amor;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pões-me em segurança.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Jesus, a luz és Tu do céu!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Jesus, o nosso amado!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Jesus, o verdadeiro Deus,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todos exaltado!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