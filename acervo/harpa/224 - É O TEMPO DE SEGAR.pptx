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É O TEMPO DE SEGAR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tempo de segar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tu sem vacilar,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Declaraste sem temor: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“Não posso trabalhar?” 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enquanto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Mestre, está a te chamar: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"Jovem, jovem, ó vem trabalhar!"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 vê os campos brancos já estão Aguardando bravos que os segarão; Jovem, desperta, faz-te pronto e alerta! Queiras logo responder: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“Eis-me aqui, Senhor”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que a seara bem madura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colheita gloriosa não será!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Jovem, desperta. Faz-te pronto e alerta! Poucos dias são que restam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segador!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gavelas que recolhes: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Jóias de esplendor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Brilharão na tua coroa, e darão fulgor;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Busca logo essas jóias;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premiador;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Jovem. jovem, entra no labor!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 vê os campos brancos já estão Aguardando bravos que os segarão; Jovem, desperta, faz-te pronto e alerta! Queiras logo responder: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“Eis-me aqui, Senhor”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que a seara bem madura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colheita gloriosa não será!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Jovem, desperta. Faz-te pronto e alerta! Poucos dias são que restam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segador!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manhã já vai passando,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maia voltará;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colheita o tempo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Brevemente findará;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perante o teu Senhor vazio t’acharás; Jovem, jovem, obedece já!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e vê os campos brancos já estão Aguardando bravos que os segarão; Jovem, desperta, faz-te pronto e alerta! Queiras logo responder: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“Eis-me aqui, Senhor”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que a seara bem madura está;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colheita gloriosa não será!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Jovem, desperta. Faz-te pronto e alerta! Poucos dias são que restam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 segador!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