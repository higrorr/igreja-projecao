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Queres Perdão?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ser salvo, queres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repouso no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farás para teres a luz?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toda a força - Crê em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hoje queres em Cristo crer.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morto hás de viver;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este mundo enganador,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só em Cristo. teu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crê em Cristo - ei-Lo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meio, chora por ti;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ama; queres a luz?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 vitória? - Crê em Jesus, Sim! Hoje creio no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minha vida, meu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minhas lutas, o Capitão;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 em Cristo de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inimigo com seu terror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Ruge em torno com mui furor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desanimes por tua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pra cima - Crê em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terríveis provas d’horror,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Segue avante com teu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guarda da corrupção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liberta da tentação.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