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SENHOR É REI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Proclamei a todo o mundo que o Senhor é 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Proclamai! Proclamai!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Proclamei que suave e doce é Sua santa lei!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Proclamai! Proclamai!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Proclamai como Ele se chama Salvador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Ele por nós morreu na ensangüentada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Ele - o Cordeiro - sobre o trono está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de toda graça, que de graça tudo dá.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Proclama! a todo o mundo  que o Senhor é 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Proclamai! Proclamai!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Proclama! que suave e doce é Sua santa lei! Proclamai! Proclamai!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Proclamei que reina em graça nosso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Proclamei! Proclamei!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cetro de Seu reino ele tem o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Proclamei! Proclamei!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Anunciei aos tristes que Ele vive lá;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 todos os cansados que descanso Ele dá;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Contei aos pecadores que Ele veio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os cativos que Ele os pode libertar.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Proclamei que Ele, do céu em breve descerá! Proclamei! Proclamei!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todos os Seus santos aparecerá!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Proclamei! Proclamei!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sem demora, venham todos se render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 amor, em tudo e Cristo obedecer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estejam todos prontos quando Ele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alegres, naquele dia, “Rei dos reis”, o aclamar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