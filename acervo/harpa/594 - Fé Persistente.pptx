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Fé Persistente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Almejo a fé que forte é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do terror,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calma, não recuará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mundo aterrador.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fé que não me faz queixar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dor da correção,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quanto o fogo mais arder,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firma o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fé que sempre brilha mais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negro furacão,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perigo sente paz,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Audaz na escuridão.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me dá tamanha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venha o que vier!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na lide provarei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Celestial prazer.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