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UNIÃO DOS IRMÃOS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aqui nos reunimos,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em santo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nós fruímos,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Bênçãos do Consolador!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pode Sua presença,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 testificar;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palavras e sentenças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quer o escutar.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nós nos humilhamos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 o bom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que nós buscamos,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concede com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vedes,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visão, Jesus passar,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busca ansioso, Uma alma batizar.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todos nos achamos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Prontos para escutar,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unção, ouvir nós vamos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Deus, a nós falar;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céu, sim, ao chegarmos,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festa haverá,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já nos encontrarmos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lugar que Deus dará!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remidos, sempre firmes,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com ardor, que em nós Deus mais confirme seu poder consolador; eia! Avante, a caminho, pela gloriosa luz, pois de nós vai mui vizinho, o amado bom Jesus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