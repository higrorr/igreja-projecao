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O Bom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um bom amigo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 é o forte Mediador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purifica e guarda para 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Consolador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protetor do mal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Solicitude minha toma a 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Consolador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protetor do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Solicitude minha toma a Si.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Levou-me as dores todas,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mágoas lhe entreguei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fortaleza é, na tentação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Deixei, por Ele tudo;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ídolos queimei;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conserva santo o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mundo me abandone;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Persiga o tentador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guarda até da vida o fim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Consolador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protetor do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Solicitude minha toma a Si.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desampara nunca,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me abandonará,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fiel e obediente 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muro é de fogo,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protegerá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que venha a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tempo de morrer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então voando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glória eu verei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dor e a morte nunca vêm.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Consolador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protetor do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Solicitude minha toma a Si.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vales é o Lírio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Escolhido dos milhares para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