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83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NÃO POSSO EXPLICAR.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perto de Jesus 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Procuro sempre  eu chegar,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belo que o ouro do sol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Nado é a Ti mirar.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pensamento , sonhos,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Tanta glória nunca vi;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Ele é mais belo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que eu jamais previ!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posso explicar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Quão meigo é Jesus;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face a face, no teu lar,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 verei, Jesus!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estrela resplandente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manhã é minha luz;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lírio dos vales 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o bom Senhor Jesus;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Suave e doce é o cheiro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só vem de Ti;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Ele é mais belo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que eu jamais previ!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posso explicar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Quão meigo é Jesus;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face a face, no teu lar,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 verei, Jesus!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mágoas vêm me pertubar,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bálsamo ele tem;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toma nos Seus braços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assim, descanso bem;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cruz levou Jesus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pecado sobre si;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Ele é mais belo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que eu jamais previ!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posso explicar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Quão meigo é Jesus;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face a face, no teu lar,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 verei, Jesus!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