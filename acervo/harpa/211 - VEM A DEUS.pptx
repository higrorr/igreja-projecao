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211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VEM A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enquanto Deus te chama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sentes Seu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do céu poder derrama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salvar o pecador!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Deus,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Entregar teu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terás Sua luz...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perfeita salvação!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da vida tens o fardo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tu’alma triste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 em Deus, não sejas tardo,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te salvará!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Deus,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Entregar teu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terás Sua luz...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perfeita salvação!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mundo vais andando,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tranqüilidade e paz;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- Volta a Deus, mas confiando,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feliz então serás.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Deus,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Entregar teu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terás Sua luz...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perfeita salvação!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que te espera,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demores,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Seus braços Deus quisera Receber-te com amor!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Deus,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Entregar teu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terás Sua luz...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perfeita salvação!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