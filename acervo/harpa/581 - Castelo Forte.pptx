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581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Castelo Forte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581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Castelo forte é nosso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Amparo e fortaleza: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seu poder defende os seus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luta e na fraqueza.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tenta Satanás,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fúria pertinaz,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artimanhas tais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astúcias tão cruéis,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iguais não há na Terra.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581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nossa força nada faz: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Estamos, sim, perdidos.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nosso Deus socorro traz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somos protegidos.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Defende-nos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venceu na cruz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dos altos céus.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sendo também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Triunfa na batalha.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581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nos quisessem devorar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Demônios não contados,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nos podiam assustar,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somos derrotados.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grande acusador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servos do Senhor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condenado está: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Vencido cairá Por uma só palavra.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581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Deus a luta vencerá,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Sabemos com certeza,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nada nos assustará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Cristo por defesa.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temos de perder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Família, bens, poder,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embora a vida vá,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nós Jesus está,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dar-nos-á seu reino.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