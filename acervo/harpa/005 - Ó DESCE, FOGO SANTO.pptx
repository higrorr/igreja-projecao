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Ó DESCE, FOGO SANTO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Espírito, alma e corpo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Oferto a Ti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hóstia verdadeira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oblação de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tudo a Deus consagro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Cristo, o vivo altar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desce fogo santo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céu vem tu selar!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teu, ó Jesus Cristo!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sangue me comprou;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 a Tua graça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de Ti sempre sou.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tudo a Deus consagro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Cristo, o vivo altar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desce fogo santo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céu vem tu selar!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Espírito divino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Pai a promissão;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Sedenta a alma pede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Ti, a santa unção.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tudo a Deus consagro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Cristo, o vivo altar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desce fogo santo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céu vem tu selar!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