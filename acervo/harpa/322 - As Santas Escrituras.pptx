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322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As Santas Escrituras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as santas Escrituras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contam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vindo das alturas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brilhar nas trevas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nos dar eterna 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a morte se humilhou;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já vencido a lida, Deus, o Pai,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exaltou.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mais vai ser ouvido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Outro conto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converta um perdido,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rebelde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santo Evangelho,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fala de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transforma o homem velho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Numa nova criação.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cruz foi derramado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sangue remidor;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Duma lança traspassado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o lado do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Suas mãos e pés pregaram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uns cravos, sobre a cruz;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isto me contaram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bondade de Jesus.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mais vai ser ouvido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Outro conto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converta um perdido,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rebelde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santo Evangelho,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fala de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transforma o homem velho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Numa nova criação.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continuar ouvindo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história do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Salvação estou fruindo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Deste conto de amor!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juízo fui liberto,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condenação, da 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Bíblia estou bem certo,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é o Salvador.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mais vai ser ouvido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Outro conto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converta um perdido,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rebelde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santo Evangelho,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fala de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transforma o homem velho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Numa nova criação.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