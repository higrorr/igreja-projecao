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Pai Eterno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Pai eterno que no Céu habitas,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Nós, os teus filhos, vimos te pedir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amparem tuas mãos benditas. Em nossas lutas hoje e no porvir.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impute nossos vis pecados. Teus, nós sejamos, sempre mais e mais;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confiantes, somos vigorados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teus paternos braços divinais.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Pai, transforma nossa natureza,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ensinar-nos a fazer o bem.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nossa mente dá-nos mais pureza, Mais santidade, por Jesus.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