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412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CRISTO, BEM AMADO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 divino,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guia e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seja ao Deus trino; Aleluia ao Deus de amor!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Cristo, bem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Poderoso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era ontem, é hoje,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sempre o Deus de amor!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Alegrar-se todos devem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grande salvação;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 glória a Deus elevem,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nos dá Seu galardão.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Cristo, bem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Poderoso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era ontem, é hoje,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sempre o Deus de amor!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Adorai a Deus, com canto,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compassivo e bom,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divino Espírito Santo,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Desça sobre nós Teu dom.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Cristo, bem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Poderoso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era ontem, é hoje,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sempre o Deus de amor!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Teu nome seja glória,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bendito e bom Senhor!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nos guias p'ra vitória,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Aleluia ao Redentor!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Cristo, bem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Poderoso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era ontem, é hoje,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sempre o Deus de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