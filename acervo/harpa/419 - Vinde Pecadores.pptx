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Vinde Pecadores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todos pecadores_x000D_A Jesus, o Salvador;_x000D_Vinde logo sem temores,_x000D_Encontrar o Redentor.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sei; _x000D_Oh! Eu sei,_x000D_Cristo salva o perdido pecador,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aos fracos, fortaleza;_x000D_Das montanhas planos faz,_x000D_Ao deserto dá beleza,_x000D_E aos crentes, luz e paz.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sei; _x000D_Oh! Eu sei,_x000D_Cristo salva o perdido pecador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fraquezas, ei-lo perto,_x000D_Dominando a força má;_x000D_No caminho, guia certo,_x000D_E sua graça, sempre dá.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sei; _x000D_Oh! Eu sei,_x000D_Cristo salva o perdido pecador,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gozo, mui superno_x000D_Pelo sangue que verteu,_x000D_Nem o mundo, nem o inferno._x000D_Tira a vida que me deu.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sei; _x000D_Oh! Eu sei,_x000D_Cristo salva o perdido pecador,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Cristo vier na glória,_x000D_A buscar o povo seu,_x000D_Cantaremos a história _x000D_Do amor de Deus, no céu.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 eu sei; _x000D_Oh! Eu sei,_x000D_Cristo salva o perdido pecador,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