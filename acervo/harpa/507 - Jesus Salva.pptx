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Salva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Salvador te quer salvar, Ó pecador, vem sem tardar; Recebe no teu coração A gloriosa salvação!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salva, Jesus salva, Jesus salva o pecador. Ele te ama, hoje te chama, Com Sua voz de amor; Jesus salva, Jesus salva, Jesus salva o pecador. Vem tu agora, vem sem demora, Te entregar ao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O Salvador te chama, vem, Recebe logo o sumo bem; A salvação, o dom de Deus, A Jesus Cristo, o Rei dos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O Salvador, chorando está, Por que não te entregas já? Vem hoje mesmo a Jesus. Vem receber celeste luz!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