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455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POVO DE DEUS NA TERRA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povo de Deus, aqui na terra tem um sinal: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Povo que vive em santa guerra contra o mal;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Povo que espera a Jesus Cristo, que presto vem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pois Ele mesmo, quem nos diz isto:  "Vigiai mui bem".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paz, sim, não a do mundo,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vos darei O coração de gozo profundo,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encherei;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Seu braço Ele nos guia,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grande amor Para os que Lhe pedem,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logo envia o Consolador!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vinde a Mim, Jesus convida, quem sede tem!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Beber, vinde, da àgua da vida, celeste bem!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sacia a alma sedenta do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Salva, purifica e alimenta, enche de amor!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crendo sempre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seguindo quão doce é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paz profunda e o amor sentindo: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por Feliz o homem que guarda 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vida tem Há de reinar sempre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Cristo na mansão de além.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