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425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PERDIDO ANDEI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Perdido neste mundo andei,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Imerso em sua escuridão;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vãs promessas confiei;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tinha Deus, nem salvação.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Perdido andei, mas me salvei,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Sendo guiado pela luz,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no Calvário avistei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me levou ao Rei Jesus!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 forças `stava p'ra viver,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 nada mais eu esperar;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uma luz eu pude ver,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veio me iluminar.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Perdido andei, mas me salvei,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Sendo guiado pela luz,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no Calvário avistei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me levou ao Rei Jesus!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Fitei a luz e logo cri,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muito alegre eu fiquei;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Prazer do céu também senti;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essa luz eu abracei.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Perdido andei, mas me salvei,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Sendo guiado pela luz,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no Calvário avistei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me levou ao Rei Jesus!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Confesso com satisfação,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nessa luz me sinto bem;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paz entrou no coração,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vi um abrigo além.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Perdido andei, mas me salvei,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Sendo guiado pela luz,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no Calvário avistei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me levou ao Rei Jesus!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 braços do Senhor Jesus,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Prazer eu tenho em viver,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Unido à salvadora luz,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	Que Cristo veio me trazer.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Perdido andei, mas me salvei,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Sendo guiado pela luz,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no Calvário avistei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me levou ao Rei Jesus!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