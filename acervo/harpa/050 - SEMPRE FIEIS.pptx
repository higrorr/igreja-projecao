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SEMPRE FIEIS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fiéis, sim, a Ti, nós seremos, Por Tua graça, á Cristo, Senhor! Sempre fiéis, sim, por Ti lutaremos. Sob Teu pendão, á Jesus, Salvador!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fiéis, irmãos!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 sejamos.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 a Crista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até à morte, por nós prosseguiu,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libertou-nos, morrendo na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viver, ó bendito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não deseja - se Te conhecer? Quem, que se diga cristão verdadeiro, Pronto não 'steja, por Ti a sofrer?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fiéis, irmãos!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 sejamos.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 a Crista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até à morte, por nós prosseguiu,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libertou-nos, morrendo na cruz!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Salvador, quão fraquinhos nós somos,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podemos deixar de cair,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por Ti mesmo guardados não formos?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Quem, té à morte, Te pode seguir?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fiéis, irmãos!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 sejamos.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 a Crista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até à morte, por nós prosseguiu,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libertou-nos, morrendo na cruz!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fiéis, sim, mesmo até à morte! Sempre fiéis - Tomemos 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 divisa que a nós nos pertence, Aos libertados por Cristo Jesus!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fiéis, irmãos!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 sejamos.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fiéis a Crista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até à morte, por nós prosseguiu,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libertou-nos, morrendo na cruz!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