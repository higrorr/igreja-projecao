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75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EM JESUS TENS A PALMA DA VITÓRIA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Tentado, não cedas, ceder é pecar,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Melhor e mais nobre, será triunfar,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Coragem, ó crente, domina o teu mal.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pode livrar-te de queda fatal.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tens a palma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vitória, minh'alma;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doce calma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da cruz!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Evita o pecado,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Procura agradar a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deves no corpo exaltar;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manches teus lábios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impura voz;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Defende tua alma do vício atroz.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tens a palma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vitória, minh'alma;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doce calma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da cruz!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Sê manso e benigno, qual morto até.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rocha eterna, firma tua fé;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Veraz é teu dito: de Deus é teu ser?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T'espera a coroa, tu podes vencer.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P.L.M.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75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 tens a palma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vitória, minh'alma;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também doce calma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da cruz!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