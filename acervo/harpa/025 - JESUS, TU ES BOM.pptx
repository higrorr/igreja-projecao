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TU ES BOM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Jesus, Tu és bom;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tudo pra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Foste morto, mas vives em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mereces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Cordeiro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tudo, sim, tudo p'ra mim!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 Ti dar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és Rei sobre reis;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tudo, mas nada eu sou; Enche meu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ternura e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eterna e glória Te dou.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nome é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amas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quero andar neste amor; Triunfante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 em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Jesus, grande Consolador.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Ungido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Trazes paz e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Salvação, vida, tens para os Teus; Que mensagem do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transformação,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Enviada do trono de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