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278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LEVAR A CRUZ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278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Vais levando só, e mui cansado,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Tua cruz, tua cruz?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sabendo que tens ao teu lado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auxilio do Senhor Jesus?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278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tenho cargas,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só não posso levar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peço auxílio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meu bom Salvador!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de cansado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posso mais caminhar,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clamo a meu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vem me dar o Seu vigor.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278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 esqueças, que só, ao Calvário, Foi Jesus, foi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derrotou o adversário,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por ti sucumbiu na cruz.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278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tenho cargas,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só não posso levar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peço auxílio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meu bom Salvador!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de cansado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posso mais caminhar,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clamo a meu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vem me dar o Seu vigor.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278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em Cristo, o fiel amigo,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Acharás, acharás,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Escondido, neste bom abrigo,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paz de Deus, então fruirás.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278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tenho cargas,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só não posso levar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peço auxílio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meu bom Salvador!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de cansado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posso mais caminhar,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clamo a meu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vem me dar o Seu vigor.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