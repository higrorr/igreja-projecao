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Luz Após Trevas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após trevas, glória após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Ganho após perda, trono após cruz, Paz após luta, fruto após flor,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Riso após pranto, gozo após 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 após ímpio, justo após réu, Graça após ira, vista após véu,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 após chuva, mel após sal,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 após lida, bem após 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após longe, Cristo após 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após tumba, terra após Céu, Glória, paz, vida, fé, trono e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isso eu tenho, crendo em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