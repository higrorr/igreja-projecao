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201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DECISÃO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Dia alegre! Eu abracei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e nEle salvação!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gozo deste coração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mais e mais publicarei.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 feliz! Dia feliz!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em Jesus me satisfiz!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ensina a vigiar.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confiante nEle, orar,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 feliz! Dia feliz!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em Jesus me satisfiz!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Completa a grande transação,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Jesus é meu, eu do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Chamou-me a voz do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Cedi à imensa atração.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 feliz! Dia feliz!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em Jesus me satisfiz!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ensina a vigiar.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confiante nEle, orar,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 feliz! Dia feliz!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em Jesus me satisfiz!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Descansa, ó alma! O Salvador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teu sustento, o pão dos céus;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possui o eterno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Resiste a todo o tentador.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 feliz! Dia feliz!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em Jesus me satisfiz!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ensina a vigiar.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confiante nEle, orar,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 feliz! Dia feliz!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em Jesus me satisfiz!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sacro voto, excelso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dia em dia afirmarei!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além da morte exultarei,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filho e súdito dos céus.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 feliz! Dia feliz!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em Jesus me satisfiz!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ensina a vigiar.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confiante nEle, orar,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 feliz! Dia feliz!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em Jesus me satisfiz!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