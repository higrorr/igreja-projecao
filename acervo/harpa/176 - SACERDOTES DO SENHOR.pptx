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176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SACERDOTES DO SENHOR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Senhor que nos tem feito Sacerdotes verdadeiros,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Demos-Lhe louvor e glória,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cessar;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Seu sangue é perfeito,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Regenera por inteiro,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 a alma, que quer se salvar.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Todos, tendo a mesma mente, Jubilosos e contentes,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Demos glória, suma honra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Redentor: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a cruz foi traspassado;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Seu sangue derramado, Resgatou-nos o bom Salvador.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é o alfa e o Ômega.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primeiro e o Ultimo,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dos reis, de todos o Senhor; Ele é quem nos achega Sua graça, Seu arrimo, Pelo divinal Consolador.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Todos, tendo a mesma mente, Jubilosos e contentes,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Demos glória, suma honra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Redentor: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a cruz foi traspassado;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Seu sangue derramado, Resgatou-nos o bom Salvador.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Jesus, o nosso Esposo.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no céu, nós entraremos.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juntos, sim, no Reino Seu,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Vê-Lo-emos glorioso,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Ele cantaremos Novos hinos, Cheios de fervor.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Todos, tendo a mesma mente, Jubilosos e contentes,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Demos glória, suma honra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Redentor: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a cruz foi traspassado;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Seu sangue derramado, Resgatou-nos o bom Salvador.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