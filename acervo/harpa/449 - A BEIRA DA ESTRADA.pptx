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BEIRA DA ESTRADA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beira da estrada estão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que esperam a salvação;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Podem tais almas sem Deus perecer,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estás pronto para as socorrer?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hoje dirá: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"Eis-me aqui,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aos perdidos falar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quantos na senda da vida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eu irei falar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 beira da estrada estão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que buscam do céu o pão;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os famintos, oh! quem falará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Evangelho que lhes saciará?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hoje dirá: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"Eis-me aqui,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aos perdidos falar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quantos na senda da vida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eu irei falar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caminho em que vais,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Existem enfermos espirituais;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bom samaritano, farás,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qual escriba, além passarás?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hoje dirá: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"Eis-me aqui,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aos perdidos falar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quantos na senda da vida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eu irei falar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jornada terminar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fim da estrada se aproximar,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Conhecerás muitos na multidão,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receberam, de Deus, salvação.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hoje dirá: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"Eis-me aqui,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aos perdidos falar do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quantos na senda da vida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eu irei falar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