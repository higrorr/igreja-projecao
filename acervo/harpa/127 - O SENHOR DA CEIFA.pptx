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127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SENHOR DA CEIFA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da Ceifa está chamando;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“Quem quer ir por Mim a procurar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Almas que no mundo, vão chorando;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da salvação participar?”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Deus! Fala Deus!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Toca-me com brasa do altar;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Deus, Fala Deus!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alegre, atendo ao Teu mandar.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profeta a Deus se aproximando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Considera-se um pecador,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o fogo santo o queimando,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Torna-o útil para seu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Deus! Fala Deus!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Toca-me com brasa do altar;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Deus, Fala Deus!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alegre, atendo ao Teu mandar.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são os que vão expirando,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ter esperança de ver Deus: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depressa lhes anunciando,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os leva para os céus.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Deus! Fala Deus!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Toca-me com brasa do altar;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Deus, Fala Deus!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alegre, atendo ao Teu mandar.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Breve, os trabalhos serão findos,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Bençãos vão os servos desfrutar;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os saudará: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“Bem-vindos”,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glória espero alcançar.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Deus! Fala Deus!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Toca-me com brasa do altar;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Deus, Fala Deus!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alegre, atendo ao Teu mandar.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