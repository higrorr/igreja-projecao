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339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Ressuscitado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Jesus Ressuscitado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é o Teu poder!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comigo, ó meu amado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graça e o saber.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fazer a Tua vontade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de Ti mais poder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a Tua santidade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só pra Ti viver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Senhor, Tu és meu guia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força, vida e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Plena paz e alegria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concede, ó meu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fazer a Tua vontade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de Ti mais poder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a Tua santidade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só pra Ti viver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 luz tão radiosa,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traz consolação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 Tua morte dolorosa,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deste a salvação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fazer a Tua vontade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de Ti mais poder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a Tua santidade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só pra Ti viver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Quero, ó Deus agradecer-te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grande, imenso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me concedeste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Real consolador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fazer a Tua vontade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de Ti mais poder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a Tua santidade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só pra Ti viver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