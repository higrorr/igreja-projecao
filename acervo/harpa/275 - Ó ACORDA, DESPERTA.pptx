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ACORDA, DESPERTA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acorda, desperta dormente,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jazes no sono da morte,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tens uma tão triste sorte.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desperta por Cristo, o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 chama o fiel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na cruz já derramou, Teus pecados ali aniquilou,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respondes: "Não quero, Senhor?”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não sabes que teu próprio alento Vem de Deus, vem a cada momento? Queres tu despertar num tormento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jamais poderá se findar?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hoje te quer libertar,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desperta-te à voz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Foge logo do abismo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tu’alma procura tragar.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importas por teres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alma em negra masmorra?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hoje crê, busca-O e adora, Pois assim tu terás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em Cristo no teu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gozo por Ele obterás;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no céu tu habitarás,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recebes agora o perdão.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