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Graças Dou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dou por esta vida: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bem que revelou.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dou pelo futuro,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tudo que passou.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bênçãos derramadas,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dor, pela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revelada!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dou pelo perdão.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pelo azul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nuvens que há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rosas do caminho,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espinhos que elas têm,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escuridão da noite,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estrela que brilhou,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prece respondida,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sonho que falhou.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e o sofrimento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toda provação,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amor que é sem medida,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paz no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lágrima vertida,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alivio que é sem par.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dom da eterna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graças hei de dar!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