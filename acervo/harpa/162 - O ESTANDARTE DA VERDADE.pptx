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162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ESTANDARTE DA VERDADE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verdade, levantemos o estandarte, Arvoremos o estandarte de Jesus. Proclamemos, com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toda parte,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mensagem soleníssima da cruz.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está sem luz, sem paz; Levemos paz, consolação,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quem, na dor, no luto faz,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luz, sem paz, sem salvação.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verdade, levantemos o estandarte; Proclamaremos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luz e paz;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Pecador, ouve! Jesus tem para dar-te Salvação que nEle só, encontrarás.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está sem luz, sem paz; Levemos paz, consolação,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quem, na dor, no luto faz,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luz, sem paz, sem salvação.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Evangelho, levantemos o estandarte,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desperta do teu sono, pecador; Que o teu Deus, que 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Senhor tem para dar-te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Copiosas bênçãos do Seu grande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está sem luz, sem paz; Levemos paz, consolação,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quem, na dor, no luto faz,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luz, sem paz, sem salvação.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