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155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IMPLORAMOS TEU PODER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Imploramos, nosso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poder, Teu poder, Teu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Divinal, poder renovador,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poder, Teu poder,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Bendita promessa paternal!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encher-nos de real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pleno poder celestial,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poder, Teu poder, Teu poder.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óleo, sim, vem nos ungir,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poder, Teu poder,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Pai celeste, faze-nos fruir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poder, Teu poder,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já prometeste derramar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Tuas bênçãos e nos revestir,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Tua Palavra proclamar,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poder, com poder, com poder.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fogo vem nos inflamar,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poder, Teu poder,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toda a mancha nos limpar,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poder, Teu poder, Teu poder. Aquece os frios, ó Senhor;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os que dormem despertar.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te suplicamos com fervor,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poder, Teu poder, Teu poder.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brisa, queiras assoprar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poder, Teu poder,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bendito, vem nos outorgar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poder, Teu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poder. Perene e doce comunhão,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aqui contigo, ó Pai, gozar; Depressa nos enche o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poder, com poder, com poder.	                     	                                                                                                   A.S.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