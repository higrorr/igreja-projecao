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ABRIR O CULTO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abrimos este culto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Teu nome, á Jesus Cristo!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pequeno e ao adulto,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Luz divina vem dar por ato;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Gozaremos em Tua face,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Cordeiro ressuscitadol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doçura, sim, nos enlaces,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ouvir o que nos for dado.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nos manda Tua Palavra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Teu Espírito Santo,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peito um fogo lavra,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enxuga também o pranto;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Pai, nós Te suplicamos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 vida pra Tua Igreja;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não tardes, pois desejamos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pureza em nós Tu vejas.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Abençoa, ó Deus Santo,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servos em todo o mundo; Abençoa o nosso canto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 vida aos moribundos;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Abençoa aos cordeirinhos,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família dos Teus amados,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ave, que no seu ninho.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seus filhos bem abrigados.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