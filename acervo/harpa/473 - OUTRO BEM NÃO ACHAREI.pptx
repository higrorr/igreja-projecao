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473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OUTRO BEM NÃO ACHAREI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outro bem ansioso buscarei?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 melhor, que Jesus não acharei;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NEle só para sempre, hei de estar,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coração O amar.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Outro bem não procurarei,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Outro bem eu não acharei;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em mim, esta Jesus,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NEle só vou confiar.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aqui pode me saciar,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Neste mundo enganador?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Jesus, Jesus, só Jesus,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Rei meu e fiel Senhor!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vaidade do mundo acabará,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aqui a seu tempo findará;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sempre somente, há de durar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na luz de Cristo andar.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Outro bem não procurarei,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Outro bem eu não acharei;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em mim, esta Jesus,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NEle só vou confiar.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aqui pode me saciar,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Neste mundo enganador?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Jesus, Jesus, só Jesus,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Rei meu e fiel Senhor!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Entre os homens não buscarei a luz;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mais vivo,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vive em mim Jesus;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Sua graça é bastante para mim,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terá no céu, mais fim!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Outro bem não procurarei,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Outro bem eu não acharei;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em mim, esta Jesus,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NEle só vou confiar.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aqui pode me saciar,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Neste mundo enganador?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Jesus, Jesus, só Jesus,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Rei meu e fiel Senhor!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