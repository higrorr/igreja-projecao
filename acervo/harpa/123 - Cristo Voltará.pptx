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Voltará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dia, Cristo voltará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ascender prometeu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modo que surgiu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de ver  Rei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povo seu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breve 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o verás seu povo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Velando todos,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Devem sempre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Afim de vê-lo voltar.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mensageiros do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Afirmam que Jesus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poder consolador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fiéis promessas nos revelará.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breve 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o verás seu povo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Velando todos,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Devem sempre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Afim de vê-lo voltar.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Gozo sem comparação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do meu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mui grande multidão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Subiremos ao encontro do Senhor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breve 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o verás seu povo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Velando todos,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Devem sempre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Afim de vê-lo voltar.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Bem-vindo sejas, meu Senhor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tua gloriosa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nossa fé terá valor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dizemos: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“Ora, vem o Senhor Jesus”.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 breve sim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virá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 o verás seu povo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Velando todos,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Devem sempre estar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Afim de vê-lo voltar.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