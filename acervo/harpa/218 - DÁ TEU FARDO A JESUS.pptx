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218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DÁ TEU FARDO A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Jesus, queres tu descansar?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teu fardo a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e socorro não podes achar?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teu fardo a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teu fardo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trevas fará em luz.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 um abrigo,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Terás no perigo,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dá teu fardo a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Paz redentora tu’alma terá,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teu fardo a Jesus.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inquietudes te libertará.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Dá teu fardo a Jesus.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teu fardo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trevas fará em luz.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 um abrigo,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Terás no perigo,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dá teu fardo a Jesus.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Das grandes lutas não queiras fugir, Dá teu fardo a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santo gozo não podes fruir,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teu fardo a Jesus.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teu fardo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trevas fará em luz.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 um abrigo,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Terás no perigo,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dá teu fardo a Jesus.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Males te assaltam aos mil, pecador? Dá teu fardo a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Vais já cansado de penas e de dor?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teu fardo a Jesus.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teu fardo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trevas fará em luz.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 um abrigo,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Terás no perigo,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dá teu fardo a Jesus.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Crista virá dissipar teu temor,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teu fardo a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aos Seus santos, dá sempre vigor,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teu fardo a Jesus.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 teu fardo a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trevas fará em luz.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Cristo um abrigo,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Terás no perigo,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Ó, dá teu fardo a Jesus.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