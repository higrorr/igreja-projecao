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Doxologia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Glória seja ao grande Deus onipotente Ao Teu nome damos glória porque és onisciente; Aleluia! Aleluia a Deus Pai onipresente.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Glória! Glória! Glória a Jesus, o Salvador amado, Ao Teu nome damos glória, porque tens nos libertado Aleluia! Aleluia a Jesus ressuscitado.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Glória! Glória! Glória seja dada ao Espírito Santo, Ao Teu nome damos glória, entoamos este canto; Aleluia! Aleluia ao Deus trino, ao Deus Santo.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