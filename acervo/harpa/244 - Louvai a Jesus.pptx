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244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Louvai a Jesus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244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Louvai a Jesus, amoroso;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cruz os pecados levou,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nos enche de santo gozo;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sangue o céu nos ganhou.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244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meu Senhor,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tenho no meu coração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dou louvor,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Ele me deu salvação.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244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Louvai a Jesus poderoso,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veio livrar da prisão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Um povo cativo, medroso,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não tinha consolação.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244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meu Senhor,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tenho no meu coração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dou louvor,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Ele me deu salvação.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244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Louvai a Jesus, vosso guia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mundo de tribulação;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não tem temor, quem confia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Deus, mas real proteção.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244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meu Senhor,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tenho no meu coração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dou louvor,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Ele me deu salvação.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244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Louvai a Jesus, dai-Lhe glória,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Rei e Senhor Ele é;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cruz nos ganhou a vitória;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Vencei com Jesus pela fé.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244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meu Senhor,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tenho no meu coração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dou louvor,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Ele me deu salvação.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244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meu Senhor,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tenho no meu coração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dou louvor,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Ele me deu salvação.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