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301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“VEM CEAR”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já nos preparou_x000D_Um manjar que nos comprou,_x000D_E, agora, nos convida a cear;_x000D_Com celestial maná_x000D_Que de graça Deus te dá,_x000D_Vem, faminto, tua alma saciar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cear, o Mestre chama_x000D_Vem cear_x000D_Mesmo hoje tu te podes saciar_x000D_Poucos pães multiplicou_x000D_Água em vinho transformou_x000D_Vem, faminto, a Jesus_x000D_Vem cear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discípulos a voltar,_x000D_Sem os peixes apanhar,_x000D_Mas Jesus os manda outra vez partir;_x000D_Ao tornar a praia então_x000D_Vêem no fogo peixe e pão,_x000D_E Jesus  que os convida a cear vir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cear, o Mestre chama_x000D_Vem cear_x000D_Mesmo hoje tu te podes saciar_x000D_Poucos pães multiplicou_x000D_Água em vinho transformou_x000D_Vem, faminto, a Jesus_x000D_Vem cear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sedento se achar,_x000D_Venha a Cristo sem tardar,_x000D_Pois o vinho sem mistura Ele dá;_x000D_E também dá vida ao pão,_x000D_Que nos traz consolação;_x000D_Eis que tudo preparado já está.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cear, o Mestre chama_x000D_Vem cear_x000D_Mesmo hoje tu te podes saciar_x000D_Poucos pães multiplicou_x000D_Água e vinho transformou_x000D_Vem, faminto, a Jesus_x000D_Vem cear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Cristo vai descer,_x000D_E a noiva receber _x000D_Seu lugar ao lado do Senhor Jesus;_x000D_Quem a fome suportou,_x000D_E a sede já passou,_x000D_Lá no céu irá cear em Santa luz.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cear, o Mestre chama_x000D_Vem cear_x000D_Mesmo hoje tu te podes saciar_x000D_Poucos pães multiplicou_x000D_Água e vinho transformou_x000D_Vem, faminto, a Jesus_x000D_Vem cear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