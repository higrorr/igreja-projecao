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Por Nossa Pátria Oramos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nossa Pátria oramos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supremo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nosso lar clamamos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Rei dos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Bendize a vida pastoril,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Governa o brio senhoril,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Modera a lida mercantil!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salve a Pátria!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Pátria, que nos deste,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Desvie tua mão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Desgraças, fome e peste,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Perfídia e sedição!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 a ordem nacional,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governo imparcial,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dá-nos graça divinal!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salve a Pátria!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real civismo,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Fiel, constante, audaz!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Promove o cristianismo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Príncipe da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Pátria afasta crenças vás,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bênçãos temporãs!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Dominem só. doutrinas sãs!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salve a Pátria!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Igreja inflama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zelo e terno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o seu programa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Cumprido com vigor!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os salvos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Lutando firmes pela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Difundirão de Cristo 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toda a Pátria!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