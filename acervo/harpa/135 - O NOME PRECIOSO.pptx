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NOME PRECIOSO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é precioso, _x000D_Amado Salvador;_x000D_E grande, glorioso, _x000D_Nos enche de amor,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todos Te adoramos _x000D_Com verdadeira fé, _x000D_Também nos humilhamos,_x000D_Aos Teus santos pés.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bênçãos prometidas_x000D_No Teu nome, ó Salvador!_x000D_Hoje tenho vida._x000D_Graça é concedida,_x000D_No Teu nome, ó Salvador!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é sagrado, _x000D_Nos dá consolação;_x000D_Por Ele foi-nos dado,_x000D_Do céu, real perdão;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Aviva a esperança_x000D_Aumenta nosso amor;_x000D_Dá firme confiança_x000D_E mais do teu vigor.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bênçãos prometidas_x000D_No Teu nome, ó Salvador!_x000D_Hoje tenho vida._x000D_Graça é concedida,_x000D_No Teu nome, ó Salvador!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é nossa vida _x000D_e paz, é Salvador!_x000D_A arca oferecida _x000D_Ao pobre pecador;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Ele abençoada_x000D_É toda a nação,_x000D_Que foi predestinada_x000D_À grande vocação.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bênçãos prometidas_x000D_No Teu nome, ó Salvador!_x000D_Hoje tenho vida._x000D_Graça é concedida,_x000D_No Teu nome, ó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