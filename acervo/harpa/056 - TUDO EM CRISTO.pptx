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TUDO EM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Dantes, trabalhava sempre com temor, _x000D_Mas descanso, agora em meu Salvador; _x000D_Dantes "esperava"; hoje, "bem o sei"_x000D_Que estou salvo em Cristo, _x000D_Meu bendito 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Tudo! Tudo em Cristo! _x000D_Que por mim morreu. _x000D_Tudo! Tudo em Cristo! _x000D_Cristo é todo meu.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Dantes, desejava bênção do Senhor;_x000D_Hoje, mais de Cristo, mais de Seu amor! _x000D_Não somente a bênção, que tão pronto dá, _x000D_Mas Ele mesmo a fonte _x000D_Em quem tudo está.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Tudo! Tudo em Cristo! _x000D_Que por mim morreu. _x000D_Tudo! Tudo em Cristo! _x000D_Cristo é todo meu.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Dantes, duvidava, era sempre "o eu"; _x000D_Hoje, bem conheço Cristo, além do véu, _x000D_Sacerdote eterno, Iá por mim entrou; _x000D_NEle estou completo, nEle aceito sou.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Tudo! Tudo em Cristo! _x000D_Que por mim morreu. _x000D_Tudo! Tudo em Cristo! _x000D_Cristo é todo meu.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Dantes queria o mundo; hoje, é só Jesus! _x000D_Dantes, eram trevas; hoje, é plena luz;_x000D_Dantes, o receio, hoje, a-doce'paz,_x000D_Tudo a Cristo deixo, Ele me satisfaz._x000D__x000D_									H.M.W.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Tudo! Tudo em Cristo! _x000D_Que por mim morreu. _x000D_Tudo! Tudo em Cristo! _x000D_Cristo é todo meu.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