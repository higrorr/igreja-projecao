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PODE SALVAR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em Cristo podemos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 receber;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Novo concerto nós temos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quem na cruz quis morrer.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perdoa os pecados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nos quer conceder.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Fomos por sangue comprados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modo vão de viver.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coração já entrega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te pode salvar;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as dores carrega: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pode livrar!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quer dar agora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descanso real;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revelar-te esta hora: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imensa e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salvar, pode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os pecados, e quer vos salvar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