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107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FIRME NAS PROMESSAS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107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FIRME NAS PROMESSAS DO MEU SALVADOR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CANTAREI LOUVORES AO MEU CRIADOR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FICO NA DISPENSAÇÃO DO SEU AMOR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FIRME NAS PROMESSAS DE JESUS.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107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FIRME, FIRME,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FIRME NAS PROMESSAS DE JESUS, O CRISTO;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FIRME, FIRME,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SIM, FIRME NAS PROMESSAS DE JESUS.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107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FIRME NAS PROMESSAS,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HEI DE NÃO FALHAR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QUANDO AS TEMPESTADES,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VÊM ME ASSOLAR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PELO VERBO VIVO,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HEI DE BATALHAR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FIRME NAS PROMESSAS DE JESUS.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107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FIRME, FIRME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FIRME NAS PROMESSAS DE JESUS, O CRISTO;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FIRME, FIRME,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SIM, FIRME NAS PROMESSAS DE JESUS.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107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FIRME NAS PROMESSAS, SEMPRE VEJO ASSIM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PURIFICAÇÃO NO SANGUE, PARA MIM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PLENA LIBERDADE EM JESUS SEM FIM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FIRME NAS PROMESSAS DE JESUS.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107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FIRME, FIRME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FIRME NAS PROMESSAS DE JESUS, O CRISTO;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FIRME, FIRME,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SIM, FIRME NAS PROMESSAS DE JESUS.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107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FIRME NAS PROMESSAS DO SENHOR JESUS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EM AMOR LIGADO COM A SUA CRUZ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CADA DIA MAIS ALEGRO-ME NA LUZ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FIRME NAS PROMESSAS DE JESUS.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107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FIRME, FIRME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FIRME NAS PROMESSAS DE JESUS, O CRISTO;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FIRME, FIRME,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SIM, FIRME NAS PROMESSAS DE JESUS.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