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VIRÁ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Talvez Cristo venha ao romper da aurora,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santos arcanjos, e com voz sonora;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mortos porá dos sepulcros p'ra fora; Jesus, breve, vem nos buscar.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há de vir, virá!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não tardará, sim, Jesus vem; Aleluia! Aleluia! Amém!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Amém!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Talvez voltará quando o dia feneça,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em uma noite a luz resplandeça;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esperai que Jesus apareça!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breve, vem nos buscar.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há de vir, virá!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não tardará, sim, Jesus vem; Aleluia! Aleluia! Amém!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Amém!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esplendor e a glória veremos,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mundo, então, nós por fim, sairemos,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grande gozo no céu fruiremos;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breve, vem nos buscar.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há de vir, virá!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não tardará, sim, Jesus vem; Aleluia! Aleluia! Amém!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