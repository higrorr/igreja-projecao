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216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LOUVAI A DEUS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Louvai a Deus, com júbilo, cantando,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Seu amor ao mundo anunciai!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Cristo, as glórias,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Juntos celebrando;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Salvador, a fama publicai.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prodígios cantaremos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Jesus, o Redentor;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Força, vida, bens daremos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P’ra falar do Seu amor!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Louvei a Deus, Senhor onipotente,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quem devemos nossa salvação,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habita os céus,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aqui presente.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Seguros, guia os Seus por Sua mão!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prodígios cantaremos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Jesus, o Redentor;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Força, vida, bens daremos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P’ra falar do Seu amor!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Louvai a Deus e alegres, adorai-O;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Mil graças demos por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grande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a celeste multidão louvei-O,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Deus, sempiterno e nosso Redentor.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prodígios cantaremos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Jesus, o Redentor;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Força, vida, bens daremos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P’ra falar do Seu amor!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