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Tem compaixão do pecador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Salvador, ó Pai de amor?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 do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ser em Ti não achará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salvação, que Tu nos dás.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compaixão, ó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 do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lavar seu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lhe dar a salvação!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ser em Ti não há perdão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o pecador, nem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mesmo em Ti o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Encontrará um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compaixão, ó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 do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lavar seu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lhe dar a salvação!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Rei doa reis, tem compaixão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pecador na perdição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coração, ó vem lavar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Teu purificar.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compaixão, ó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 do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lavar seu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lhe dar a salvação!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