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Pensa Em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Através da tempestade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qualquer calamidade,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consola esta verdade: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Lá na excelsa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provaste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 sem fim;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Satisfeito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medo vou;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conforto eu desejo,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Força, ousadia almejo,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Nisto, pois, eu tudo vejo: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Lá na excelsa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provaste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 sem fim;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Satisfeito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medo vou;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receio o inimigo,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temor do perigo,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encontro abrigo: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Lá na excelsa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provaste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 sem fim;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Satisfeito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medo vou;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Caso eu vá ausentar-me,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meus irmãos separar-me,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Nisto hei de consolar-me: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Lá na excelsa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provaste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 sem fim;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Satisfeito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medo vou;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pensa em mim.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