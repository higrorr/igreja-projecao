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OH! QUE GLÓRIA!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Senhor, que me salvaste,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Teu, e Teu somente, eu sou;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Teu sangue me saraste; Glória, glória a Ti Te dou.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crendo, tenho salvação.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Seu sangue achei perdão.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crendo, tenho salvação.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Seu sangue achei perdão.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obter tão grande gozo,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 e muito trabalhei;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debalde todo esforço,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Crendo só é que o achei.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crendo, tenho salvação.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Seu sangue achei perdão.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Confiando, confiando,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Sempre e só, Jesus, em Ti,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poder e Tua graça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Podem bem guardar-me a mim.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crendo, tenho salvação.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Seu sangue achei perdão.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Consagrado ao Teu serviço,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Quero eu pra Ti viver;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 sempre o testemunho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Tua graça e Teu poder.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crendo, tenho salvação.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glória! Oh! Que glória!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Gozo em meu coração!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confio em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Seu sangue achei perdão.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