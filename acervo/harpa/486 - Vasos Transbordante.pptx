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Vasos Transbordante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vazio vaso 'stá teu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receber de Deus a salvação?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teu vaso poderá encher,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bençãos que dão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encher teu vaso até transbordar;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tua vida possa governar,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teu sacrifício hoje sobre o altar;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 as bênçãos descer sem cessar.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abundante tu receberás,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constantemente em Deus te alegrarás,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ribeiro d’água, o Senhor quer ver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deserto florescer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encher teu vaso até transbordar;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tua vida possa governar,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teu sacrifício hoje sobre o altar;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 as bênçãos descer sem cessar.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precisa vasos para encher.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vazios vasos que irão conter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Sua graça, brasas do altar, Para o fogo espalhar.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encher teu vaso até transbordar;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tua vida possa governar,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teu sacrifício hoje sobre o altar;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 as bênçãos descer sem cessar.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