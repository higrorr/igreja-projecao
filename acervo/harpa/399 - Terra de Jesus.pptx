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Terra de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mundo, sim, além,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um pais de luz;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as trevas não se vêem,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brilha ali Jesus;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brilha 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porta de fulgor,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 o mal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a morte, luto ou 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céu terão lugar,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brilha 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divinal mansão,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nos preparou!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todos os irmãos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Vão ver quem os salvou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brilha 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399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Jesus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Terra de amor!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brilha 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meu Salvador;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Oh! Não queres ir lá?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