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Caro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caro Salvador, manancial de amor, Te sinto em mim!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gozo a mim virá, jamais me faltará, O qual me levará ao céu enfim.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caro Salvador, riqueza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 por mim; Tem-me na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mão, ó grande Capitão,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lutarei, então, contigo assim.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caro Salvador, meu vero intercessor. Ora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posso então falar,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deste amor sem par,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me salvar do mundo, sim!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caro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poder,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Opera em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senda de valor, repleto de vigor, Sem ter nenhum temor, irei assim!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