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106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VIVA CRISTO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106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Viva Cristo, eterna! riqueza,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escudo, vida e firmeza,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Sua graça - Oh! me faça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Reluzir no Seu amor.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106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Viva Cristo, rocha já eleita,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verdade pura e perfeita;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sustento - gran contento,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me faz andar na luz.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106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Viva Cristo, minha eterna sorte;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tesouro é depois da morte;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 conforta, me exorta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viver em perfeição.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106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Viva Cristo, o Senhor da glória,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aos crentes sempre dá vitória,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vida prometida,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Que, p'ra nós ganhou na cruz.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106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Viva Cristo, Condutor dos santos!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Viva Cristo. fortemente canto!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me ama e derrama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meu ser, celeste paz.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