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59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EU CREIO, SIM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Té conhecer o amor sem fim,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Um pecador fui eu;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o meu pensar não houve lugar Para Cristo e o céu.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creio, sim, já creio, sim,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morreu por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Seu, que Ele verteu, Libertado fui por fim.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quando vi Jesus por mim, Sofrendo sobre a cruz,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meu coração, sem hesitação, Recebeu o amor e a luz.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creio, sim, já creio, sim,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morreu por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Seu, que Ele verteu, Libertado fui por fim.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 lágrimas, pedi perdão,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dor, também senti;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Veio, então, Jesus, e a mim falou: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 "Foi por ti que Eu morri".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creio, sim, já creio, sim,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morreu por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Seu, que Ele verteu, Libertado fui por fim.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sei que Deus, no Filho Seu,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Me vê perfeito e são;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há mais temor, só bendito amor, Gozo no meu coração.	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/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								F.V.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59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Eu creio, sim, já creio, sim,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morreu por mim;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sangue Seu, que Ele verteu, Libertado fui por fim.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