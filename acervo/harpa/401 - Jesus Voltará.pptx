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Voltará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nos mostra que Cristo já volta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deste mundo o mar se revolta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virá. Breve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Cristão acorda Sua vinda é certa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recebê-Lo estas bem alerta?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virá. Breve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 proclama para os pecadores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haverá mais tristezas nem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dores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virá. Breve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 o coração que lhe clama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Suas bodas o bom Rei nos chama: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virá. Breve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voltará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