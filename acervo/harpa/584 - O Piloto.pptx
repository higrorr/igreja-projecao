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584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Piloto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Guia, Cristo, minha nau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 revoltoso 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enfurecido e mau,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fazê-la naufragar.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Jesus, oh! vem guiar,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nau vem pilotar!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sabe serenar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Boa mãe o filho seu.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acalma, assim, o 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 eleva até o céu.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Jesus, oh! vem guiar,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nau vem pilotar!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Se, no porto quando entrar,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o mar se enfurecer,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possa deleitar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ouvir Jesus dizer: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"Entra, pobre viajor,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descanso do Senhor.”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