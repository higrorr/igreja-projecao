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DEIXAI AS ILUSÕES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de ilusão deixei,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senda de pecado 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ir ao meu glorioso 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há gozo, paz 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não está meu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não posso descansar;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quero sempre avançar: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em breve hei de entrar.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Alguns procuram m'impedir,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senda gloriosa andar,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quero sempre avançar,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lar poder entrar.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não está meu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não posso descansar;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quero sempre avançar: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em breve hei de entrar.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 que no mundo estás,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queres me acompanhar,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terra do eterno amor?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deseja te livrar.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não está meu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não posso descansar;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quero sempre avançar: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em breve hei de entrar.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