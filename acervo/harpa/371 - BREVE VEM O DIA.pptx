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BREVE VEM O 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vem o grande dia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lutas findarão;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males, agonias,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 cessarão.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Cessará no céu o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haverá mais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ouvir-se-á o canto,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remidos do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gozo, estar com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Escutando a Sua voz!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almejo hoje 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segui-Lo sempre após!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Cessará no céu o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haverá mais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ouvir-se-á o canto,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remidos do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Jesus Cristo é meu guia,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hei de trilhar;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assim em Deus confia,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há de chegar.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Cessará no céu o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haverá mais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ouvir-se-á o canto,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remidos do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