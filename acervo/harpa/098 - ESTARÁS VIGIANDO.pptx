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ESTARÁS VIGIANDO?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Estarás tu vigiando,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Ansioso, esperando,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noite! Solene noite!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Brilhará a tua luz, quando Jesus vier? Ó, sê pronto, ó,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quando Jesus vier.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ó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sê pronto, quando Jesus vier!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Ouvirás tu o bem-vindo,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Darás o brado sorrindo,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noite! Solene noite!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Brilhará a tua luz, quando Jesus vier? Ó, sê pronto, ó,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quando Jesus vier.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ó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sê pronto, quando Jesus vier!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esperas preparar-te,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será a tua parte,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noite! Solene noite!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Brilhará a tua luz, quando Jesus vier? Ó, sê pronto, ó,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quando Jesus vier.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ó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sê pronto, quando Jesus vier!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Estarás tu jubiloso,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 ou esperançoso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noite! Solene noite!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Brilhará a tua luz, quando Jesus vier? Ó, sê pronto, ó,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quando Jesus vier.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ó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sê pronto, quando Jesus vier!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culto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de sublime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vier!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noite! Solene noite!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Brilhará a tua luz, quando Jesus vier? Ó, sê pronto, ó,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quando Jesus vier.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sê pronto, ó sê pronto!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sê pronto, quando Jesus vier!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