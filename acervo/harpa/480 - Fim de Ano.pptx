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Fim de 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eterno, em Tua presença, Nossos séculos horas são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segundo a existência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humana geração;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que ao Teu 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quer já voar,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de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Lento o tempo vê passar.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ano há fenecido,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viver mais encurtou,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descanso apetecido,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Algo mais se aproximou.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mil por Teus favores,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Igreja, ó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dá! Aleluias e louvores,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 nos susterá!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proteges as famílias,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Visitando cada 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Senhor nos auxilia,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pode aqui faltar?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quer que Te ame o homem,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sirva, andando bem,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que seja o Teu nome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Exaltado sempre! Amém!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