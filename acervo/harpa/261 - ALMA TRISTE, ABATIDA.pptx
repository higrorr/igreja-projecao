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ALMA TRISTE, ABATIDA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triste, abatida,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tens medo de morrer;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um triz, atua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hoje perecer;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 nos mares e nas dores,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farol jorrando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enche de louvores: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Jesus, sim, é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andas vacilante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mundo seduziu,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 segue, confiante,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na cruz já te remiu,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graça não é finda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quem expirou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Olha, com amor,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Jesus, sim, pra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Jesus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pecados expiou;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Espírito concedendo,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Igreja adornou,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mal e sofrimento,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pregados estão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sublime livramento,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sim, de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Jesus bondoso,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Acho paz, consolação!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Enches-me de santo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imensa gratidão;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eu constantemente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a pura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dimana fortemente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sim,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