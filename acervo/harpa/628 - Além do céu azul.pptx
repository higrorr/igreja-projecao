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628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Além do céu azul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Além do céu azul,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Jesus preparar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lar pra dar a quem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vitória alcançar.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Ele consegui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vida do porvir,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fé no meu Senhor Jesus.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sei que eu de mim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Nada tenho pra dar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sei que meu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me veio salvar.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Ele livre estou,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Seguindo a Ele 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seu rosto ver além.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