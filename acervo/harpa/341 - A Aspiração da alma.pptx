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341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Aspiração da alma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Minh’alma aspira habitar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átrios do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sempre ouvir soar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voz do meu Redentor.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Descanso não se encontrará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lar do pecador;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Jesus se achará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Justiça, paz e amor.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vinde, crentes, vamos já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casa do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nos ensinará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Servi-Lo com mui fervor!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