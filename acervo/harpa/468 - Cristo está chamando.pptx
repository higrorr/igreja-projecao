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está chamando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tu seguir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andar na Sua luz?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ser por todos visto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Carregando a tua cruz?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está chamando,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da morte te livrar;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paciência te esperando,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p’ra Ele te salvar.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hoje dar o passo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tornares-te cristão?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pecado, rompe o laço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a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está chamando,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da morte te livrar;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paciência te esperando,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p’ra Ele te salvar.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tens tu resistido,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voz de compaixão?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do amor de Deus vencido,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recebe a salvação.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está chamando,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da morte te livrar;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paciência te esperando,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p’ra Ele te salvar.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pede, aqui recebe,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perdão no sangue Seu;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da água viva bebe,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Jubilo terá no céu!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está chamando,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da morte te livrar;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paciência te esperando,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p’ra Ele te salvar.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