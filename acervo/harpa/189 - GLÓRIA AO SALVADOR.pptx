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GLÓRIA AO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Chegado à cruz do meu bom Senhor, Prostrado aos pés do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ouviu todo meu clamor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sei que Ele me salvou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maravilha! Jesus me amou,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de graça me perdoou;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Quebrou meus laços e me livrou;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sei que Ele me salvou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à cruz, inda há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ó aflito, sem demorar,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está pronto pra te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ao Salvador!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sei que Ele me salvou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