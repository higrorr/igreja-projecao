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475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Em Belém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em Belém nasceu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Príncipe excelso da paz;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Amor divino e santa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mundo perdido, Ele traz.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Louvemos ao Rei bendito; Louvemos ao Rei bendito; Louvemos ao Rei bendito;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poder é infinito.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Honra e louvor em alta voz,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Demos ao Filho de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 certeza temos nós,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herdar os refulgentes céus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Louvemos ao Rei bendito; Louvemos ao Rei bendito; Louvemos ao Rei bendito;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poder é infinito.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jubilar os anjos estão,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ter nascido o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magos vêm pra adoração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Jesus, o veraz Redentor.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Louvemos ao Rei bendito; Louvemos ao Rei bendito; Louvemos ao Rei bendito;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poder é infinito.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mesmo o tão profundo amor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nosso bendito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Mandava ao mundo de horror,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Filho, pra salvar os Seus.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Louvemos ao Rei bendito; Louvemos ao Rei bendito; Louvemos ao Rei bendito;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poder é infinito.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