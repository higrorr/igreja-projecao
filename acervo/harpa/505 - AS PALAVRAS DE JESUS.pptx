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PALAVRAS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Anelo eu ouvir a voz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bom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ditos um banquete 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Banquete de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maná celestial,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Vigor me dão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sempre instrução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Mestre de Belém.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palavras de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ensinam, me guiam,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as palavras de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Infundem-me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Afastam do meu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males e a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mansidão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fazem conhecer,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divinal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ao meu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palavras de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ensinam, me guiam,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tempo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Palavras me dirá,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provas elas são meu bem,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voz me alentará,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nelas tem 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me turbar,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dá real festim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chama pra cear.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palavras de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ensinam, me guiam,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 não há nem haverá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de horror.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o perdido tenha paz 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não ser no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as palavras que nos diz,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fonte de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todo pobre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humilhado crer.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palavras de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ensinam, me guiam,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