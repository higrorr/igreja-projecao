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ESPÍRITO CONSOLADOR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Espírito Consolador, _x000D_Divino e eternal,_x000D_Preciosa fonte de amor _x000D_E vida imortal.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 símbolos que o Salvador_x000D_Morrendo nos deixou,_x000D_Celebraremos Seu amor,_x000D_Que na cruz demonstrou.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pão da vida Redentor!_x000D_Em nosso coração_x000D_Infunde graça, com fervor, _x000D_E celestial unção.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Acende em nós fogo eficaz_x000D_De fé e de valor;_x000D_Concede-nos perdão e paz,_x000D_Humilhação e amor.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