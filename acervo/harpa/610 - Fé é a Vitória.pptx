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610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Fé é a Vitória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Fé é a vitória,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fé sempre tem poder.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Fé é a vitória: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mundo irá vencer.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