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Autor da Vida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Autor da vida. Cristo,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fluis a teu querer.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Perdão por ti nos vem dos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nos dás real prazer,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em nosso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Raiar a luz da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deste a vida eterna a nós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Outrora mortos para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ouvir a tua voz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 voz que vivifica os teus.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te render real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Estamos juntos, oh!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