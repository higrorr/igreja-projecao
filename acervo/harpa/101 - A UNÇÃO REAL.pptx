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101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UNÇÃO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órfãos não nos deixou o Senhor, Mas como nos prometeu,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Mandou-nos o bom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encheu do poder do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Seu divinal amor!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Recebestes já a unção real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Espírito Consolador?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quer te usar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outros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recebes o Consolador.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crentes, Deus vos convida também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vir buscar Seu poder;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todo, que humilde vem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Santo Hóspede receber: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Orando se obtém.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Recebestes já a unção real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Espírito Consolador?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quer te usar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outros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recebes o Consolador.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Pentecoste, Jesus prometeu,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cada um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Prostrados, roguemos, pois a Deus, Com fé, em potente 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viro poder do céu.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Recebestes já a unção real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Espírito Consolador?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quer te usar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outros salvar,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recebes o Consolador.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