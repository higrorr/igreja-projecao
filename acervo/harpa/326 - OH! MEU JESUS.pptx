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MEU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Jesus, quando lutas no caminho encontrar,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mão divina vem me ajudar;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temerei amparado por Ti mesmo,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Salvador, a vitória me vem por Tua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espero somente,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andar de valor em valor;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Jesus, minhas forças hei de ver mais aumentar;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a fé; Tua graça me há de bastar.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Jesus, encostado em Teu braço vou andar,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amor na sã Palavra meditar;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assim na peleja,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eu vencerei,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fé, abrigado do mal estarei;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bem armado as trevas desfarei,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poder de Jesus, o meu Rei!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Jesus, que me dás,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coração, do Teu amor, Hei de Te ver glorioso, no céu d'esplendor!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Jesus, o Teu nome invocarei 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Te foi entregue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o ser, o joelho ante Ti se dobrará;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és o Senhor, toda língua testificará,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nossos pés, Salvador queiras firmar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rocha, que não se pode abalar;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Jesus, Tua graça quero sempre procurar,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eu vá nos teus braços enfim repousar.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