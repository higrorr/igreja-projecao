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140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SEGURANÇA DO CRENTE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mal nenhum eu temerei,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mim está Jesus: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perturbação terei,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vivo já na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paz mui profunda enfim,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Into paz proveniente da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sinto viver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Jesus, meu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trouxe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Também, me disse assim: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busca na tribulação,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teres paz em Mim.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paz mui profunda enfim,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Into paz proveniente da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sinto viver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Jesus, meu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grande festa do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real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concedeu admissão,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quis por mim morrer.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paz mui profunda enfim,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Into paz proveniente da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sinto viver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Jesus, meu Jesus.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tenho uma viva fé,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confundirá;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amor de Deus, que puro 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paz me encherá.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paz mui profunda enfim,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Into paz proveniente da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sinto viver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Jesus, meu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