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DEIXAI ENTRAR O ESPÍRITO SANTO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Santo Espírito, está escrito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sois o templo, sim, templo de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recebestes, depois que crestes.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dom glorioso descido do céu?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Deixai entrar, para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de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Dom prometido, já concedido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dom dos altos céus!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vos salva, também vos lava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P´ra vossa alma de manchas limpar;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Purificados de vis pecados.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Santo Espírito já pode entrar.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Deixai entrar, para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de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Dom prometido, já concedido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dom dos altos céus!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peregrinos, vede o destino,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Entrai na terra de leite e mel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Santificados, por Deus chamados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Sereis guiados, por guia fiel.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Deixai entrar, para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de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Dom prometido, já concedido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dom dos altos céus!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