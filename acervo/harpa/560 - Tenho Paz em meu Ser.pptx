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Tenho Paz em meu 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paz em meu ser,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perfeita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mundo não me pode 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prova fatal ou na luta mortal Tenho paz para me confortar.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ser habita Cristo, o Senhor. Em meu ser habita profundo amor! Sim, não me desampara: Ele é fiei: Estará comigo, meu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fui a Jesus, encontrei plena luz, De paz a minh’alma inundou.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noite passou: novo dia raiou, Porque Cristo Jesus me salvou.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ser habita Cristo, o Senhor. Em meu ser habita profundo amor! Sim, não me desampara: Ele é fiei: Estará comigo, meu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paz sem igual,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livra do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Sublime, sem par,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 quero deixar: ela vai me ajudar, Té chegar à mansão celestial.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ser habita Cristo, o Senhor. Em meu ser habita profundo amor! Sim, não me desampara: Ele é fiei: Estará comigo,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