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167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Ó COMPANHEIROS DESTA CAUSA SANTA ANUNCIAI QUE CRISTO É O SALVADOR É BOA NOVA QUE O PERDIDO SALVA E DO ESCRAVO FAZ UM VENCEDOR DO AMAZONAS ATÉ AO RIO GRANDE O EVANGELHO, OUSADOS, PROCLAMAI, E A MENSAGEM, QUE DA PAZ NOS FALA; ETERNA GLÓRIA VOS DARÁ DO PAI.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167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SALVAÇÃO PERFEITA E GLORIOSA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QUE, EM JESUS, O PAI QUIS REVELAR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NÓS PUBLICAMOS, SIM, POR TODA A PARTE,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AOS QUE JESUS JÁ VEIO P’RA SALVAR.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MUITOS JÁ A CRISTO SE ENTREGARAM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ESTES OUTROS VÃO SE REUNIR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A PALAVRA EM VÃO, NÃO SE SEMEIA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QUEM A DEU, TAMBÉM A FAZ FRUIR.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167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PODER DO ALTO P’RA SER TESTEMUNHA,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FOI A PROMESSA QU’ELE NOS DEIXOU,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BOM POUCOS CRENTES, ‘STÃO À SUA ESPERA,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DESCONHECENDO O QUE DEUS NOS LEGOU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GLÓRIA A DEUS! HÁ OUTROS QUE ACORDARAM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CHEIOS DE PODER PENTECOSTAL,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VÃO DESPERTAR OS CRENTES OCIOSOS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P’RA ACHAREM ESTE DOM CELESTIAL.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167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NOME DE JESUS NÓS PROCLAMAMOS,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SALVAÇÃO P’RA TODO O PECADOR,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ESTE NOME CURA OS ENFERMOS,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BUSCAM NELE ALIVIAR A DOR;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DEMONIOS SERÃO EXPULSOS,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JESUS PODER NOS PROMETEU,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JÁ UM POVO ESTÁ SE PREPARANDO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P’RA ENCONTRAR JESUS, O REI DO CÉU.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