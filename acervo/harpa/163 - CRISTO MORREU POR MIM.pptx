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163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CRISTO MORREU POR MIM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Calvário, pela senda,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Jesus subiu,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 cruz, em dor horrenda,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Obra de amor cumpriu!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cruz, sobre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morreu por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cruz, sobre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morreu por 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obra gloriosa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pra Deus a de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morte tão penosa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raiar, do céu, a luz!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cruz, sobre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morreu por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cruz, sobre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morreu por ti.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Nesta obra hoje crendo,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Tenho vida e prazer;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fé, estou revendo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Senhor, por mim sofrer.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cruz, sobre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morreu por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cruz, sobre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morreu por ti.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Pecador na cruz remirá,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 a morte atroz.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teu pecado tira,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ouvires Sua voz.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cruz, sobre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morreu por mim;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cruz, sobre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Jesus morreu por 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