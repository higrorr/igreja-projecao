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200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BONDOSO AMIGO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bondoso amigo é Cristo!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Carregou co`a nossa 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manda que levemos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cuidados ao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Falta ao coração dorido.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Gozo, paz, consolação?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Isso é porque não levamos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a Deus em 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estás fraco e carregado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cuidados e temor?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refúgio eterno,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com fé teu mal expor!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amigos te desprezam?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Conta-Lhe isso em 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Seu amor tão terno,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terás no coração.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verdadeiro amigo,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Disto provas nos mostrou,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p’ra levar consigo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culpado encarnou.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Derramou Seu sangue puro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 mancha p’ra lavar;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em vida e no futuro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podemos alcançar.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