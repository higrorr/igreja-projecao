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288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 PALAVRA DA CRUZ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cruz, a palavra é fiel, Aleluia! Aleluia!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Chamando aquele que é infiel, Aleluia! Aleluia!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Qualquer temporal pode vir,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mensagem mui firme `stá: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Jesus veio nos remir,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morte sobre a cruz.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Aleluia! Aleluia!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palavra da cruz é poder.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Aleluia! Aleluia!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quem em Cristo crer.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Aleluia! Aleluia!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palavra da cruz é poder.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Aleluia! Aleluia!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quem em Cristo crer.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Morrendo por nós lá na cruz,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Aleluia! Aleluia!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Vitória nos ganhou Jesus,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Aleluia! Aleluia!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Ali o Cordeiro de Deus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Veio a graça do céu raiar!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 salvou quem veio dos céus,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morte, sobre a cruz.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Aleluia! Aleluia!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palavra da cruz é poder.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Aleluia! Aleluia!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quem em Cristo crer.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Aleluia! Aleluia!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palavra da cruz é poder.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Aleluia! Aleluia!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quem em Cristo crer.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me envergonho da cruz,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Aleluia! Aleluia!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deu-me vida, deu-me luz,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Aleluia! Aleluia!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caminho p'ra o céu se abriu,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Aleluia! Aleluia!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palavra da cruz é poder.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Aleluia! Aleluia!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quem em Cristo crer.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Aleluia! Aleluia!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palavra da cruz é poder.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Aleluia! Aleluia!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quem em Cristo crer.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