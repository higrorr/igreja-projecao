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293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NO CALVÁRIO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no Calvário, por mim sofreu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morte da maldição;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Minh’alma ganhou, com o sangue Seu O preço da redenção.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alto da cruz, Jesus exclamou: “Consumado está”, ao espírito rendeu; O sangue verteu, a me expiou,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Unindo-me ao povo Seu.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do Calvário, a cédula foi Cravada que Ele riscou.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véu se rasgou, a porta se abriu, Aberta p’ra Deus ficou.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 eu morri,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Cristo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“ego” falaz sobre o lenho levou. A noite fugiu, e raiou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Cristo eu salvo estou.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do Calvário, ao mundo morri; Aqui um estranho fiquei;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vivo mais eu, com Cristo me uni; Que vida excelsa achei!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Cordeiro de Deus minh’alma nevou; O sangue pascoal a culpa tirou,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destruidor minh’alma passou,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 liberto estou.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