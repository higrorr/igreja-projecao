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89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SUBLIME E GRANDE AMOR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Conte-me, sim, de Jesus_x000D_Para na mente, eu gravar_x000D_Como foi que padeceu_x000D_Na cruz, pra me libertar: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paixão e morte,_x000D_A começar no jardim,_x000D_Não houve mais quem tivesse_x000D_Um sofrimento assim!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amor! Só amor_x000D_Só amor! _x000D_Sublime e grande amor!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Conta-me como sentiu_x000D_A rude morte na cruz,_x000D_Suportando a acusação_x000D_Dos inimigos da luz;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Conta-me como tem dado_x000D_Ao mal feitor sua paz,_x000D_Dizendo: hoje, comigo,_x000D_No paraíso estarás.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amor! Só amor_x000D_Só amor! _x000D_Sublime e grande amor!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Conta-me como chorou,_x000D_Falando a Jerusalém;_x000D_Profetas fazes morrer,_x000D_Quando a Ti eles vem.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Conta-me como inda chora,_x000D_Por causa do pecador,_x000D_Que não quer seu evangelho,_x000D_Proclamado com amor.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amor! Só amor_x000D_Só amor! _x000D_Sublime e grande amor!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Conta-me como o Senhor,_x000D_Um bom testemunho deu,_x000D_Satisfazendo a lei,_x000D_Quando o cálice bebeu;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disse estas palavras,_x000D_Com seu tão profundo amor;_x000D_Pai, lhes perdoa a cegueira,_x000D_Que é própria do pecador.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amor! Só amor_x000D_Só amor! _x000D_Sublime e grande amor!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Conta-me como, também, _x000D_Veio ao povo Judeu_x000D_Povo que tanto amou,_x000D_Querendo dar-lhe o céu;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inda hoje Ele ama,_x000D_A todo o pecador,_x000D_Dando-lhe paz e descanso_x000D_Pelo evangelho de amor.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amor! Só amor_x000D_Só amor! _x000D_Sublime e grande amor!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