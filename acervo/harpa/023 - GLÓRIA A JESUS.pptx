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GLÓRIA A JESUS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Cantam os santos com fervor,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por mim foi imolado,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cruz, sofrendo o meu pecado.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o Salvador!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é o Justificador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quem crer no Seu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Enviado Sim, no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Filho mui amado.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o Salvador!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Seu Pai recebeu louvor,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poder foi exaltado,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é glorificado.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o Salvador!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"sangue purificador",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quero sempre ter lembrança,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nEle ter mais confiança.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o Salvador!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nós, na cruz, sofreu 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sangue fomos nós comprados,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pecado resgatados.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Jesus, o Salvador!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