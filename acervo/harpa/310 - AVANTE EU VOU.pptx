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AVANTE EU VOU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nos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ondas deste mar;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 o que crer vitória lhe dará,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real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lhe trará.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 eu vou, avante eu vou,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entrar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divinal mansão;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gozo mui profundo;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olhando para 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 eu 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meu Salvador, ao céu me levará,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destruidor, o corpo esmagará,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caro Redentor, fiel aqui serei,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Ele, com fervor, somente seguirei.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Trombeta soará do nosso Criador;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grei se elevará dos santos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e poder Jesus regressará,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servos hão de O ver, pois breve voltará.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virá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me levar,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desfrutar 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amor sem par;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Abraão, (saque e Jó ali no céu verei,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lado de Jacó, com eles cearei.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