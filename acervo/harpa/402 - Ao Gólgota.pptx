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402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Ao Gólgota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402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Gólgota ascende alma minha,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Contempla ali teu Senhor,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Também a agonia que tinha,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Sofrendo por ti com amor;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vês uma rubra torrente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Cobrindo a terra de horror?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sangue de Cristo inocente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Vertido por mim, pecador.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402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Minh'alma, te lava contente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sangue do teu Redentor!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Cristo a senda somente.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leva ao repouso de amor;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Jubila no onipotente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toda a Sua mercê,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Também pelo dom excelente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Cristo em todo o que crê!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402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Minh’alma, ó sobe p'ra o alto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Ali ouvirás o falar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D'Aquele a quem eu exalto;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sabes que vê teu penar?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graça divina medita,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tens em Jesus, teu Senhor; Recebe a glória bendita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Orando a Deus, com fervor!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402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Hosanas ao onisciente!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veio aqui pra salvar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Minh'alma da "velha serpente”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anda no mundo a tentar;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Hosanas a Deus entoemos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Sua Palavra de amor;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Hosanas e glória rendemos,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Cristo Jesus, o Senhor.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