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Oração Pela Pátria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Pátria para Cristo!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 minha petição.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Pátria tão querida,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dei meu coração.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 prezado, lar formoso,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por ti o meu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meu Deus de excelsa graça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dispense seu favor!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Salve Deus a minha Pátria,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Pátria varonil!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Salve Deus a minha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terra do Brasil!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Quero, pois, com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feliz a mãe gentil,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vencer o Evangelho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terra do Brasil.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Brava gente brasileira.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vá temor servil;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ficar a Pátria salva,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morrer pelo Brasil.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