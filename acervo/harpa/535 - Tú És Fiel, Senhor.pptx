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535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Tú És Fiel,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ás fiel, Senhor, meu Pai celeste: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Pleno poder aos teus filhos darás.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mudaste: tu nunca faltaste: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Tal como eras, tu sempre serás.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fiel,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fiel,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 após dia, com bênçãos sem fim, Tua mercê me sustenta e me guarda. Tu és fiel, Senhor, fiel a mim.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Flores e frutos, montanhas e mares, Sol, Lua, estrelas no céu a brilhar: Tudo criaste na terra e nos ares.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Universo vem pois te louvar!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fiel,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fiel,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 após dia, com bênçãos sem fim, Tua mercê me sustenta e me guarda. Tu és fiel, Senhor, fiel a mim.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Pleno perdão tu dás: paz, segurança: Cada momento me guias, Senhor.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no porvir, oh! que doce esperança: Desfrutarei do teu rico favor!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fiel,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fiel,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 após dia, com bênçãos sem fim, Tua mercê me sustenta e me guarda. Tu és fiel, Senhor, fiel a mim.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