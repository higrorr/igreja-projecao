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Contentamento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já contente estou: Tenho Jesus! Com alegria vou: Tenho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que o mundo traz,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cedo se desfaz: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perfeita paz, paz em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posso envelhecer, nunca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posso empobrecer, nunca Jesus! Tudo me suprirá, sempre me valerá, Nada me faltará, tendo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tudo aqui findar, menos Jesus! Quando o Juiz chegar: é meu Jesus! Bem grato me há de ser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meu Rei descer.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Certo Ele irá dizer: “Sou teu Jesus!”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