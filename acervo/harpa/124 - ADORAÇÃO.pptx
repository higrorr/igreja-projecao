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ADORAÇÃO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Adorai o Rei do Universo!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céus, cantai o Seu louvor!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ser no grande mar submerso,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 ao Dominador!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Adorai-O, anjos poderosos,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que Sua glória contemplais!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remidos, já vitoriosos;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Graças, rendei-Lhe mais!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 e lua, coros estelares,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majestade anunciai,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Hostes grandes, centos de milhares,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mostrai!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Ventos! Chuvas! Raios! Trovoadas! Revelai o forte Criador!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dizeis, ó serras elevadas,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grande é meu Senhor!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Altos cedros! Grama verdejante!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sinfonia aumentai;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Aves, vermes, todo o ser gigante; Gratos a Deus louvai!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Homens! Jovens! Velhos e meninos! Adorai ao vosso Redentor!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Reis e sábios, grandes, pequeninos, Dai-Lhe veraz louvor!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E.W.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 O louvemos!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Salvador 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 louvemos!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Régio Dominador!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