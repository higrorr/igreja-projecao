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DEUS VAI TE GUIAR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Andas carregado de tristeza e dor, Sem nenhum auxílio,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um Salvador?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mensagem de teu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 mais coragem, leva a tua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vai te guiar com Sua forte mão;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descansar na tribulação;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tua vida livre de pesar;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tristeza e lida Deus vai te guiar.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carga por ti, Ele quer levar;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 dolorida, ouve o Seu falar; Senda espinhosa Ele já andou,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Morte afrontosa por ti suportou.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vai te guiar com Sua forte mão;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descansar na tribulação;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tua vida livre de pesar;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tristeza e lida Deus vai te guiar.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estás tentado, Deus te ajudará, Sempre confiando, te libertará;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pisadas segue do teu Salvador, Crendo em Deus, prossegue,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como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vai te guiar com Sua forte mão;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descansar na tribulação;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tua vida livre de pesar;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tristeza e lida Deus vai te guiar.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