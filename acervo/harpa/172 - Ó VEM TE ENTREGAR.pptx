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VEM TE ENTREGAR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cansado e abatido,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neste mundo vagas, sem consolação!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queres ser, de graça, revestido,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Cristo, e Sua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te entregar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grande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te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espera, cheio 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se estás desanimado,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mal domina todo o teu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crê em Cristo, o crucificado,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o vício tu terás poder.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pecador, por que não te entregas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Cristo, o bondoso Salvador?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vindo a morte, grato te carrega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Paraíso, ao país de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comoção tu sentes em tu'alma,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queres hoje receber 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Cristo, com fé e com calma,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Vem te entregar, de todo o coração.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