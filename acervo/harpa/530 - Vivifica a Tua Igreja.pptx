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Vivifica a Tua Igreja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 a tua igreja,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bendito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tua graça, ela murcha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Ficará, e sem vigor.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Vivifica! - vivifica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Nossas almas, oh!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Vivifica! - vivifica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Nossas almas, oh!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