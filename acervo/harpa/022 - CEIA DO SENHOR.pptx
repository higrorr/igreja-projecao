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CEIA DO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nossa alma nós tomamos_x000D_O Teu corpo, ó Jesus!_x000D_Como oferta voluntária,_x000D_Que nos deste lá na cruz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pão do céu desces-te,_x000D_Vamos a Ti receber,_x000D_Pois unidos ao Teu corpo,_x000D_Nós queremos, sim, viver.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figura, o Teu sangue_x000D_Nós bebemos, ó Senhor,_x000D_Pois só nEle há virtude_x000D_Pra salvar o pecador.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pão do céu desceste, _x000D_Vamos a Ti receber,_x000D_Pois unidos ao Teu corpo,_x000D_Nós queremos, sim, viver.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concede a Tua igreja_x000D_O perdão do teu amor,_x000D_Para que nos dois emblemas,_x000D_Contemplemos-te,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pão do céu desceste, _x000D_Vamos a Ti receber,_x000D_Pois unidos ao Teu corpo,_x000D_Nós queremos, sim, viver.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por Teu Espírito_x000D_Em nós vem já residir,_x000D_Pra Teu corpo e Teu sangue_x000D_Nós podermos discernir.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pão do céu desceste, _x000D_Vamos a Ti receber,_x000D_Pois unidos ao Teu corpo,_x000D_Nós queremos, sim, viver.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