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COMPROU-ME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comprou-me do mundo aqui, Palavras doces são para mim; Jesus comprou-me e vai me dar Eterno gozo, celeste lar.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comprou-me e vai me dar Eterno gozo, celeste 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comprou-me da escravidão, A paz eu gozo por Seu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desprezado um pouco aqui, Mas eu espero gozar ali.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desprezado um pouco aqui, Mas eu espero gozar ali.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comprou-me, e eu fiquei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sempre livre da dura lei!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espero até Ele 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que me leve ao Seu porvir. Agora espero até Ele 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que me leve ao Seu porvir.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vinde, amigos, e junto a nós, Ouvi depressa do céu a voz;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O que demora não chegará, Porque se perde e morrerá.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- O que demora não chegará, Porque se perde e morrerá.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comprou-me e me dará Lugar às mesas, que esperam lá. Ouve o convite, ó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Cristo é o Salvador. Ouve o convite, ó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Cristo é o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