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640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Hino da Proclamação da República do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um pálio de luz desdobrado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a larga amplidão destes céus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canto rebel, que o passado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remir dos mais torpes labéus!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um hino de glória que fale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esperanças de um novo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visões de triunfos embale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por ele lutando surgir!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Liberdade! Liberdade!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as asas sobre nós!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lutas na tempestade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que ouçamos tua voz!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nem cremos que escravos outrora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Tenha havido em tão nobre pais...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o rubro lampejo da Aurora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 irmãos, não tiranos hostis.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Somos todos iguais!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futuro Saberemos, unidos, levar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augusto estandarte que, puro,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Brilha, ovante, da Pátria no altar!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é mister que de pertos valentes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Haja sangue no nosso pendão,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Sangue vivo do herói Tiradentes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Batizou este audaz pavilhão!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Mensageiros da paz, paz queremos,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amor nossa força e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 guerra nos transes supramos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Heis de ver-nos lutar e vencer!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Ipiranga é preciso que o brado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um grito soberbo de fé!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Brasil já surgiu libertado,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as púrpuras régias de pé!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pois, brasileiros, avante!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Verdes louros colhamos louçãos!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o nosso pais, triunfante,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terra de livres irmãos!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