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GOZO DE TER SALVAÇÃO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Podes receber a doce paz de Deus, Crendo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já desceu dos céus: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Toma, hoje, tua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das trevas para 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assim, mui gozo te dará Jesus!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de ter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no teu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Alegria fruirás,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desfrutares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trouxa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cruenta cruz!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amor de Cristo podes conhecer,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sustento santo podes receber: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mais só combaterás,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defenderá,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assim, mui gozo te dará Jesus.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de ter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no teu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Alegria fruirás,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desfrutares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trouxa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cruenta cruz!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tu, de Cristo, fiel soldado ser? Pelejar por Ele sempre sem temer? Vem, então, ao Salvador; 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Far-te-á mui vencedor,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assim, mui gozo te dará Jesus.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de ter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no teu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Alegria fruirás,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desfrutares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trouxa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cruenta cruz!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Poderás por Cristo ser aqui uma luz, Se obedeceres ao Senhor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hoje, sem temor,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Aceitar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assim, mui gozo te dará Jesus.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de ter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no teu coração.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Alegria fruirás,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desfrutares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trouxa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cruenta cruz!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