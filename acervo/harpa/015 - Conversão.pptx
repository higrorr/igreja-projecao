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Conversão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Quão cego andei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perdido vaguei,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Longe, longe do meu Salvador!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do céu Ele desceu,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Seu sangue verteu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salvar um tão pobre pecador.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 na cruz, foi na cruz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um dia eu vi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pecado castigado em Jesus;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 ali, pela fé, que os olhos abri,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 me alegre em Sua luz.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ouvia falar dessa graça sem par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do céu trouxe nosso Jesus;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eu surdo me fiz,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Converter-me não quis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Senhor que por mim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Morreu na cruz.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 na cruz, foi na cruz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um dia eu vi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pecado castigado em Jesus;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 ali, pela fé, que os olhos abri,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 me alegre em Sua luz.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um dia senti meu pecado e vi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mim a espada da lei;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Apressado fugi,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Jesus me escondi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abrigo seguro Nele achei.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 na cruz, foi na cruz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um dia eu vi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pecado castigado em Jesus;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 ali, pela fé, que os olhos abri,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 me alegre em Sua luz.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Quão ditoso então,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meu coração,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Conhecendo o excelso amor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levou meu Jesus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sofrer lá na cruz;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salvar o tão pobre pecador.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 na cruz, foi na cruz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um dia eu vi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pecado castigado em Jesus;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 ali, pela fé, que os olhos abri,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 me alegre em Sua luz.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