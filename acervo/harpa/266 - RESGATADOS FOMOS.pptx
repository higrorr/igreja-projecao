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RESGATADOS FOMOS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quem nos quis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livres somos,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livres somos,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fomos já eleitos,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céu, p'ra desfrutar;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por Deus aceitos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por Deus aceitos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imortalidade Havemos de gozar,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temos liberdade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temos liberdade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meio dos remidos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vou louvar,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tê-Lo recebido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tê-Lo recebido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Resgatados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nunca mais pecar!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