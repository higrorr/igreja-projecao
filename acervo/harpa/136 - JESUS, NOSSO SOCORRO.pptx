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136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JESUS, NOSSO SOCORRO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nosso socorro vem, ó vem, Jesus! Pois grande tristeza nos ofusca a luz;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Ti recorremos, vem nos dar vigor, Reveste-nos todos 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grande amor!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nosso socorro vem, ó vem Jesus! Em Ti confiamos, és a nossa luz; Protege-nos sempre do vil tentador, Reveste-nos todos 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grande amor!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nosso socorro vem, ó vem, Jesus! Combate o inimigo com a Tua luz;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Ti nós clamamos, responde, Senhor, Reveste-nos todos 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grande amor!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nosso socorro vem, ó vem, Jesus! A plena vitória, hoje nos conduz;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Dá-nos Tua graça, poder e valor. Reveste-nos todos 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grande amor!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