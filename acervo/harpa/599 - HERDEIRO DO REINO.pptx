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HERDEIRO DO REINO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tu, herdeiro do reino celeste,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não dormites, o fim vai chegar; Oh! cinge as armas e põe-te na luta, Pois a vitória desejas ganhar.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detenham prazeres terrenos,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bem depressa terão de passar;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deixa a vida que ao mundo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prende,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vem a Cristo que te há de salvar!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as potências dispostas à luta;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fervoroso, fiel, bom cristão;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no horizonte refulgem as glórias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nobre herdeiro,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Prorrompe em canção!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