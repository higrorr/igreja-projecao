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Deus é o Mesmo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Como é bom dos tempos primitivos lembrar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avivamentos de que ouvimos falar;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quer nos dar mais fervor espiritual,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Seu povo mandar o poder pentecostal.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Deus é o mesmo hoje como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cura, batiza, e nos dá salvação. Abundante é aqui a vida espiritual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que recebem poder pentecostal!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Como é bom dos crentes primitivos lembrar As ferventes orações, o seu alegre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os ouviu e sempre os livrou do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os encheu de poder pentecostal!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Deus é o mesmo hoje como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cura, batiza, e nos dá salvação. Abundante é aqui a vida espiritual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que recebem poder pentecostal!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Alguns dizem: "Mudado tudo hoje está".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sei que meu Deus nunca jamais mudará; Deus permanecerá qual farol eternal,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Enviando ao Seu povo poder pentecostal!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Deus é o mesmo hoje como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cura, batiza, e nos dá salvação. Abundante é aqui a vida espiritual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que recebem poder pentecostal!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