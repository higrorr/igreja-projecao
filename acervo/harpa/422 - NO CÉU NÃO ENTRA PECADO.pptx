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NO CÉU NÃO ENTRA PECADO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não entra pecado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Fadiga, tristeza, nem 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coração quebrantado,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todos são cheios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nuvens da vida terrestre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podem a glória ofuscar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reino de gozo celeste,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quis p'ra mim preparar!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 eu p'ra linda cidade,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dará um lugar,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Co'os crentes de todas idades,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Deus hei de sempre louvar.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tenho muitas saudades,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glórias que lá hei de 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vou ter,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vir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Rodeado de grande esplendor!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Pagar não é necessário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casa, que lá hei de ter;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eternal vestuário,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nunca vai se romper.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viverei em pobreza,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Aflito no meu santo lar,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há bastante riqueza,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qual poderei desfrutar.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 eu p'ra linda cidade,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dará um lugar,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Co'os crentes de todas idades,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Deus hei de sempre louvar.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tenho muitas saudades,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glórias que lá hei de 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vou ter,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vir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Rodeado de grande esplendor!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o luto é banido,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Enterros não hão de passar;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Sepulcros jamais são erguidos,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mortos não vou encontrar.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velhos serão transformados;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Mudados nós vamos ficar,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Quais astros por Deus espalhados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para sempre brilhar.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 eu p'ra linda cidade,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dará um lugar,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Co'os crentes de todas idades,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Deus hei de sempre louvar.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tenho muitas saudades,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glórias que lá hei de 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vou ter,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vir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Rodeado de grande esplendor!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