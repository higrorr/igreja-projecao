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246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DESCANSO EM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descanso encontrado em Jesus Cristo?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Permaneces pela graça que Ele deu?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tu paz com teu Salvador bendito?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Plenitude do Espírito de Deus?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descanso encontrado em Jesus Cristo?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Permaneces pela graça que Ele deu?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Plena paz, consolação, acharás na oração: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aí vitória aos santos concedeu.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Estarás bem seguro e corajoso,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tentação chegar-se para ti?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a graça p'ra ser vitorioso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terríveis provações da vida aqui.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descanso encontrado em Jesus Cristo?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Permaneces pela graça que Ele deu?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Plena paz, consolação, acharás na oração: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aí vitória aos santos concedeu.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Cristo encontrarás descanso,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ninguém aqui, jamais irá tirar;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tu hás de aprender ser manso,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Sua glória em ti o mundo há de mirar.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F.V.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descanso encontrado em Jesus Cristo?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Permaneces pela graça que Ele deu?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Plena paz, consolação, acharás na oração: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aí vitória aos santos concedeu.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