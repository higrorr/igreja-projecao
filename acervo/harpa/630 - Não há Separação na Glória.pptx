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há Separação na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separação na glória;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alvorada, nas alturas.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separação 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estivermos lá no Céu!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