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QUEM BATE E JESUS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 morte tens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salvação desejas,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 aos braços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salvo tu sejas;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bem teu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recebe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nenhuma turbação;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bate é Jesus Cristo.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Deves-Lhe dar abrigo.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nenhum perigo;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quer só te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mesa, cear contigo.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sofreu por ti,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dar a vida;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divino e bom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marcas tem das feridas;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vês a soluçar,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sangue a gotejar?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vais deixar entrar?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bate é Jesus Cristo.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Deves-Lhe dar abrigo.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nenhum perigo;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quer só te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mesa, cear contigo.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andas em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do Pai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será teu protetor,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mal for chegado?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Segue a quem morreu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à vida te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Dar-te-á nas trevas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bate é Jesus Cristo.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Deves-Lhe dar abrigo.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nenhum perigo;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quer só te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mesa, cear contigo.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