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Seguir a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tu seguir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andar na Sua luz?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mundo sempre visto,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levar a sua cruz?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hoje dar o passo,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seres um cristão?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quebranta triste laço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 e sedução.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cidade na montanha,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pode esconder,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também, até tamanha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à vida deu poder.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Amas tu a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ti Sua vida deu?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então, declara isto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Júbilo terás no céu.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vê bem o teu intento,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Custa tua vida, sim!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resistas! Com alento,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a luz sem fim.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confessa teus pecados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à cruz do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Pede graça de segui-Lo,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coragem e amor.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 o grande gozo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céu espera, sim;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lutas, lá repouso,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Galardão terás enfim.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