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Povo de Abraão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povo de Abraão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 terra de Sião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povos inimigos viajou;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eu cheio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fé no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Caminhando para o céu, contente vou.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tristezas eu jamais conhecerei; Ruas áureas brilham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Jeová;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marchando para o céu!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Sustentado pelo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bendito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Vigiando, sempre orando, certo vou; Dirigido pela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presença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Caminhando para o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sempre estou.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tristezas eu jamais conhecerei; Ruas áureas brilham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Jeová;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marchando para o céu!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 eu chegarei,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gozarei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aqueles que servirem ao Senhor; Quero sempre trabalhar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glorificar,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que todos vejam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mim o Seu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tristezas eu jamais conhecerei; Ruas áureas brilham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cidade de Jeová;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marchando para o céu!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