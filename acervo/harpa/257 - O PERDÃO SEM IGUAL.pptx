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PERDÃO SEM IGUAL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Amoroso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igual é Teu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Tu és meu Redentor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perfeita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contrito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confessa seu pecar,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Pede ao Pai real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Teu amor sem par.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contemplo, sem cessar,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trono desde aqui;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grato é meditar,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intercedes Tu por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fonte és da compaixão,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 Ti darei louvor!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Faz-me bem ao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Exaltar-Te, meu Senhor!	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