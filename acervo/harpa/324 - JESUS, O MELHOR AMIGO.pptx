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324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JESUS, O MELHOR AMIGO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Jesus é o melhor amigo,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NEle ponho toda a minha fé;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Minhas chagas quer sarar,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minh'alma consolar,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Oh, Jesus é o melhor amigo!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é o melhor amigo,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é o melhor amigo,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prestes a ajudar,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a todos quer salvar,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Jesus é o melhor amigo!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Jesus é o fiel amigo,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dá Sua força e poder;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Torna em gozo minha 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inspira, dá valor;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Jesus é o melhor amigo!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é o melhor amigo,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é o melhor amigo,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prestes a ajudar,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a todos quer salvar,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Jesus é o melhor amigo!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as ondas se embravecem,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meu barco querem afundar,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dá-me calma e paz,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bonança sempre traz,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 Jesus é o melhor amigo!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é o melhor amigo,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é o melhor amigo,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prestes a ajudar,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a todos quer salvar,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Jesus é o melhor amigo!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deu a Sua própria vida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salvar o ímpio pecador;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Jamais me quer deixar,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me desamparar!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Jesus é o melhor amigo!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é o melhor amigo,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é o melhor amigo,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prestes a ajudar,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a todos quer salvar,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Jesus é o melhor amigo!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