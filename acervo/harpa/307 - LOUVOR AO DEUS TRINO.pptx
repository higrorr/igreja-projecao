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307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LOUVOR AO DEUS TRINO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Pai, ao Filho, o Redentor,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divinal Consolador;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trino Deus. sim, adorai, Louvor eterno tributai, 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