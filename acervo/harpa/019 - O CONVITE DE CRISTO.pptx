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CONVITE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Eis, a voz de Cristo clama,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 revoltoso 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Desta vida perigosa: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"Vinde em Mim vos abrigar".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outrora em Galiléia,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Essa doce voz soou,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Logo, o coração ouvinte,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Tudo, pronto, abandonou.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as vozes sedutoras,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mundanas atrações,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 a meiga voz de Cristo: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"Dai-me vossos corações!”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no meio dos prazeres,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no dia da aflição,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clama, paciente: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“Amas-Me tu, ó cristão?”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vereda estreita e santa,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pisada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segui-Lo, Ele te chama: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“Vem, cristão, andar na luz!”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Dessa cruz angustiosa,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brilha Seu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voz que te convida,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e segue, pecador!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