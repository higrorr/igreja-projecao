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312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VINDA DE CRISTO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Subiu triunfante p'ra o céu, o Senhor: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mesmo há de voltar;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"Eis que venho breve”, diz o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alarido ecoar.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muita prudência eu quero estar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Esperando por meu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sempre alerta aqui vigiar.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que venha o meu Salvador.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Cristo encontrar-me, gozoso irei. Quando Ele nas nuvens descer,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Corpo igual ao Seu, nesse dia terei; Que dia de glória há de 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muita prudência eu quero estar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Esperando por meu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sempre alerta aqui vigiar.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que venha o meu Salvador.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Bendizendo a Cristo, no céu entrarei; Irei no milênio ingressar;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com meu Jesus, eu aqui voltarei. Pois todas nações vem julgar.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muita prudência eu quero estar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Esperando por meu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sempre alerta aqui vigiar.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que venha o meu Salvador.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sobre o Teu povo reinar, ó Senhor! Teu reinado aqui gozo traz,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vem, proteção nos trazer, Salvador! Vem, Jesus, com justiça e paz!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muita prudência eu quero estar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Esperando por meu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sempre alerta aqui vigiar.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que venha o meu Salvador.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Cristo, meu 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Esposa buscar;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quero contigo subir;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canto perene Te quero entoar,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glória eternal fruir.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muita prudência eu quero estar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Esperando por meu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sempre alerta aqui vigiar.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que venha o meu Salvador.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