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Dai-me a Bíblia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Bíblia, que eu tanto anelo: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caminho quero sempre andar.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suas palavras são a grata nova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Cristo veio anunciar.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Bíblia, livro tão precioso!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Doutrina Santa: fonte é de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ensinos, qual farol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nós conduzem ao Senhor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Bíblia: dela eu preciso,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do pecado a mim vai livrar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suas palavras são tão poderosas,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minha alma podem renovar.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Bíblia, livro tão precioso!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Doutrina Santa: fonte é de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ensinos, qual farol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nós conduzem ao Senhor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Bíblia! Que meu guia seja!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nesta vida meu caminho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ensinos - o roteiro certo 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Que me conduzam para o bom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Dai-me a Bíblia, livro tão precioso!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Doutrina Santa: fonte é de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ensinos, qual farol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nós conduzem ao Senhor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