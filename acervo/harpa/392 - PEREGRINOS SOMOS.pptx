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392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PEREGRINOS SOMOS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Peregrinos somos aqui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Té o labor findar;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Deste mundo queremos ir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celeste lar.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Pátria mui feliz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ti irei morar;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irei morar, Eu irei morar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Jerusalém, oh meu país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meu querido lar!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Jerusalém, oh meu país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meu querido lar!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Minha grande consolação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sempre em ti morar,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Oh, querida, bela Sião,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eterno lar!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Pátria mui feliz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ti irei morar;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irei morar, Eu irei morar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Jerusalém, oh meu país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meu querido lar!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Jerusalém, oh meu país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meu querido lar!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 povo de Abraão, Sempre a viajar,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 terra da promissão, Santo e doce lar.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Pátria mui feliz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ti irei morar;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irei morar, Eu irei morar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Jerusalém, oh meu país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meu querido lar!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Jerusalém, oh meu país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meu querido lar!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Senhor, queremos vencer,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Ti alcançar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Gozo, paz, eterno prazer,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bendito lar!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Pátria mui feliz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ti irei morar;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irei morar, Eu irei morar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Jerusalém, oh meu país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meu querido lar!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Jerusalém, oh meu país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meu querido lar!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o meu desejo,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peregrinar;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Dirigido por Tua luz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Té que chegue ao far.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M.A.N.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Pátria mui feliz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ti irei morar;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irei morar, Eu irei morar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Jerusalém, oh meu país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meu querido lar!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Jerusalém, oh meu país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meu querido lar!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