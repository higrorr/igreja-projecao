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CEIA DO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 Cristo, aqui estamos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Unidos todos em um lugar,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Tua morte nós relembrarmos,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Tu quiseste por nós provar.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Alegra-nos, é Jesus amado,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Enchendo-nos do Consolador;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grande graça Tu nos tens dado,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somos salvos p'lo Teu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nós sejamos abençoados; Também o pão e o vinho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P'lo Teu poder sejam consagrados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nos alimentarmos de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todos nos reunirmos,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dia, lá no Teu lar,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aleluias, sim, cantaremos,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Eterno hino ao nosso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