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PRECIOSA FONTE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à fonte sanadora,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abriu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Cujas águas sedutoras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Têm um divinal sabor.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Preciosa fonte sanadora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todos corre, sim!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Preciosa fonte sanadora!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me sara a mim!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fonte, que nos sara,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Encontrei real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veste fez-se clara,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purificação.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Preciosa fonte sanadora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todos corre, sim!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Preciosa fonte sanadora!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me sara a mim!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fonte, que nos cura,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Cristo,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 tornou minh'alma e pura,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deu consolação.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Preciosa fonte sanadora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todos corre, sim!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Preciosa fonte sanadora!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me sara a mim!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à fonte que te cura;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vem purificar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tu'alma, que impura,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não pode entrar.	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Preciosa fonte sanadora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todos corre, sim!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Preciosa fonte sanadora!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me sara a mim!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