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MEU REDENTOR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morrendo meu Redentor;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Minhas maldades todas levou;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recebes, tens Seu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teus pecados, Jesus perdoou.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Deus, o sangue vir,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já verteu,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Passará sem te ferir,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Egito assim sucedeu.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quer salvar ao vil malfeitor,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promete, sempre fará;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NEle confia, ó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fé vida nova terás.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Deus, o sangue vir,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já verteu,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Passará sem te ferir,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Egito assim sucedeu.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 se finda a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juízo tu vais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detenhas, vem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teus pecados deseja apagar.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Deus, o sangue vir,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já verteu,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Passará sem te ferir,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Egito assim sucedeu.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maravilha, que grande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hoje creres, salvo serás!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vem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eterno no céu fruirás.	F.V.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Deus, o sangue vir,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já verteu,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Passará sem te ferir,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Egito assim sucedeu.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