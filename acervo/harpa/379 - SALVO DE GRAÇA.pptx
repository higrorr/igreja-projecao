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SALVO DE GRAÇA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alegria, Jesus me salvou,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graça, pois Ele levou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pecados, cravando-os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brilhar sobre mim 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 por meu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graça, já tenho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glória por grande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ganhou o Senhor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errante no mundo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de Deus, dos preceitos da lei,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promete o gozo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liberdade aqui me 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 por meu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graça, já tenho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glória por grande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ganhou o Senhor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Choro e prantos não podem valer,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seus esforços, nem grande saber,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um perdido sedento de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ele não crer no Senhor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 por meu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graça, já tenho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glória por grande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ganhou o Senhor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descanso do céu, gozo enfim,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Cristo salvou-me 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entrar no Seu reino de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Melhor vou louvar o Senhor Jesus.	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 por meu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de graça, já tenho a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Demos-Lhe glória por grande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ganhou o Senhor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