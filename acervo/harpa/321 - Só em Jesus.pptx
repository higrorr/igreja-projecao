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Só em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 fruirás paz e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pecador, que tens sede de amor; Só em Jesus poderás ser ditoso;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a graça obténs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 acharás forte escudo Para abrigar-te dos dardos do mal; NEle, oculto das dores, de tudo, Receberás uma paz divinal.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Jesus, sobre a divina rocha, Salvar-te-ás deste mundo, qual mar; Só em Jesus, sim na luz desta tocha, Podes o santo caminho trilhar.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Jesus, neste porto seguro, Podes tua alma qual nau ancorar,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Jesus, um brilhante futuro,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pecador, poderás encontrar.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Jesus, deixa tudo portanto, Quer seja o mundo, o mal ou pecar; Vem pra Jesus, que por Deus te garanto,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paz e gozo irás desfrutar.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