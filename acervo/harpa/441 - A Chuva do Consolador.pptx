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Chuva do Consolador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Unânimes ao pé da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Pedimos com fervor,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manda hoje, ó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manda outra chuva,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bom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Tua chama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Destrói de nós o mal;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dá-nos a chuva,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povo Teu inflama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poder celestial!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vivo fogo ou furacão,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 fá-Lo a nós descer;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possa cada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templo dEle 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manda outra chuva,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bom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Tua chama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Destrói de nós o mal;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dá-nos a chuva,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povo Teu inflama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poder celestial!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Mediante a fé e a 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céu Tu abrirás,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óleo santo da unção,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nós derramarás!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manda outra chuva,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bom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Tua chama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Destrói de nós o mal;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dá-nos a chuva,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povo Teu inflama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poder celestial!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Pedimos nós, agora a Ti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queima todo mal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vivifica-nos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fogo celestial!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manda outra chuva,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bom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Tua chama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Destrói de nós o mal;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dá-nos a chuva,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povo Teu inflama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poder celestial!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