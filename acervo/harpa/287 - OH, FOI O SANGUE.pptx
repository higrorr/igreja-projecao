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287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OH, FOI O SANGUE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foi o sangue do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salvou, sim, me salvou;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este sangue tem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 a mancha me lavou.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pra todos tem poder e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amigo, a Ele vem,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Aceitando a remissão;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sangue me salvou!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maravilha de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mim mostrou, sim, me mostrou; Jesus sofreu tão grande 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tua vida resgatou.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pra todos tem poder e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amigo, a Ele vem,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Aceitando a remissão;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sangue me salvou!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mim não há poder algum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débil 'stou, mereço dó.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por Jesus eu vencerei,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eu seja pó.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pra todos tem poder e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amigo, a Ele vem,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Aceitando a remissão;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sangue me salvou!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Pai me deu o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me guiar, me iluminar,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temerei o tentador,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sempre há de me guardar.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pra todos tem poder e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amigo, a Ele vem,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Aceitando a remissão;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sangue me salvou!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