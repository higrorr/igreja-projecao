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REDENTOR FORMOSO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Redentor formoso e belo,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habitas em alvor;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minh'alma eu anelo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ser como és Tu, Senhor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vá, remido,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eu ver 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eu tiver cumprido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querer, por Seu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olhos, ó retira,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minh’alma em Ti remira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graça e Teu favor.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vá, remido,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eu ver 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eu tiver cumprido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querer, por Seu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 noite se avança;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Bela estrela vai nascer,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nós a 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 eterno e gran prazer.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vá, remido,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eu ver 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eu tiver cumprido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querer, por Seu amor.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mão, ó me sustente,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Humilhado aos Teus pés,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alma e com a 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verdadeira fé.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vá, remido,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eu ver 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eu tiver cumprido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querer, por Seu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