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Glória Esplendente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esplendente, na nuvem luzente, Ao mundo virá, outra vez, o Senhor; O santo Cordeiro, que lá no madeiro, Verteu o Seu sangue purificador.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agora voltar, tu’alma irá jubilar? Tens lâmpada pronta e as vestes também, P’ra ires com Cristo além? Não mais te demores, mas vem a Jesus. A fim de acender tua luz.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Começando a ira, perece a mentira, No dia da vinda de Cristo, o Senhor; O mundo, enganado, no vício e pecado, Não vai tomar parte nas bodas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A graça perfeita, não temendo, aceita, Pois breve Jesus há de vir, lá do céu; Ó veste tu'alma, com graça e com calma. De dia e de noite, orando ao teu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