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548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Breve Jesus Há De Vir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548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Breve Jesus há de vir lá do Céu, buscar-nos para o Lar.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Devo estar pronto, ao Jesus chegar, e assim vou para o Lar.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