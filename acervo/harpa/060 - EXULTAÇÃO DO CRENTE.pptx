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EXULTAÇÃO DO CRENTE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cantai e entoai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Louvores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para nossa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Morreu na amarga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derramou,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tudo 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alvo do que a neve me tornou.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de'Jesusme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 Jesus 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cantarei louvores ao meu Rei, A meu Senhor Jesus, que me salvou.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conosco vos unir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guerra contra o mal;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nosso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marcha triunfal,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todos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e Seu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derramou p'ra nos salvar!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de'Jesusme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 Jesus 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cantarei louvores ao meu Rei, A meu Senhor Jesus, que me salvou.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Capitão da salvação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Cristo, o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0 Rei dos reis, o Redentor.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nosso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tudo vencerá, vitória nos dará;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salvos, nos conduzirá.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H.M.W.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de'Jesusme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de Jesus me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lavou!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cantarei louvores ao meu Rei, A meu Senhor Jesus, que me salvou.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