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573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A Graça de Nosso Senhor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573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graça de nosso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amor de Deus,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comunhão do Espírito Santo, Sejam conosco.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Amém, Amém.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