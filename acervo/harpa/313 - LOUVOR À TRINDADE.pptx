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313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LOUVOR À TRINDADE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Pai Eterno dai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Filho Seu também,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celestial Consolador,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Louvai p’ra sempre. amém!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