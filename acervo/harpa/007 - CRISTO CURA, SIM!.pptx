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CURA, SIM!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OS MALES DESTE MUNDO,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VALE SÓ;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MAL QUE DEUS NÃO CURE,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 NÓS TEM DÓ.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POR NÓS É IMENSO;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SIM!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DERRAMOU SEU SANGUE PURO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REMIR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UNGIDO SOU DE AZEITE,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CURADO, ENFIM!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POR NÓS É IMENSO;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SIM!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 NOSS’ALMA É BEM SEGURA,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OCULTA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O BÁLSAMO DA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DERRAMOU NA CRUZ.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POR NÓS É IMENSO;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SIM!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GLÓRIA,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LOUVOR;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CÂNTICOS E HOSANAS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AO REDENTOR!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CURA, SIM.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POR NÓS É IMENSO;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SIM!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