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QUEBROU OS MEUS GRILHÕES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quebrou os meus grilhões,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me comprou;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alma, de prisões,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resgatou.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pecador!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com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minha paz, e proteção,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bom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Auxílio certo na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Remédio para a dor,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pecador!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com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perigo temerei,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dores não mais sofrerei;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minha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pecador!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com amor!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Teu nome louvarei,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todo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ao mundo anunciarei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grande salvação.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pecador!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salva o perdido com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