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569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Morri na Cruz por 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569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“Morri na cruz por ti: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Morri pra te livrar!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sangue, ali, verti,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posso te salvar.”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569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“Morri! morri na cruz por ti: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fazes tu por mim?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Morri! morri na cruz por ti: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fazes tu por mim?”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569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“Vivi assim por ti,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dor, em dissabor,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tudo fiz aqui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Pra ser teu Salvador.”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569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“Morri! morri na cruz por ti: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fazes tu por mim?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Morri! morri na cruz por ti: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fazes tu por mim?”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569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"Sofri na cruz por ti,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fim de te salvar.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vida consegui,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tu irás gozar.”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569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“Morri! morri na cruz por ti: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fazes tu por mim?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Morri! morri na cruz por ti: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fazes tu por mim?”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569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trouxe a salvação,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Dos altos céus louvor.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 certo meu perdão,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 grande o meu amor!”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569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“Morri! morri na cruz por ti: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fazes tu por mim?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Morri! morri na cruz por ti: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fazes tu por mim?”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