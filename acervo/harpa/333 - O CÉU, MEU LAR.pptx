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333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CÉU, MEU 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o meu lar, o céu, o céu de luz; _x000D_Livre da carne, o véu, verei Jesus; _x000D_Oh! Que feliz serei ao lado do Senhor,_x000D_Louvando ao meu Rei, o Salvador!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o meu lar, o céu, o céu de luz;_x000D_Por mim sofreu, qual réu, o meu Jesus; _x000D_Oh! Que feliz serei no reino de amor, _x000D_Pois sempre gozarei, com meu Senhor!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o meu lar, o céu, o céu de luz;_x000D_E com os meus troféus vou a Jesus;_x000D_Oh! Que feliz serei quando, com mui fervor,_x000D_Aos pés estar do Rei, dando louvor!_x000D__x000D_                                                                                                           P.L.M.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