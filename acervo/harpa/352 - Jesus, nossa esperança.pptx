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nossa esperança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nossa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Vide santa - nós os ramos;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fervor e confiança,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Vera graça Te rogamos, Ó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corações contritos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nós apresentamos.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lavá-los, Jesus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sangue, suplicamos,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Tu tens resgatado,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e mais os purifica.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que os tens pra luz chamado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Suas almas santifica,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