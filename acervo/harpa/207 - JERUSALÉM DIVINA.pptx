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207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JERUSALÉM DIVINA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Jerusalém divina Visão de paz ditosa, De Cristo, santa esposa,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Radiante de esplendor;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fontes cristalinas,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vivos teus altares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anjos, aos milhares,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 cingem ao redor.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Mansão do Rei bendito,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doze tuas portas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sempre são transpostas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seres imortais;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Teus livros têm escritos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nomes dos remidos;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ti, serão ouvidos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hinos celestiais.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Teus Santos moradores,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glorioso canto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Proferem ao Deus santo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já lhes perdoou;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Entoam mil louvores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Cristo, qual cordeiro,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manso, num madeiro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eles se imolou!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mesmo Cristo amemos,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mesmo Deus temamos,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que por fé andamos,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Levando a Sua cruz;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prontos fruiremos,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umbrais passados,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Mil gozos preparados,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glória, com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