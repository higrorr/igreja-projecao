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119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INESGOTÁVEL É SEU AMOR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 louvado o bom Salvador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Livre é Seu amor, livre é Seu amor.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preparado para o pecador,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Fonte preciosa de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em Cristo queres confiar,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Livre é Seu amor, livre é Seu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vida eterna tu irás gozar,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Inesgotável é Seu amor.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Terno, te chama Jesus: queres ir?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pecador, ó pecador!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deixou para nós, ao subir,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Fonte preciosa de amor.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que vivendo em pecado há de estar?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Livre é Seu amor, livre é Seu amor.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te chama, ó vem sem tardar, Inesgotável é Seu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 as trevas por luz divinal,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Livre é Seu amor, livre é Seu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 Jesus quer livrar-te do mal, Inesgotável é Seu amor.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Terno, te chama Jesus: queres ir?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pecador, ó pecador!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deixou para nós, ao subir,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Fonte preciosa de amor.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Ó! se tu creres, perdão obterás,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Livre é Seu amor, livre é Seu amor; Vem o momento que tu bendirás; Inesgotável é Seu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te espera, ó ouve o chamar; Livre é Seu amor, livre é Seu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Fé em Seu nome te há de salvar. Inesgotável é Seu amor.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Terno, te chama Jesus: queres ir?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pecador, ó pecador!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deixou para nós, ao subir,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Fonte preciosa de amor.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