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579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Por que Te Afliges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por que te afliges, pobre coração?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teu Jesus quer dar consolação.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demais as cargas?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cruel a 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para o céu e vê teu lar de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Pesa na consciência teu pecado vil?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para a cruz, Jesus é tão gentil!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precioso sangue Ele já verteu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dar perdão e abrir caminho ao céu.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 comprimem garras de temor,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em aflições, confia no Senhor.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te protege, triste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te conduz ao céu com sua mão!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