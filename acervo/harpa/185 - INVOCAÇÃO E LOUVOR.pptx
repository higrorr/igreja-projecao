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INVOCAÇÃO E LOUVOR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Tu, ó Rei dos reis.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Guiar os teus fiéis p’ra Te louvar. Grande e glorioso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 de todo o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sobre nós reger,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Deus sem par!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Tu, Verbo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Fazer chegar aos céus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oração. Vem, sim, abençoar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povo e prosperar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Mensagem que falar da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Vem. Tu.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Inspira e dá fervor às orações;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Espírito de paz, afasta Satanás,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plena graça traz aos corações.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grande trino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os anjos Seus e nós também, A Deus nosso Senhor: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Pai, Filho e Condutor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sempre.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