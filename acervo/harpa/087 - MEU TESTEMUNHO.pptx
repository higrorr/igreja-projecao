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TESTEMUNHO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Justificado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me livrou;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meu Mediador,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Também, meu bom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sou Teu, e Tu és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guiarás para 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e paz me satisfaz Cristo, meu Mestre veraz.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Santificado fiquei,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Ele roguei;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 disse: tomai;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minha graça usai.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sou Teu, e Tu és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guiarás para 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e paz me satisfaz Cristo, meu Mestre veraz.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redimido,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Obra do meu Sumo Bem;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de graça ganhei;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por obras da lei.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sou Teu, e Tu és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guiarás para 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e paz me satisfaz Cristo, meu Mestre veraz.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 promessa me deu,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Guia santo do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me disse: ficai,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batismo esperai.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sou Teu, e Tu és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guiarás para 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e paz me satisfaz Cristo, meu Mestre veraz.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Ele busquei,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batizado fiquei,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Línguas estranhas falei,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Senhor exaltei.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sou Teu, e Tu és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guiarás para 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e paz me satisfaz Cristo, meu Mestre veraz.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vou trabalhar,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muitas almas ganhar;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Essas que Ele salvou,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Quando na cruz expirou.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S.N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sou Teu, e Tu és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guiarás para 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graça e paz me satisfaz Cristo, meu Mestre veraz.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