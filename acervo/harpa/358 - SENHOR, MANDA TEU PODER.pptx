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SENHOR, MANDA TEU PODER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fiéis oravam unidos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cenác'lo ao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foi do céu descido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0 real Consolador!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batiza cada um!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um vento veemente,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poder a casa encheu;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Línguas vieram sobre os crentes,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fogo, lá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batiza cada um!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Noutras línguas, sim, falaram,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Cristo concedeu;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Espírito transbordaram,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Exaltando o Rei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batiza cada um!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poder foi prometido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servos do Senhor: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p'ra todos concedido,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pedirem com fervor!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batiza cada um!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manda já o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batiza cada um!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