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588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Sou Mui Feliz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Fui pecador, perverso e mau,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Longe de Ti vaguei!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mui feliz eu hoje sou,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meu Deus e Rei.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percebi a tua voz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me chamar: "Oh, vem!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filho meu! Eu dar-te-ei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perdão! Sim, vem!”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Logo a teus pés, humilde, vim,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prostrei, Senhor!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sou feliz, porque senti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benigno amor!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