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Seara Está Madura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seara está madura;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trabalho pra fazer.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voz de Deus chamando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à ceifa te trazer!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labor o fruto aumenta, Quando vives sempre a orar.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Justa recompensa,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fores trabalhar.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Bem-aventurado o servo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viveu a trabalhar.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fiel o Pai declara: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"No meu gozo vais entrar."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labor o fruto aumenta, Quando vives sempre a orar.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Justa recompensa,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fores trabalhar.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