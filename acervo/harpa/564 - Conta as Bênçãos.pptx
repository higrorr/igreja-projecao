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564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Conta as Bênçãos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da vida as vagas procelosas são, Se, com desalento, julgas tudo vão, Conta as muitas bênçãos,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Dize-as duma vez,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verás, surpreso, quanto Deus já fez!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Conta as bênçãos! dize quantas são, Recebidas da divina mão!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dizê-las, todas duma vez,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verás, surpreso,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Deus já fez!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Tens acaso mágoas? Triste é teu lidar? E a cruz pesada, que tens de levar? Conta as muitas bênçãos,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duvidarás,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canto alegre os dias passarás.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Conta as bênçãos! dize quantas são, Recebidas da divina mão!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dizê-las, todas duma vez,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verás, surpreso,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Deus já fez!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vires outros com seu ouro e bens,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 que tesouros prometidos tens! Nunca os bens da terra poderão comprar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mansão celeste que vais habitar.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Conta as bênçãos! dize quantas são, Recebidas da divina mão!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dizê-las, todas duma vez,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verás, surpreso,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Deus já fez!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 o conflito fraco ou forte aqui,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 desanimes: Deus será por ti, Seu divino auxílio, minorando o mal,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 dará consolo, e galardão final.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Conta as bênçãos! dize quantas são, Recebidas da divina mão!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dizê-las, todas duma vez,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verás, surpreso,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Deus já fez!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