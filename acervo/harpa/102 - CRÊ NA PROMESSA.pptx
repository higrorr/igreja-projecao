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102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CRÊ NA PROMESSA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Hoje, Jesus pode te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crê na promessa;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teus pecados purificar;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crê na promessa.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 na promessa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crê na promessa;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Bênção dos céus, vida à flux! Somente crê na promessa.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alto, Jesus dará poder;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crê na promessa;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Sua alegria irás vencer;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crê na promessa.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 na promessa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crê na promessa;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Bênção dos céus, vida à flux! Somente crê na promessa.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graça vem receber;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crê na promessa;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Jesus quer te conceder.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crê na promessa.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 na promessa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crê na promessa;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Bênção dos céus, vida à flux! Somente crê na promessa.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recebera paz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crê na promessa;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Cheio serás do Consolador.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crê na promessa.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 na promessa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Somente crê na promessa;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Bênção dos céus, vida à flux! Somente crê na promessa.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