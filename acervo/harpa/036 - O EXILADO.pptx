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EXILADO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linda pátria estou bem longe; Cansado estou;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de Jesus saudade,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quando é que eu vou? Passarinhos, belas flores,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Querem m'encantar;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vãos terrestres esplendores,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contemplo o meu 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deu a Sua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vem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está com pressa,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já voar.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foram muitos,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culpado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Seu sangue põe-me limpo;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para pátria 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filho de seu lar saudoso,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passarinho para o ninho,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os braços Seus fugir;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fiel - Sua vinda é certa,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Quando... Eu não sei.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manda estar alerta;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exílio voltarei.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vinda aguardo eu cantando;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lar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passos hei de ouvir soando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 escuro véu.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Passarinhos, belas flores,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Querem m'encantar;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vãos terrestres esplendores,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contemplo o meu 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