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Pão da Vida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pão da vida, descido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paz, saúde e vigor;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pão celeste, mandado por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Cristo, 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Redentor, vem sem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pecador o mal sanar!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algum perdido buscar Tua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 vem a paz lhe 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tardes mais, amoroso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me confortar!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gozo santo p'ra quem tem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 lembrar do seu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falar do amor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grande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jugo é doce,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fardo é leve, que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não posso levar minha cruz, Depressa vem me ajudar;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tardes mais, amoroso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me confortar!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duras provas e perseguições,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fazes o fiel passar;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vencer há de ter galardão, Também no céu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lá verei Teu esplendor,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glória.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puder carregar minha cruz, Depressa vem me auxiliar;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tardes mais, amoroso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me confortar!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Teu insondável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faz sentir no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 de Deus, este santo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viverei, então;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Jesus, eu dou louvor;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dás graça e vigor;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o pão que a vida produz;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Minh'alma vem alimentar;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tardes mais, amoroso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vem me confortar!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