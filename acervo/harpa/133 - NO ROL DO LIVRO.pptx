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6000">
                <a:solidFill>
                  <a:srgbClr val="FFFFFF"/>
                </a:solidFill>
                <a:latin typeface="Arial"/>
              </a:rPr>
              <a:t>NO ROL DO LIVRO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nome, por inteiro,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Escrito está nos céus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livro do Cordeiro,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livro do bom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Teremos a vitória, olhando no Senhor; Por isso, damos glórias e gran louvor.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por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livro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rol dos filhos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nos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glória, aleluia! Amém.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por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livro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rol dos filhos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nos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glória, aleluia! Amém.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Alegres nós andamos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graça do Senhor;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nela nós achamos poder consolador! De Cristo recebemos, ajuda e vigor; Avante, pois marchemos,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Sem mais temor.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por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livro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rol dos filhos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nos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glória, aleluia! Amém.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criaturas, somos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Remidas por Jesus,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qual eleitos fomos,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Pra desfrutar a luz,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Nós temos, por herança,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Jesus nos altos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Também a esperança de ver a Deus.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por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livro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rol dos filhos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nos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glória, aleluia! Amém.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Contentes, levantemos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olhos para os céus,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Escritos nós já temos,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Os nomes, lá por Deus;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Sentindo grande gozo,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Servindo ao Senhor,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Ao Todo-poderoso, ao Redentor.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>
                <a:solidFill>
                  <a:srgbClr val="FFFFFF"/>
                </a:solidFill>
                <a:latin typeface="Arial"/>
              </a:rPr>
              <a:t>Harpa 133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por Deus,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livro da vida,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No rol dos filhos Seus,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Teu nome escrito, irmão,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Está nos céus; 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Oh! glória, aleluia! Amém.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