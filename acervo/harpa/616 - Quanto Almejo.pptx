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616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Quanto Almejo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almejo, lar celeste,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glória ver!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Vestes brancas, perenais,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Deus receber!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almejo junto aos coros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voz erguer!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meu Mestre caminhar,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meu prazer!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almejo sua volta,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Vê-lo vir em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em breve desfrutar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paz com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