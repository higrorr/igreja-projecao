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153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SOLDADOS DE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Soldados de Cristo que entrastes na lida. Lutai sem desmaio, lutai com valor;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inimigo levai de vencida,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 que Cristo é nosso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Soldados de Cristo, marchai sempre avante,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Levando à destra as armas da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almas perdidas buscai triunfantes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prestes, levai-as a Cristo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Peleja, ó crente, a santa peleja,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Prossegue avante por Cristo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sê mui valente; na frente estejas, Dizendo que Cristo morreu numa cruz.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Soldados de Cristo, marchai sempre avante,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Levando à destra as armas da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almas perdidas buscai triunfantes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prestes, levai-as a Cristo Jesus.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aurora se acerca do dia faustoso,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 prêmio terão a fé e o valor;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nele, Jesus, galardão grandioso,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Dará a qualquer que sair vencedor.	J.T.L.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Soldados de Cristo, marchai sempre avante,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Levando à destra as armas da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almas perdidas buscai triunfantes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prestes, levai-as a Cristo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