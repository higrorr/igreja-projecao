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MILÍCIA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Milhares de milhares em refulgente luz!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os guerreiros santos,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Milícia de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Completa, sim,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Completa sua longa luta aqui,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Cristo, seu Senhora 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Vão descansar ali;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doces sinfonias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Encham a terra e o céu!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coros d’aleluias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Rompem além do véu!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chegou o dia, o dia triunfal,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Cristo reinará, enfim,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glória divina!.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não há mais choro,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há mais tentação;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dores, as tristezas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sempre fugirão,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remidos todos verão seu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transformados, todos,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Serão como o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