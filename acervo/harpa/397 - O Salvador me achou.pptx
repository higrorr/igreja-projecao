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Salvador me achou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pecados e temor o Salvador me achou,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indigno pecador, sem ter do céu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Calvário ao morrer minh’alma resgatou;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perdão foi consumado lá na cruz.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Senhor, vem pecador: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terno e mui fie!, vem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Senhor, Deus é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Sua terna voz “Vem, pecador”!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sepulcro ressurgiu meu Redentor Jesus; Ele a morte já venceu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também o nosso algoz;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eterna o pecador goza por Sua cruz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os mortos hão de ouvir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terna voz.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Senhor, vem pecador: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terno e mui fie!, vem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Senhor, Deus é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Sua terna voz “Vem, pecador”!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 subiu Jesus, ganha a vitória cá.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dextra do bom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tem-No por Mediador,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Intercede em teu favor, não te detenhas lá.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desprezes esta voz de teu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Senhor, vem pecador: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terno e mui fie!, vem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ao Senhor, Deus é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Sua terna voz “Vem, pecador”!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