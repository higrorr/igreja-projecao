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SENHOR SALVA A TODO O PECADOR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 a todo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Salvação! Salvação!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tem poder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todo o mal vencer,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Salvação! Salvação!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 e redenção!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já me amou e me salvou. Glória dou e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que me salvou.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Jeová,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santidade dá;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Salvação! Salvação!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paz e vivo já,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em mim está.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Salvação! Salvação!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 e redenção!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já me amou e me salvou. Glória dou e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que me salvou.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Falarei sempre o que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Exaltando o meu 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Salvação! Salvação!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Seu sangue já verteu,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tornar-me filho Seu,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Salvação! Salvação!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 e redenção!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já me amou e me salvou. Glória dou e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que me salvou.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Cantaremos, sempre ali,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sairmos nós daqui;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Salvação! Salvação!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Exaltando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Louvaremos com fervor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Salvação! Salvação!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 e redenção!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já me amou e me salvou. Glória dou e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que me salvou.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