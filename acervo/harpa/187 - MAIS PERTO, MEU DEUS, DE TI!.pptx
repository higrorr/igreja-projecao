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MAIS PERTO, MEU DEUS, DE TI!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Deus, de Ti!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que seja a 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una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hei de suplicar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Deus, de Ti!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Andando triste,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solidão,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 descanso a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braços 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trevas vou sonhar,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Maia perto quero estar,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quero estar,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Deus, de Ti!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Minh'alma cantará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Betel alçará Padrão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sempre hei de rogar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quero estar,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quero estar,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Deus, de Ti!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Cristo, enfim,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vier chamar,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céus com serafins, Irei morar. Então me alegrarei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de Ti, meu Rei.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de TI, meu 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Deus, de 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