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Gozo em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gozo sinto em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mim expirou na cruz;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deu divina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meu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 glória vejo em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deu santo gozo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bendita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 os raios brilham lá na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qual morreu Jesus.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avante quero eu andar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no céu chegar.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Livre do pecado já estou,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abismo me retirou,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rocha eterna me firmou;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meu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 glória vejo em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deu santo gozo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bendita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 os raios brilham lá na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qual morreu Jesus.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avante quero eu andar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no céu chegar.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Divinal louvor Jesus me deu;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Harmonia que vem do céu;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Cantarei, alegre, Cristo é meu,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meu Jesus!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 glória vejo em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deu santo gozo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bendita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 os raios brilham lá na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qual morreu Jesus.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avante quero eu andar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no céu chegar.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nova hei de proclamar;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hão de assim chegar.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glória receber, sem par,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meu Jesus!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 glória vejo em Jesus,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Santo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bendita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Cujo os raios brilham lá na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qual morreu Jesus.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avante quero eu andar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no céu chegar.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