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PAI BONDOSO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Pai bondoso tenho lá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Pai bondoso tenho lá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Ele breve eu irei,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meu Pai, no céu verei;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irei, eu irei, eu irei ao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irei, eu irei, eu irei ao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Pai me chama, vou andar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Sua face contemplar.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Salvador eu tenho lá no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Salvador eu tenho lá no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Ele presto eu irei,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esplendor no céu verei,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verei, eu verei, eu verei no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verei, eu verei, eu verei no céu.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ao céu me levará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grande gozo me dará.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coroa tenho lá no céu: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coroa tenho lá no céu;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espinhos a teve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eu terei de esplendor,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terei, eu terei, eu terei no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terei, eu terei, eu terei no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coroa me dará,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minha fronte cingirá.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nos encontraremos lá no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nos encontraremos lá no céu;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Unidos todos ao Senhor,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cheios sempre de amor;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Andarei, andarei, andarei p'ro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Andarei, andarei, andarei p'ro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paz eterna lá terei.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face de Jesus verei.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