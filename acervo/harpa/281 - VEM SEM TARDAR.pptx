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281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VEM SEM TARDAR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281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 a Cristo, sem tardar,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te queiras recusar,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amigo, vem depressa a Jesus!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 das trevas para a luz,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Cristo quer te consolar,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 a Ele, ó perdido, sem tardar!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281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Sem tardar, vem sem tardar;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Sem tardar, vem sem tardar.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aceita a salvação,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teu pobre coração,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 Cristo te convida: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 “Sem tardar”.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281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 a Cristo, sem tardar,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Um tesouro te quer dar;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Ele quer te conceder real perdão; Cristo vê teu coração,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Tua alma a soluçar;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 a Ele, á perdido, sem tardar!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281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Sem tardar, vem sem tardar;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Sem tardar, vem sem tardar.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aceita a salvação,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teu pobre coração,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 Cristo te convida: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 “Sem tardar”.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281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 a Cristo, sem tardar,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Seus dons te quer fartar,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riquezas que jamais se perderão. Vem, estende a tua mão,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Cristo quer te perdoar!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 a Ele, ó perdido, sem tardar!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281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Sem tardar, vem sem tardar;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Sem tardar, vem sem tardar.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aceita a salvação,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teu pobre coração,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 Cristo te convida: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 “Sem tardar”.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281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 a Cristo sem tardar,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Tua tenda vem firmar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Sobre a rocha que do mal te guardará; O receio larga já,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 pra Cristo te salvar;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Ele mesmo te avisa: “Sem tardar”!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281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Sem tardar, vem sem tardar;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Sem tardar, vem sem tardar.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aceita a salvação,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teu pobre coração,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 Cristo te convida: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 “Sem tardar”.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