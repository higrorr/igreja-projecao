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604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Senhor, os Mensageiros Teus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os mensageiros teus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Irão levar por onde for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luz da graça ao mundo mau,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fé no Salvador.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envia obreiros bons,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fé, coragem, zelo e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Fiéis a Ti e ao seu dever,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Leais ao Redentor.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possamos todos nós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 do teu perdão falar;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do mal cativo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Jesus voltar.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