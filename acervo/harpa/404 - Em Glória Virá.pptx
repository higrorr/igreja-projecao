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Glória Virá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 do céu, seu Senhor, o fiel Aguarda orando, pois há de voltar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nuvem, em glória o Emanuel,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grande poder, a fim de o buscar.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virá o Filho de Deus, Sempre orando Jesus esperai;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virdes a “estrela da alva” no céu, Alerta estai!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Pai amoroso, envia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crente fiel O espera do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manda-lhe logo a celeste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há de vir o Filho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virá o Filho de Deus, Sempre orando Jesus esperai;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virdes a “estrela da alva” no céu, Alerta estai!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santo Evangelho se há de cumprir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breve nas nuvens veremos Jesus; “Assim descerá como O vistes subir"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S’imolou por nós sobre a cruz!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virá o Filho de Deus, Sempre orando Jesus esperai;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virdes a “estrela da alva” no céu, Alerta estai!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