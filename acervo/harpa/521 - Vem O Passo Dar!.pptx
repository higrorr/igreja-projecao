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O Passo Dar!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pecado vem já pra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quer perdoar.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as trevas, vem já para a luz; Vem tua vida salvar.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Vem! Vem! Vem o passo 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teu coração entregar;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 dizer: “Jesus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pecado limpo estou”.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o pecado outra fonte não há,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 pode limpar;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teus temores e culpas, vem já NEle te refugiar.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Vem! Vem! Vem o passo 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teu coração entregar;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 dizer: “Jesus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pecado limpo estou”.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oferta por ti fez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te purificar!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o Seu sangue no alto da cruz; Vem tua alma lavar!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Vem! Vem! Vem o passo 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teu coração entregar;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 dizer: “Jesus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pecado limpo estou”.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dar o passo, sem hesitação, Jesus te quer perdoar;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mesmo toma a salvação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tua vida salvar.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Vem! Vem! Vem o passo 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teu coração entregar;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Já dizer: “Jesus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pecado limpo estou”.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