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342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As Cordas do Coração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meu coração vibram as cordas,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Afinadas pra o Mestre louvar: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pecado este som não outorga: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o Gólgota as pode afinar.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Glória a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Gólgota a minh’alma afinou! Aleluia! Glória a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Calvário a minh’alma afinou!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fomos no mundo afinados, Mas não era agradável o som;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no Gólgota já transformados. Temos nova harmonia e tom.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Glória a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Gólgota a minh’alma afinou! Aleluia! Glória a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Calvário a minh’alma afinou!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Jesus quem as almas afina,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instrumento Ele cuida mui bem, Cada dia o som mais refina,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tocar os acordes de além.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Glória a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Gólgota a minh’alma afinou! Aleluia! Glória a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Calvário a minh’alma afinou!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provar esta afinação queres.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chega-te á cruz com amor; Harmonia terás se estiveres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Jesus, o teu afinador!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Aleluia! Glória a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Gólgota a minh’alma afinou! Aleluia! Glória a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 Calvário a minh’alma afinou!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