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Gozo e Vida Tenho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 vida tenho no meu coração, Desde que Jesus Cristo deu-me seu perdão.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