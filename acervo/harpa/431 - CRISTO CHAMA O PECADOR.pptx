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CHAMA O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chama, chama,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com muito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"Hoje vem a Mim, pecador!"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dá teu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Manchado já por mal atroz;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hoje, vem! Bela ocasião!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queres vir a esta voz?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ao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Senhor, e benfeitor;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já, vem sem tardar,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Aceitarás o Salvador?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chama, chama,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com muito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"Hoje vem a Mim, pecador!"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t'esperar está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quer te dar amor sem par;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mais, vem para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ouves tu Jesus chamar?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ao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Senhor, e benfeitor;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já, vem sem tardar,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Aceitarás o Salvador?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chama, chama,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com muito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"Hoje vem a Mim, pecador!"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Amanhã? Não viverás...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lavar... teu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feliz tu perderás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terás mais salvação.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ao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Senhor, e benfeitor;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já, vem sem tardar,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Aceitarás 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Aceitarás o Salvador?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