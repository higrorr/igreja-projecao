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GLÓRIA AO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nosso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Glória a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Nosso grande Redentor.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