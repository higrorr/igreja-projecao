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SOIS BEM-VINDOS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Nossas vozes jubilosas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Elevamos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vinda amistosa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obreiros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Campeões de Jeová!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Parabéns, mas não fingidos,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congregação vos dá.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Recebei os lutadores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verdade,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 a Jesus louvores,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os trouxe com vigor.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Campeões de Jeová!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Parabéns, mas não fingidos,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congregação vos dá.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Abraçai os bons soldados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fileiras de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lutam denodados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difundir 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Campeões de Jeová!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Parabéns, mas não fingidos,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congregação vos dá.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fiéis é bem superno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Trabalhar sem dilação;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fazer que o Rei eterno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Reine em cada coração!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bem-vindos,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Campeões de Jeová!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Parabéns, mas não fingidos,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congregação vos dá.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