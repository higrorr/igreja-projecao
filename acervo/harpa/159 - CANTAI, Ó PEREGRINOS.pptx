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Harpa 159</a:t>
            </a:r>
          </a:p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CANTAI, Ó PEREGRINOS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159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Cantai, ó peregrinos, na lida não canseis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vossa fé crescendo, as harpas já tocai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Eu sobre o monte santo e glorioso estou,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para a minha pátria celestial já vou.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159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Cantai, continuamente,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louvai p'ra todo o sempre;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Meu coração transborda com divinal louvor.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Cantai, continuamente,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louvai p'ra todo o sempre;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Meu coração transborda com divinal louvor.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159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Cantai, ó peregrinos, enquanto aqui estais;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Cantai, a Jesus Cristo, enquanto assim passais;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Cantai a velha história de Deus e Seu amor;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coro sempiterno responde, com fervor.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159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Cantai, ó peregrinos, em breve estareis,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Cantando melhor hino, junto ao Rei dos reis,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Com os que foram antes, e nos esperam lá,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	Encontraremos todos, e nada turbará.	             	                                                J.F.J.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