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A ASSEMBLÉIA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Assembléia de Deus, vem comigo,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Ouvir a Palavra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a certeza, contigo,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é o caminho dos céus.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vem, vem,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à Assembléia e louvemos Ao nosso bom Deus Redentor, Pois maior alegria não temos, Que fruir Seu imenso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irmão, à Assembléia dos Santos,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Sentir o poder do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entoar lindos cantos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Exultando no Consolador.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vem, vem,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à Assembléia e louvemos Ao nosso bom Deus Redentor, Pois maior alegria não temos, Que fruir Seu imenso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Assembléia de Deus tu estejas Humilde aos pés do Senhor; Santidade convém à Igreja,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gozarmos celeste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vem, vem,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à Assembléia e louvemos Ao nosso bom Deus Redentor, Pois maior alegria não temos, Que fruir Seu imenso amor.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sentimos a santa presença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nosso querido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Anulada foi tua sentença;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as trevas e vem para a luz.	                                                                                                   P.L.M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vem, vem,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à Assembléia e louvemos Ao nosso bom Deus Redentor, Pois maior alegria não temos, Que fruir Seu imenso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