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TOMARÁ CONTA DE 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o tempo, irmão, o Senhor Tomará conta de ti.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fala de vida e amor, Tomará conta de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descansa, sempre aqui, Pois tem cuidado Deus, de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toda prova, irmão, o Senhor Tomará conta de ti.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é teu amado Pastor, Tomará conta de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descansa, sempre aqui, Pois tem cuidado Deus, de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toda parte, irmão, o Senhor Tomará conta de,ti.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nos dá poder e valor, Tomará conta de 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descansa, sempre aqui, Pois tem cuidado Deus, de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a morte, irmão, o Senhor Tomará conta de ti.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será teu fiel condutor: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Tomará conta de 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tomará conta de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descansa, sempre aqui, Pois tem cuidado Deus, de 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