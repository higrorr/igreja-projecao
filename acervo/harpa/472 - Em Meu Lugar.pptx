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472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Em Meu Lugar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Jesus lá na cruz já sofre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meu lugar, em meu lugar;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por mim Ele ali padeceu,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a minh'alma salvar.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Jesus, meu pecado cravou Sobre a cruz, sobre a cruz;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Sangue precioso minh'alma lavou; Glória ao bondoso Jesus.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