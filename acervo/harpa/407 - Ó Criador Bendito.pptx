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407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Ó Criador Bendito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Criador bendito, ó fonte de esperança,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Ti, ó Pai contritos, buscamos com confiança;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deste em herança a glória sempiterna;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pão da vida eterna, ó manda-nos dos céus!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Excelso Criador, supremo benfeitor,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Teu amor derrama em nós, qual viva chama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Excelso Criador, supremo benfeitor,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Teu amor derrama, por Teu Consolados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Unidos esperamos o Teu celeste ensino;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manda, suplicamos por Teu poder divino;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Aceita este hino, que nós a Ti cantamos,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gratos Te louvamos, por Tua salvação.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Excelso Criador, supremo benfeitor,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Teu amor derrama em nós, qual viva chama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Excelso Criador, supremo benfeitor,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Teu amor derrama, por Teu Consolados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coração se alegra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alma está contente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dia que se ao Deus Onipotentes;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paz profunda sente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alma do perdido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hoje é um remido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Cristo, o Salvador.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407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Excelso Criador, supremo benfeitor,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Teu amor derrama em nós, qual viva chama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Excelso Criador, supremo benfeitor,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Teu amor derrama, por Teu Consolados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