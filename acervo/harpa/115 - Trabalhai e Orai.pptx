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115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Trabalhai e Orai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 trabalhar pra meu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Levando a palavra com amor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eu cantar e orar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ocupado quero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 na vinha do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Trabalhai e orai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seara e na vinha do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desejo é orar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ocupado quero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na vinha do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quero, cada dia trabalhar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Escravos do pecado libertar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Conduzi-los a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guia, nossa luz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 na vinha do Senhor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Trabalhai e orai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seara e na vinha do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desejo é orar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ocupado quero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na vinha do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 ser obreiro de valor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Confiando o poder do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quiseres trabalhar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Acharás também lugar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 na vinha do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Trabalhai e orai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seara e na vinha do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desejo é orar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ocupado quero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na vinha do Senhor.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