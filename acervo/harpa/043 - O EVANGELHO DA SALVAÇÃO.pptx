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EVANGELHO DA SALVAÇÃO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Ouves, como o Evangelho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dá vera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transforma o homem velho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Numa nova criação?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algum em mim não via,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somente corrupção,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cansado da porfia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achei perdão.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pomba que cansada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na arca repousar,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minh'alma fatigada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vai descansar;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corvo foi s'embora,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mortos foi pousar,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fazes tu agora?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Quererás ao mal voltar?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a minha arca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posso repousar,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dali, do mal as marcas,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eu posso avistar!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doce a chamada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mim me fez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"Vem, ó alma tão cansada,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das trevas para luz".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 que estás ouvindo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mensagem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na arca és bem-vindo,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refúgio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as águas do pecado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te alcançarão,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morte despertado,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Baterás na porta em vão!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