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330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Fé dos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que uma vez foi entregue aos santos,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vem por Jesus, e nos seca o pranto,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Podem os crentes, sem ter nenhum espanto,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Prosseguir nas pisadas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tristezas, nas lutas, na dor, Recorriam ao caro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vitória lhes dava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vertido na cruz.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cristãos foram por tribunais vis julgados, Nas prisões, inocentes, à força lançados,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seus bens terrestres despojados,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alegres seguiram 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tristezas, nas lutas, na dor, Recorriam ao caro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vitória lhes dava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vertido na cruz.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Peregrinos os santos no mundo andavam, Nas cavernas da terra se refugiavam,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 ali reunidos, celebravam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seu amado Salvador.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tristezas, nas lutas, na dor, Recorriam ao caro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vitória lhes dava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vertido na cruz.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é que nós, crentes, sempre devemos Nos firmar em Jesus e assim venceremos,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dia, no céu encontraremos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fiéis, que amaram 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não teremos mais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pranto ali há de findar,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perto do nosso Senhor, Nossa alma, enfim, repousar.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