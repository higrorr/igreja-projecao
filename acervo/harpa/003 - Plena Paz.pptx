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Plena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Plena paz e santo gozo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em Ti, ó meu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cri em Tua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Morte sobre 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Senhor só confiando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viverei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ao meu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 digno de louvor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meu Rei, meu bom Pastor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os anjos que O louvam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também O louvarei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de Jesus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mui grande para mim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Sua graça me encheu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amor sem fim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 foi para a glória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um dia eu O verei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ao meu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 digno de louvor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meu Rei, meu bom Pastor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os anjos que O louvam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também O louvarei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mundo não deseja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bondoso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sabendo agradecer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grande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porém, estou gozando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favor da Sua lei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ao meu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 digno de louvor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meu Rei, meu bom Pastor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os anjos que O louvam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também O louvarei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israelita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se consertar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glória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Seu nome sem cessar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Nesse tempo, céu e terra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de ser a mesma grei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ao meu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 digno de louvor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meu Rei, meu bom Pastor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os anjos que O louvam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também O louvarei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ao meu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 digno de louvor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meu Rei, meu bom Pastor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os anjos que O louvam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também O louvarei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Entoando aleluias ao meu Rei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