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Salmo 121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Ergo os meus olhos para os altos montes: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socorro, de onde me virá?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socorro vem do Deus eterno Que fez a terra, fez o céu e o 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guarda se teu pé vacila: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guarda nunca tosquenejará.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tua sombra: nem de noite a lua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o sol de dia te molestarão.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males Ele é quem afasta, Pois tua alma Ela guardará.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a saída, guarda a tua entrada, Sim, desde agora, para sempre,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