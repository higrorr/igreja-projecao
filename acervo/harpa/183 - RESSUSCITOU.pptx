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RESSUSCITOU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sepultura, para o céu, Jesus voltou, Depois que o pecado aniquilou;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 poder foi que ressuscitou,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liberdade aos presos proclamou; Tremendo, a terra O saudou,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 da morte se levantou.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Ressuscitou! Ressuscitou!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Jesus tornou;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voltará, também de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mundo, então reinará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riso, o pranto dos discípulos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tornou,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vivo, Cristo se apresentou;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“Parti p’ra Galiléia, ordenou,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promessa santa revelou: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“Poder do alto, eu vos dou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ao meu Pai, pedi-lo vou".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Ressuscitou! Ressuscitou!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Jesus tornou;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voltará, também de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mundo, então reinará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a Sua mão divina levantou, Abençoando seres que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triunfante, para o céu tornou.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nuvem logo O ocultou;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promessa lhes deixou: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“Eis que convosco pra sempre estou”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Ressuscitou! Ressuscitou!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Jesus tornou;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voltará, também de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mundo, então reinará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Sentado à destra de Deus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Esposa suplicando já;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disto não cogita cá,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vê a luz que brilha lá;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breve, Cristo voltará,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só os Seus, ao céu levará.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Ressuscitou! Ressuscitou!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Jesus tornou;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voltará, também de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mundo, então reinará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