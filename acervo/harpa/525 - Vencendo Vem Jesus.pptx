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525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Vencendo Vem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refulge a glória eterna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o Rei dos reis!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os reinos deste mundo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Seguirão as suas leis!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sinais da sua vinda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se mostram cada vez: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Vencendo vem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Vencendo vem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clarim que chama os crentes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batalha já soou: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à frente do seu povo,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Multidões já conquistou.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inimigo, em retirada,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furor já demonstrou: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Vencendo vem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Vencendo vem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em glória refulgente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as nuvens descerá,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nações e os reis da terra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poder governará.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em paz e santidade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terra regerá: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Vencendo vem Jesus!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Vencendo vem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fim entronizado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nações irá julgar: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Todos, grandes e pequenos,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Juiz hão de encarar.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remidos triunfantes,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 irão cantar: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“Venceu o Rei Jesus!”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Glória! glória! Aleluia! Glória! glória! Aleluia! Glória! glória! Aleluia! Venceu o Rei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