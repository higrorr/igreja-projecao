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611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Cristo, Comandante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avante! manda o General; Sempre avante! guerra contra o mal! Firmes, fortes, nunca vacilar!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os seus fiéis irão ganhar.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