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Anseio um Lugar de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Anseio a paz, um lugar de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Saudoso estou deste lar feliz;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 em vestes de fulgor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sempiterno, bom pais.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virão os pecados vis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penetrar nos portais de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no centro do pais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trono eterno de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fruir infindáveis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viver são os sonhos meus;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doce enlevo que me traz,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Real se torne, queira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