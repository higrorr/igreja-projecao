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160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DEUS NOS QUIS SALVAR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unidos, vamos publicar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nos quis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nos quis salvar,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precioso sangue de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Vertido lá na cruz.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nos quis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nos quis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Co'o sangue do Senhor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irmãos, devemos avançar,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Olhando para a cruz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ao mundo vamos proclamar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nos quis salvar,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nos quis salvar.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que, mui breve, há de vir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gloriosa luz.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nos quis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nos quis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Co'o sangue do Senhor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irmãos, devemos avançar,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Olhando para a cruz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sã Palavra fomos encontrar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nos quis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nos quis salvar,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no céu veremos o Senhor, Repletos de amor!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nos quis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nos quis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Co'o sangue do Senhor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irmãos, devemos avançar,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Olhando para a cruz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Alegres, sempre temos que cantar: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nos quis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nos quis salvar.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Sua graça, pelo Seu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Louvemos ao Senhor!	P.L.M.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nos quis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 nos quis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Co'o sangue do Senhor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irmãos, devemos avançar,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Olhando para a cruz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