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Sou Feliz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Sou feliz, feliz, feliz no meu viver! Sou feliz, pois tenho um grande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quando me salvou com o seu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Vivo alegre, mui feliz no seu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