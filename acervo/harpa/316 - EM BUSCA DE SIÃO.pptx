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BUSCA DE SIÃO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Saindo do Egito em busca de Sião,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 guiou-me com Sua forte mão;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Levou-me em vitórias pelo fogo e o mar;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canto a Deus, pela salvação sem par.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perto de Jesus e vendo o galardão,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Canaã eu sigo, lá está meu coração;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p'ra grande herança, há de me levar,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deu-me esperança, eu hei de aqui louvar.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Andei eu pelos campos, onde fruto achei;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Hebron, uvas vivas também eu apanhei,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melhor mel, vinho e leite eu encontrei,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escravidão do Egito jamais eu voltarei.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lutas desta vida eu não sinto mais,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sempre vou cantando Sua graça, amor e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marchando para o eterno 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breve, lá no céu - minha pátria - hei de estar. F.V.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busquem mais a Mim na escravidão,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Ergui a tenda, enfim, na terra de Sião.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