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AMOR INESGOTÁVEL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amor de Cristo, que não terá igual; A Sua vera graça, sublime e eternal, E a misericórdia imensa como o mar, A qual ao céu atinge, com gozo, hei de cantar.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é inesgotável O amor de meu Jesus! Rico e Inefável; nada é comparável Ao amor de meu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Jesus andou no mundo, e o povo O procurou, E todas as angústias, sim, aos Seus pés deixou; E Seu amor brotava, qual rio divinal. Pujante, forte, imenso, sanando todo o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Também, nos olhos cegos pôs uma nova luz, A luz que nos dá vida, que já brilhou na cruz; E deu também às almas, a glória de Seu ser, Ao implantar Sua graça, e Seu real poder.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O amor de Jesus Cristo, no mundo, é um fanal, Que marca vitorioso a senda do ideal; Embora passem os anos, é sempre eficaz,  Precioso é dar à alma incomparável paz.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