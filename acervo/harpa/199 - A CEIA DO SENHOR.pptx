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199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CEIA DO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reunidos aqui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fim da Tua morte lembrar;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Partindo este pão nos lembramos de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nos venhas buscar.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cálice que vamos beber,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símbolo do sangue Teu,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qual nunca devemos nos esquecer; Por ele nós temos o céu.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Faz-nos sempre dignos,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Tua divinal comunhão;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Teu corpo e sangue purificador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dá veraz salvação.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