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À PORTA DO CORAÇÃO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está batendo assim,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enche-me de comoção?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procurará por mim?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bater no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bate, diz com mansidão: Eu sou Jesus, te vim salvar; Abre, duro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Dentro de ti quero cear.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será? Quem pode ser?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bater no coração! Que farei? Que vou fazer?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vale estou da decisão.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bate, diz com mansidão: Eu sou Jesus, te vim salvar; Abre, duro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Dentro de ti quero cear.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escuto eu bater?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Eu sou Jesus, o bom Jesus: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logo, sem temer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 dar a minha luz.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bate, diz com mansidão: Eu sou Jesus, te vim salvar; Abre, duro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Dentro de ti quero cear.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entra,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 te quero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achei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em mim queiras morar.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coração, ó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trazendo Teu perdão! Concedendo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Tenho, assim, a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