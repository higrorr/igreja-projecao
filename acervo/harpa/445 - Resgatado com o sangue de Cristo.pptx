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Resgatado com o sangue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ouro e prata não fui resgatado, Tesouro terrestre, jamais me livrou;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preço foi o sangue de Cristo, manado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do Calvário onde a vida raiou!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prata e ouro não fui remido,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por tesouro de mui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pelo sangue que foi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meu Salvador!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ouro e a prata valor, oh! não tinham Pra satisfazer a justiça de Deus.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Cristo pagou toda a dívida minha; Encheu-me de amor e de paz lá do céu.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prata e ouro não fui remido,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por tesouro de mui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pelo sangue que foi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meu Salvador!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ouro e por prata não pude chegar-me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de Deus e o perdão obter;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 Cristo, eu pude lançar-me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 divina e o favor receber.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prata e ouro não fui remido,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por tesouro de mui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pelo sangue que foi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meu Salvador!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ouro e por prata não fui redimido;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entrada do céu não se pode comprar; Mas, só pelo sangue de Cristo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poderemos a glória alcançar.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prata e ouro não fui remido,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por tesouro de mui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pelo sangue que foi vertido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meu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