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PASTOR E AS OVELHAS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 o Pastor as ovelhas,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um amor paternal,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 o Pastor seu rebanho,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um amor sem igual;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 o Pastor inda outras,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desgarradas estão,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comovido as procura,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onde quer qu'elas vão.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desertos errantes,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Vêem-se a sofrer penas mil,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ao achá-las, nos ombros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Leva-as ditoso, ao redil.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 o Pastor seus cordeiros,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inefável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que, às vezes, perdidos,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Gemendo se ouvem de 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Vede o Pastor comovido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colinas vagar,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cordeiros nos ombros,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Vede-O, levando ao lugar.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desertos errantes,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Vêem-se a sofrer penas mil,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ao achá-las, nos ombros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Leva-as ditoso, ao redil.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 as noventa e nove,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redil abrigou;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 a que, desgarrada,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Np campo se desviou;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"Ó minha ovelha perdida!"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 o dolente Pastor;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irá em sua ajuda,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salvá-la, Senhor?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desertos errantes,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Vêem-se a sofrer penas mil,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ao achá-las, nos ombros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Leva-as ditoso, ao redil.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delicados teus pastos,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quietas tuas águas são;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Eis-nos aqui, á bom Mestre,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veraz direção,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Faz-nos obreiros zelosos,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Enche-nos de santo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ovelhas perdidas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redil, bom Senhor.	J.T.L.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desertos errantes,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Vêem-se a sofrer penas mil,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ao achá-las, nos ombros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Leva-as ditoso, ao redil.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