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99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EIS O DIA A DECLINAR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o dia a declinar,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convida a meditar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grande insigne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bendito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louvar!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Santo! Santo!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 Senhor dos céus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terra louve a TI;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céu, tudo adore 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Bondoso Deus!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Glorioso no poder!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Infinito no saber!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mais plena perfeição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justiça e no perdão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fazes ver!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Santo! Santo!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 Senhor dos céus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terra louve a TI;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céu, tudo adore 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Bondoso Deus!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profunda escuridão,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a nossa petição,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teus filhos proteger,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seguros sempre os ter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Tua mão.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Santo! Santo!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 Senhor dos céus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terra louve a TI;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céu, tudo adore 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Bondoso Deus!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tudo, enfim, passar,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Céus, estrelas, terra e mar,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cruz do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Faz-nos no Teu grande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Contigo estar!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Santo! Santo!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 Senhor dos céus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terra louve a TI;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céu, tudo adore 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Bondoso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