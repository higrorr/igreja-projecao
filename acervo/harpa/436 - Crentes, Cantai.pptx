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436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Crentes, Cantai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Crentes, cantai e entoai louvores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Senhor, ao nosso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de bondade infinita, imensa, Criador da terra e céus;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Que, com poder tão vasto e eficaz, Deu-nos salvação e plena paz.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e louvor ao Deus de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fervor, sinceramente,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Pai onipotente!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nosso Criador,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 e glória tributemos,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nosso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Mil louvores entoemos;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bom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 e louvor demos também; Honra a Trindade para sempre, Amém.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Crentes, cantai e entoei louvares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Jesus, 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amou e nos salvou p'ra sempre,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poder do tentador,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Jesus, autor da salvação,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honra, glória e adoração,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e louvor ao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vigor, ardentemente,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ao Filho onisciente!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nosso Criador,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 e glória tributemos,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nosso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Mil louvores entoemos;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bom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 e louvor demos também; Honra a Trindade para sempre, Amém.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Crentes, cantai e entoei louvores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divino Preceptor,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mandou Cristo, já exaltado, Pela destra do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louvei ao bom Consolador.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enche de fervente amor! Glória e louvor ao instruidor,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ardor, e um lindo canto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 ao Espírito Santo!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nosso Criador,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 e glória tributemos,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nosso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Mil louvores entoemos;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bom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 e louvor demos também; Honra a Trindade para sempre, 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