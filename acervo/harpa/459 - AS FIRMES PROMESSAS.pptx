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459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AS FIRMES PROMESSAS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Deus mui firmes são as promessas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firmes que as montanhas são.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socorro terrestre cessa,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de Deus não falharão!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Deus mui firmes são as promessas,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Falhando tudo, não falharão;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das estrelas o brilho cessa,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as promessas brilharão!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 fé te falta, nos teus apertos,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Suas promessas descansa em paz.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és tentado, estou bem certo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Cristo auxílio te traz.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Deus mui firmes são as promessas,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Falhando tudo, não falharão;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das estrelas o brilho cessa,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as promessas brilharão!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 febre arde, se extingue a vida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quer a morte te arrebatar,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Suas promessas terás guarida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Bastante p'ra te abrigar.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Deus mui firmes são as promessas,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Falhando tudo, não falharão;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das estrelas o brilho cessa,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as promessas brilharão!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Promessa temos que ao céu de gozo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Virá levar-nos o Rei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ao crente fiel, corajoso,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Dará coroa de luz.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Deus mui firmes são as promessas,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Falhando tudo, não falharão;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das estrelas o brilho cessa,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as promessas brilharão!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