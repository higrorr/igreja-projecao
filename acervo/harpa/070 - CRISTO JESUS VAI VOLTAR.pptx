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70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 JESUS VAI VOLTAR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Aleluia daremos a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virmos nas nuvens voltar,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esplendor e de glória vestido,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Seus escolhidos vai arrebatar.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logo vai voltar,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voltar, vai voltar,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povo vem, sim, arrebatar;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breve regressará!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estou no Senhor confiando, Todo o meu ser a Jesus entreguei. Todos prazeres eu tenho deixado,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Cristo meu gozo achei.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logo vai voltar,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voltar, vai voltar,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povo vem, sim, arrebatar;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breve regressará!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há de ser para ti Sua vinda?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Ela trará gozo ao teu coração?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te fará padecer mais ainda?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Temes que só te trará maldição?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logo vai voltar,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voltar, vai voltar,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povo vem, sim, arrebatar;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breve regressará!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a mim a promessa tem dado Que junto dEle, também reinarei;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será meu Jesus proclamado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terra, por todos: "O Rei".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logo vai voltar,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voltar, vai voltar,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povo vem, sim, arrebatar;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breve regressará!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