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LOUVAREI AO MEU AMADO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ao meu amado;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todos exaltado;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fui comprado;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dEle sou.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nome há melodia;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suave em harmonia!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as almas de alegria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 som -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Digno é de confiança,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fiel e sem mudança;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está minha esperança;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seguro estou!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caminho vou seguindo,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força me cingindo,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carreira prosseguindo,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no céu entrar.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verei meu Rei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Coroado, majestoso,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que todos amoroso,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