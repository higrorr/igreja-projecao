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272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QUANDO JESUS APARECER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Jesus aparecer,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festa para nós há de ser,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céu de luz iremos ter,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desfrutar eterno prazer,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ao Seu Pai nos apresentar,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alegria no céu haverá;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trono Seu teremos lugar,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nossa fronte coroa porá.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Marchai com Deus, sem vos deter,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santidade e sem temer;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nada mais podeis fazer -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crer em Cristo - tendes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hoje crerdes... Deus vos dará;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fé tiverdes, vós recebereis,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 de paz no céu gozará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que crer em Jesus, nosso Rei.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Iremos nós, no céu cear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Cristo nos servirá;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grei que quis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céu, então, se reunirá.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forte sol, dará resplendor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 Jesus, o Senhor eternal!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