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239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IMPLORAMOS O CONSOLADOR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á Senhor, e completa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obra Tua em mim: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 a minha alma dileta,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Enchendo-me de Ti.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manda agora,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Consolador;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Minh’alma Te implora,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amado Senhor!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tanto tempo Te espero.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caro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hoje mesmo eu quero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Consolador.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manda agora,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Consolador;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Minh’alma Te implora,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amado Senhor!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me tirado pra fora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mundo sedutor;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selar-me agora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Glorioso Redentor.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manda agora,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Consolador;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Minh’alma Te implora,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amado Senhor!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 pertence a glória,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Benigno Salvador;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me dás a vitória,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Teu imenso amor.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manda agora,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Consolador;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Minh’alma Te implora,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amado Senhor!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