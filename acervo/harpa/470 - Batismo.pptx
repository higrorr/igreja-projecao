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470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Batismo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graça. é Deus amado,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agora conceder,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que vão ser batizados,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Dá-lhes o Espírito e poder.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Teu Espírito Santo,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almas vem selar;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Dá-lhes vida e novo canto,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P’ra Tua glória conquistar.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fim de pra Ti viverem,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Mortos para o mundo estão;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Espírito receberem,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Dá-lhes puro coração.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Teu Espírito Santo,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almas vem selar;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Dá-lhes vida e novo canto,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P’ra Tua glória conquistar.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Espírito por Deus dado,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ó vem já batizar,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hoje seus pecados,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Vêm nas águas, sepultar.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Teu Espírito Santo,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almas vem selar;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Dá-lhes vida e novo canto,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P’ra Tua glória conquistar.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contigo ressurgidos,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nome louvarão;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Jerusalém, vestidos;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de branco, reinarão!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Teu Espírito Santo,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almas vem selar;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Dá-lhes vida e novo canto,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P’ra Tua glória conquistar.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