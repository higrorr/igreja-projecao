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Vou Rumo Ao Meu 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rumo ao meu lar, meu lar celestial;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rumo ao meu lar e a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Lá, não mais pesar, tristezas ou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rumo ao meu lar e a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