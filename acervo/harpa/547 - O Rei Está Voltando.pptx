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Rei Está Voltando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fiéis são trasladados;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trabalho aqui findou.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carreira desses santos,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vida já cessou.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Senhor os bons ceifeiros,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Terminaram seu labor;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colheita completou-se: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a vinda do Senhor!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trombeta está soando,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santos trasladar.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Ele vem nos buscar!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Desta Terra estão subindo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remidos para 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encontro do Deus Filho,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aparece além do véu.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templo está deserto;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pregação cessou.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noticia em toda parte: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“Jesus Cristo já voltou!”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trombeta está soando,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santos trasladar.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Ele vem nos buscar!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remidos vão subindo: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a festa celestial: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Céu está se abrindo,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“Bem-vindo!” sem igual,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som de muitas águas,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ouvimos entoar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Aleluias ao Cordeiro!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indo para o Lar!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trombeta está soando,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santos trasladar.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está voltando!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Ele vem nos buscar!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