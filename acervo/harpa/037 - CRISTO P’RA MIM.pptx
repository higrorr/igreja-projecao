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P’RA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descanso em Jesus encontrei! Cristo p'ra mim! Cristo p'ra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tesouros infindos achei!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p'ra mim! Cristo p'ra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'Scolham os outros o mundo pra si. Busquem riquezas, delicias 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acolherei, ó Jesus, sempre a 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p'ra mim! Cristo p'ra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na aflição, na doença ou na dor: Cristo p’ra mim! Cristo p'ra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na saúde, na força ou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p’ra mim! Cristo p'ra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ao meu lado pra me socorrer,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amor, sim, e com Seu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cada transe pronto a me valer;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p'ra mim! Cristo p'ra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amargo da perseguição: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p’ra mim! Cristo p’ra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duras provas e na tentação: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p’ra mim! Cristo p’ra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Ele, o pecado e o mundo venceu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por mim, no Calvário morreu;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vitória a certeza me deu;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p'ra mim! Cristo p'ra mim!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no vale da morte eu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p'ra mim! Cristo p'ra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perante meu Deus m’encontrar: Cristo p'ra mim! Cristo p’ra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no Teu sangue confio,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Só no Teu sempre imutável amor! Inda outra vez cantarei, Salvador: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p'ra mim! Cristo p'ra mim!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H.M.W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