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373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VEM A TEU SALVADOR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Pecador, que segues no mundo errante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achar consolação;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Hoje, vem a Cristo, vem confiante,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terás a salvação!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ao teu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foi morto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ali, salvou o vil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ao Senhor Jesus!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graça imensa do bom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Lugar me deu, de filho Seu,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plena paz no coração,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Amor veraz, e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ao teu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foi morto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ali, salvou o vil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ao Senhor Jesus!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Eis, pedra viva agora sou;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templo Seu me colocou;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corpo Seu, um membro sou,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Seu me consagrou.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ao teu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foi morto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ali, salvou o vil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ao Senhor Jesus!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rocha, não vai se abalar,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Igreja e vencerá;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este mundo se acabar,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Contigo, ela reinará.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ao teu Salvador,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foi morto sobre 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ali, salvou o vil pecador;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ao Senhor Jesus!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