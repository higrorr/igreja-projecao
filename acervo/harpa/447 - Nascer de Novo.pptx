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447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Nascer de Novo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Nascestes de novo?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Andas já com Deus?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Pertences ao povo,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vai para os céus?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a lei escrita no teu coração?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ti já habita plena salvação?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caminho é estreito,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porta é também,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está feito, não demores, vem! No portai da vida Cristo acharás,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findar a lida lá no céu tu estarás.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desceste às águas,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Passaste o Jordão?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ainda mágoas no teu coração? Foste batizado como foi Jesus? Segues a Seu lado para o céu de luz?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caminho é estreito,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porta é também,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está feito, não demores, vem! No portai da vida Cristo acharás,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findar a lida lá no céu tu estarás.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poder vindouro recebeste já?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o teu tesouro escondido lá?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Vida de vitória vives já com Deus? Marchas para glória?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Andas para os céus?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caminho é estreito,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porta é também,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está feito, não demores, vem! No portai da vida Cristo acharás,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findar a lida lá no céu tu estarás.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ouvir o brado: “Eis que Cristo vem”, Tens te preparado pra dizer amém? Alvo é teu vestido, clara é tua luz? Canta co'os remidos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- Vem, Senhor Jesus.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caminho é estreito,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porta é também,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está feito, não demores, vem! No portai da vida Cristo acharás,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findar a lida lá no céu tu estarás.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