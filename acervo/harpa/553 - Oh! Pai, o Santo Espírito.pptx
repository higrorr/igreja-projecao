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553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Oh! Pai, o Santo Espírito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Pai, o Santo Espírito,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Pedimos, vem nos 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que Ele venha já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poder nos outorgar!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Convença-nos de todo o mal,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Console os corações,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Ampare-nos a fé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meio à dor e ás aflições!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Habite nossos corações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sermos templos teus,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Opere conversão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redenção, oh! nosso Deus!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