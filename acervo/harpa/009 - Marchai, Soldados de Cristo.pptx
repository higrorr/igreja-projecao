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Marchai, Soldados de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Marchai soldados de Cristo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Marchai, marchai e enfrentai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inimigo do bem e da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Soldados avançai!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avançar, não recuar;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temor, com valor,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Marchai, lutai, pois Cristo vai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vanguarda, avançai!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Marchai, soldados, bem alto erguei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pavilhão da salvação;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Belial, firmes, ousados, vencei;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Vencei a corrupção.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avançar, não recuar;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temor, com valor,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Marchai, lutai, pois Cristo vai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vanguarda, avançai!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Vossa armadura de guerra tomai,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elmo, sim, da salvação: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espada: a Bíblia levai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vencereis, então.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avançar, não recuar;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temor, com valor,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Marchai, lutai, pois Cristo vai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vanguarda, avançai!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Avante, avante,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Confiando em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Fortes sereis por Seu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Marchai invictos, soldados da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o vencedor.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avançar, não recuar;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temor, com valor,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Marchai, lutai, pois Cristo vai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vanguarda, avançai!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