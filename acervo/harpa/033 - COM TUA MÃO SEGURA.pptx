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COM TUA MÃO SEGURA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Tua mão, segura bem a minha,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tão fraco sou, ó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me atrevo a dar nem um só passo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Teu amparo, meu Jesus Senhor!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Tua mão, segura bem a minha,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e mais unido a Ti,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traze-me, que nunca me desvie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Ti, Senhor, a minha vida e luz!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Tua mão, segura bem a minha,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pelo mundo, alegre seguirei: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onde as sombras caem mais escuras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rosto vendo, nada temerei.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chegar à beira desse rio,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 por mim quiseste atravessar,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Tua mão segura bem a minha,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a morte eu hei de triunfar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voltares esses céus rompendo, Segura bem a minha mão,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meu Jesus, ó leva-me contigo,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onde eu goze Teu eterno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