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CRISTO FRUIMOS A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fruirmos a paz, o amor?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somente em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nós temos poder e vigor?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somente em Cristo.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em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sinto em mim um gozo, sem fim; É Inexplicável mas é agradável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 no amor de Cristo.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águas vivas nós vamos buscar? Em Cristo, somente em Cristo: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inexplicável mas é agradável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 no amor de Cristo.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em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sinto em mim um gozo, sem fim; É Inexplicável mas é agradável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 no amor de Cristo.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havemos nós de repousar?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somente em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forças podemos também renovar? Em Crista, somente em Cristo.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em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sinto em mim um gozo, sem fim; É Inexplicável mas é agradável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 no amor de Cristo.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achamos imenso poder?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somente em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povo cheio de santo prazer?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somente em Cristo.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em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sinto em mim um gozo, sem fim; É Inexplicável mas é agradável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 no amor de Cristo.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