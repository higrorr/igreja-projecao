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212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OS GUERREIROS SE PREPARAM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Guerreiros se preparam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grande luta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Jesus o capitão, que avante os levará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milícia dos remidos marcha impoluta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 que a vitória alcançará!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estar com Cristo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a luta se travar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lance imprevisto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frente me encontrar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eu possa, ver na glória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alegrando da vitória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Deus vai me coroar!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os batalhões de Cristo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Prosseguindo avante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os vês com que valor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Combatem contra o mal?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tu ficar dormindo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vacilante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atacam todos a Belial?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estar com Cristo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a luta se travar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lance imprevisto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frente me encontrar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eu possa, ver na glória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alegrando da vitória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Deus vai me coroar!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Dá-te pressa não vaciles,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Deus te chama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vires pelejar ao lado do Senhor;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 na batalha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mais o fogo inflama,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peleja contra o vil tentador!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estar com Cristo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a luta se travar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lance imprevisto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frente me encontrar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eu possa, ver na glória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alegrando da vitória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Deus vai me coroar!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peleja é tremenda, torna-se renhida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são poucos os soldados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batalhar;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libertar as pobres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Almas oprimidas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quem furioso as quer tragar!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estar com Cristo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a luta se travar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lance imprevisto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frente me encontrar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eu possa, ver na glória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alegrando da vitória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Deus vai me coroar!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