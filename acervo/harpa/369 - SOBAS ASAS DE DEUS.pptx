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SOBAS ASAS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as asas de Deus, descansado;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é noite confiando estou;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me acho abrigado,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redimido, de Cristo eu sou.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descansarei,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preciosas!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e não temerei.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asas tão poderosas!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refúgio eu tenho,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pode, então,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aflito, a Cristo eu venho,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Perfeito gozo vou nEle encontrar.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descansarei,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preciosas!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e não temerei.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asas tão poderosas!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asas, promessa preciosa!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me livra, me pode guardar;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protegido, nas asas gloriosas.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alegria eu posso achar.	A.C.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descansarei,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preciosas!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Descansarei, e não temerei.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asas tão poderosas!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