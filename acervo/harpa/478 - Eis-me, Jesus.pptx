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Eis-me,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Eis-me, Jesus, Te louvando,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padeceste assim;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Teu derramando,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dura cruz por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amor me encheste,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Maravilhoso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Espírito me deste,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 gozo à flux!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discípulos, fizeste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línguas estranhas falar;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mesmo a mim concedeste,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dás a quem buscar.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Teu Espírito desça,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Teu povo selar,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Realizando a promessa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Naquele que confiar.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dons do Santo Espírito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nove, que Cristo nos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que pede contrito,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não os negará.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Teu amor, céu 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sempre me alegrarei;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 tão bondoso,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glórias Lhe darei!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aleluia! ó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deu-me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louvor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graça tão veraz!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