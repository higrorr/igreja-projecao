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MALDIÇÃO DA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na maldição da cruz, 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Elevaste o Teu amor,  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rogar, Senhor Jesus: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“Pai, perdoa ao transgressor".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com vigor, Muitas almas despertar;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ó Senhor! Transformar, remir, curar;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Sim! Oh!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todos renovar.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Maligno tentador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autor da perdição,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pecado, mal 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doença e da aflição.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com vigor, Muitas almas despertar;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ó Senhor! Transformar, remir, curar;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Sim! Oh!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todos renovar.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levaste, ó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pecado, o mal e 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doença sobre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grande Salvador!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com vigor, Muitas almas despertar;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ó Senhor! Transformar, remir, curar;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Sim! Oh!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todos renovar.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bom, quer sempre o bem Do oprimido pecador;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 nenhum, em Si, Deus tem;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“Deus é luz, Deus é amor!”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com vigor, Muitas almas despertar;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queres, ó Senhor! Transformar, remir, curar;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Sim! Oh!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todos renovar.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