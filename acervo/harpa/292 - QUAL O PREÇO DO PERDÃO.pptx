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292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QUAL O PREÇO DO PERDÃO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o preço do perdão?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Cristo.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limpa o coração?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Cristo.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o poder real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limpa todo o mal,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 paz divinal?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Cristo.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resgate eficaz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Cristo.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Deu-nos santidade e paz.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Cristo.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o poder real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limpa todo o mal,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 paz divinal?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Cristo.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pode me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Cristo.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mal me libertar.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Cristo.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o poder real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limpa todo o mal,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 paz divinal?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Cristo.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Lã no céu, eu vou cantar: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Cristo.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graça para entrar.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Cristo.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o poder real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limpa todo o mal,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 paz divinal?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Cristo.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