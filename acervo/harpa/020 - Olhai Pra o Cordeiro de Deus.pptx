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Olhai Pra o Cordeiro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Livres do pecado vós quereis ficar?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morto foi na cruz, pra vos salvar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só Ele vos pode salvar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estas tentados, em hesitação.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encherá o vosso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só Ele vos pode salvar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estais cansados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mais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vos quer dar Seu divinal amor.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só Ele vos pode salvar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na vossa senda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Sombras vêm cair;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Ele, com Sua graça tudo quer suprir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Olhai pra o Cordeiro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só Ele vos pode salvar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Olhai pra o Cordeiro de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