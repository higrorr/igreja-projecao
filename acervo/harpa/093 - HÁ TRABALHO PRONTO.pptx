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93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HÁ TRABALHO PRONTO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trabalho pronto para ti, cristão;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demanda toda a tua devoção;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alegremente, a Cristo obedecer,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só tu, ó crente, o poderás fazer!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Jesus a trabalhar,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Prontamente, fielmente, trabalhar!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servi-lo, que prazer!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só tu, ó crente, o poderás fazer.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 cada crente, o Mestre preparou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trabalho certo, quando o resgatou,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trabalho a que Jesus te chama aqui,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será feito, se não for por ti?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Jesus a trabalhar,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Prontamente, fielmente, trabalhar!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servi-lo, que prazer!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só tu, ó crente, o poderás fazer.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 ser humilde,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ser for p’ra Deus,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contemplado lá dos altos céus.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esforço feito não será em vão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tiver de Cristo, plena aprovação!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Jesus a trabalhar,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Prontamente, fielmente, trabalhar!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servi-lo, que prazer!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só tu, ó crente, o poderás fazer.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Quantos há perdidos, sem a salvação!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Quantos que precisam de consolação!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Cristo os ama, fá-los entender,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só tu, o crente, o poderás fazer!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Jesus a trabalhar,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Prontamente, fielmente, trabalhar!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servi-lo, que prazer!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só tu, ó crente, o poderás fazer.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