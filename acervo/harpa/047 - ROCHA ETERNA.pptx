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47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ROCHA ETERNA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Rocha eterna, meu Jesus,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Que, por mim, na amarga cruz,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Foste morto eu meu lugar,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Morto para me salvar;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Em Ti quero me esconder,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Só Tu podes me valer.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Minhas obras, eu bem sei,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Nada valem ante a lei;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eu chorasse sem cessar. Trabalhasse sem cansar,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Tudo inútil, tudo em vão!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Só em Ti há salvação.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Nada trago a Ti, Senhor!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'Spero só em Teu amor!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Todo indigno e imundo sou,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Eis, sem Ti, perdido estou!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 Teu sangue, ó Salvador,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Lava um pobre pecador.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Quando a morte me chamar,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ante Ti me apresentar,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Rocha eterna, meu Jesus,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por mim, na amarga cruz,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Foste morto em meu lugar,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Quero em Ti só me abrigar.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