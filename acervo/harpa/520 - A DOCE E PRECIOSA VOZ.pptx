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DOCE E PRECIOSA VOZ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achei num estado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tristeza 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prevendo da vida o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exulto ao lembrar-me da hora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Cristo olhou para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só Sua doce e preciosa voz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sempre ouvia soar,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recebia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havia de curar.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eu bem alegre testifico a vós, Que Jesus, o meu bom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meu defensor, o meu guia e luz, Meu conforto, na luta, na 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só Sua doce e preciosa voz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sempre ouvia soar,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recebia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havia de curar.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Oh!Que dia ditoso e belo pra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ouvi a voz de meu Senhor, Exortanto-me a nEle eu bem confiar, Pois curou-me, por Seu grande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só Sua doce e preciosa voz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sempre ouvia soar,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recebia esperança,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havia de curar.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