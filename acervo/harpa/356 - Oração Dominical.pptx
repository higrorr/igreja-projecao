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356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Oração Dominical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nosso Pai que estás no céu,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universo o benfeitor;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Santificado seja o nome Teu,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glorioso Deus de amor!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reino Teu, venha com poder, Conforme o anúncio Teu;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seja feito sempre Teu querer,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terra, como lá no céu.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cada dia o nosso pão,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Dá-nos Senhor, e sem faltar;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nossas almas que sedentas estão, Vem para sempre saciar.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perdoar nossas faltas, vem,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Pai glorioso eterna!;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perdoado temos nós, também,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que a nós fizeram mal.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tentação queiras nos livrar,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 mal nos afastar bem,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Te pertence o céu, a terra e o mar.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reino para sempre, amém!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