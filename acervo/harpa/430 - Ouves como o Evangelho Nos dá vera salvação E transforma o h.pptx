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Ouves como o Evangelho Nos dá vera salvação E transforma o homem velho Numa nova criação? Bem algum em mim não via Mas somente corrupção, E cansado da porfia Em Jesus achei perdão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pomba que cansada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arca repousar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Fatigada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vai descansar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corvo foi s`embora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morto foi pousar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fazes tu agora?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Quererás ao mal voltar?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a minha arca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posso Repousar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dali o mal as marcas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eu posso avistar!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doce a chamada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mim me fez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“Vem ó alma tão cansada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das trevas para a luz”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 que estás ouvindo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na arca és bem-vindo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refúgio 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 águas do pecado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te alcançarão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morte despertado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Baterás Na porta em vão!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