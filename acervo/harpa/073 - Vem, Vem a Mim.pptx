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6000">
                <a:solidFill>
                  <a:srgbClr val="FFFFFF"/>
                </a:solidFill>
                <a:latin typeface="Arial"/>
              </a:rPr>
              <a:t>Harpa 73</a:t>
            </a:r>
          </a:p>
          <a:p>
            <a:pPr algn="ctr"/>
            <a:r>
              <a:rPr sz="6000">
                <a:solidFill>
                  <a:srgbClr val="FFFFFF"/>
                </a:solidFill>
                <a:latin typeface="Arial"/>
              </a:rPr>
              <a:t>Vem, Vem a Mim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>
                <a:solidFill>
                  <a:srgbClr val="FFFFFF"/>
                </a:solidFill>
                <a:latin typeface="Arial"/>
              </a:rPr>
              <a:t>Harpa 73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Pecador escuta a voz do Senhor: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“Se estás cansado, ó vem descansar;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Vem, não te detenhas;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Sem nenhum temor,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Deixa o teu fardo e vem repousar”.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>
                <a:solidFill>
                  <a:srgbClr val="FFFFFF"/>
                </a:solidFill>
                <a:latin typeface="Arial"/>
              </a:rPr>
              <a:t>Harpa 73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Vem, vem a Mim e descansarás;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Toma o Meu jugo e Te guiarei;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Sou humilde e manso,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Dou-te minha paz;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Ó vem, hoje mesmo,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 te salvarei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>
                <a:solidFill>
                  <a:srgbClr val="FFFFFF"/>
                </a:solidFill>
                <a:latin typeface="Arial"/>
              </a:rPr>
              <a:t>Harpa 73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Vem a Deus, faminto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Pobre mesmo assim;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Há maná celeste , preparado já;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Grátis é a festa, pra Ti e pra mim,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Cristo te convida, vem e cearás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>
                <a:solidFill>
                  <a:srgbClr val="FFFFFF"/>
                </a:solidFill>
                <a:latin typeface="Arial"/>
              </a:rPr>
              <a:t>Harpa 73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Vem, vem a Mim e descansarás;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Toma o Meu jugo e Te guiarei;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Sou humilde e manso,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Dou-te minha paz;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Ó vem, hoje mesmo,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 te salvarei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>
                <a:solidFill>
                  <a:srgbClr val="FFFFFF"/>
                </a:solidFill>
                <a:latin typeface="Arial"/>
              </a:rPr>
              <a:t>Harpa 73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Andas desviado, longe do redil?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Deixa de vagar 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 vem ao bom Pastor;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Pelos montes, vales, 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Há perigos mil?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Volta ao rebanho do teu Salvador.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>
                <a:solidFill>
                  <a:srgbClr val="FFFFFF"/>
                </a:solidFill>
                <a:latin typeface="Arial"/>
              </a:rPr>
              <a:t>Harpa 73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Vem, vem a Mim e descansarás;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Toma o Meu jugo e Te guiarei;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Sou humilde e manso,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Dou-te minha paz;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Ó vem, hoje mesmo,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 te salvarei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>
                <a:solidFill>
                  <a:srgbClr val="FFFFFF"/>
                </a:solidFill>
                <a:latin typeface="Arial"/>
              </a:rPr>
              <a:t>Harpa 73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Crendo tu, em Cristo,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Salvação terás;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Gozo, paz perfeita, 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Tudo que é mister;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Cristo não despreza, nem rejeitará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Todo o que contrito a Ele vier.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>
                <a:solidFill>
                  <a:srgbClr val="FFFFFF"/>
                </a:solidFill>
                <a:latin typeface="Arial"/>
              </a:rPr>
              <a:t>Harpa 73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Vem, vem a Mim e descansarás;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Toma o Meu jugo e Te guiarei;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Sou humilde e manso,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Dou-te minha paz;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Ó vem, hoje mesmo,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 te salvarei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>
                <a:solidFill>
                  <a:srgbClr val="FFFFFF"/>
                </a:solidFill>
                <a:latin typeface="Arial"/>
              </a:rPr>
              <a:t>Harpa 73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Vem, vem a Mim e descansarás;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Toma o Meu jugo e Te guiarei;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Sou humilde e manso,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Dou-te minha paz;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Ó vem, hoje mesmo,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 te salvarei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