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490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Passando Está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fatigado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está passando;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Ele estende tua mão,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amor, confiando.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Passando está - passando está...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amoroso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tu a Ele, ó pecador!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 aqui - Chama por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Vem, oprimido pecador, Cristo está passando; Vem receber do Seu amor, Que te está ofertando!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Vem, ó faminto, te fartar! Cristo está passando; O pão da vida vem tomar; Por que estás demorando?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4 Vem, pecador, sem demorar, Cristo está passando; Nos braços Seus vem te lançar, Jesus te está chamando.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