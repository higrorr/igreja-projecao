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CONSAGRADO AO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vida seja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Consagrada a Ti,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Possas sempre Tu por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Operar o Teu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minha’alma lava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sangue puro, Carmezim;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vida Toma para ser,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para sempre, Sim.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meus pés somente vão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os santos possam ir;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Numa eternal canção,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voz se faça ouvir.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minha’alma lava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sangue puro, Carmezim;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vida Toma para ser,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para sempre, Sim.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o meu tempo já,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Consagrado em Teu labor;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meus lábios, Jeová,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Falem só do teu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minha’alma lava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sangue puro, Carmezim;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vida Toma para ser,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para sempre, Sim.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ó Deus, o meu querer,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Faze-o Teu, ó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habita no meu ser: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Enche-me do teu fervor.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minha’alma lava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sangue puro, Carmezim;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vida Toma para ser,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para sempre, Sim.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recebe-me,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venho me prostrar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Teus pés, ó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vem me consagrar.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minha’alma lava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sangue puro, Carmezim;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vida Toma para ser,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para sempre, Sim.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