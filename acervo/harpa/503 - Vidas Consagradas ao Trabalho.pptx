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503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Vidas Consagradas ao Trabalho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busca corações já puros, Que proclamem sempre o perdão da cruz, Que aos transgressores mostre os bens futuros, Pra voltarem do pecado para luz!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 trabalhar além nos campos do Senhor, Que para a sega se apresentam brancos Já; Depressa ao labor, ordena Jeová, Desfrutareis, então, Seu grande amor!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2 Lábios puros Cristo necessita, Que com gozo falem desta salvação; Línguas cheias duma graça infinita, Que proclamem aos cativos, redenção!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3 Cristo busca mãos, mas consagradas, Para trabalhar com santa prontidão; Pedem vosso auxilio messes já douradas, Os trigais maduros breve Cairão!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4 Vidas santas Cristo necessita, Que aos pecadores mostrem Seu poder, Em Jesus firmadas e também contritas, Para que por elas, faça Seu querer.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