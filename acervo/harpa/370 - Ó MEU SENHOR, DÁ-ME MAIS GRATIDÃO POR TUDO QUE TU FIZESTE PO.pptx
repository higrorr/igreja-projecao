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MEU SENHOR, DÁ-ME MAIS GRATIDÃO POR TUDO QUE TU FIZESTE POR MIM POR TUA GRAÇA NO MEU CORAÇÃO QUE ME ENCHEU DE VENTURA SEM FIM!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GRATO A TI, MAIS GRATO A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CONSAGRADO, Ó FAZ-ME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HUMILHADO E CHEIO 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MAS GRATO A TI, MAIS GRATO A TI!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 DESTE AO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SANTIDADE, A PAZ E A FÉ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CELESTE E CONSOLAÇÃO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LIBERDADE DE ESTAR AOS TEUS PÉS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GRATO A TI, MAIS GRATO A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CONSAGRADO, Ó FAZ-ME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HUMILHADO E CHEIO 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MAS GRATO A TI, MAIS GRATO A TI!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SENHOR, TU FIZESTE POR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NINGUÉM PODERIA FAZER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PREGADO VERTESTE, ASSIM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NO QUAL POSSO SEMPRE VENCER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GRATO A TI, MAIS GRATO A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CONSAGRADO, Ó FAZ-ME SENHOR!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HUMILHADO E CHEIO DE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MAS GRATO A TI, MAIS GRATO A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