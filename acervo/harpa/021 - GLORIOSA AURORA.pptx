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GLORIOSA AURORA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gloriosa aurora vem,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dia em que lá em Belém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Nasceu de Deus, o Filho;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belo dia e de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qual p'ra nós desceu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céu mostrando o trilho.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Quantos santos hoje lembram,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relembram a história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Jesus, o Rei da Glória!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Nasceu Jesus lá em Belém,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Trazendo-nos o sumo bem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céu - a liberdade;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concedeu perfeita paz,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Consolação que satisfaz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toda a eternidade!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fomos desgarrados,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Desviados e perdidos!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Hoje somos redimidos!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Conosco Cristo habitará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Seu poder nos velará,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dando livramento;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sempre há de nos guiar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Sua graça vai nos dar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todo o sofrimento, Scuta: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Luta sempre forte.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Té a morte, pois ajuda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Tens em Cristo, que não muda!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desceu p'ra nos salvar,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sol da graça vem brilhar,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Alegres jubilemos;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ó nosso bom Pastor,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nos guiar com Teu amor;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Ali nós pertencemos;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Almas salvas, perdoadas,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Libertadas hoje oram,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Reverentes Te adoram!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