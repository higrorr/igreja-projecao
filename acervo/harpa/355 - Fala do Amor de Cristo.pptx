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355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Fala do Amor de Cristo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 do amor de Cristo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triste pecador,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Amor por todos visto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do Redentor;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alegria canta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paz que vem do céu;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voz levanta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gloria a Deus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na cruz ganhou-nos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Eterna salvação.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sangue Seu lavou-nos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da redenção!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templo, o véu rasgado;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Caminho abriu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cruz, inaugurado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P’ro céu de luz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os aflitos, canta,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bênção que em Deus há;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cruz pendão levanta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ânimo nos dá.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 para os perdidos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de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sangue já vertido,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flui da cruz!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na cruz ganhou-nos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Eterna salvação.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sangue Seu lavou-nos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da redenção!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templo, o véu rasgado;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Caminho abriu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cruz, inaugurado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P’ro céu de luz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 com esperança,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escuridão também,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 com confiança,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vida no além;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 no alvor do dia,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a noite vem;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cristo, harmonia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Deus se obtém!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na cruz ganhou-nos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Eterna salvação.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sangue Seu lavou-nos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da redenção!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templo, o véu rasgado;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Caminho abriu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cruz, inaugurado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P’ro céu de luz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