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DOCE É CRER EM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doce é crer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entregar-se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Esperar em Suas promessas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 na Sua luz!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Jesus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amor me deste a mim!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Cristo, Jesus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quero crer em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mui doce crer em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cumprir o Seu querer,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descrendo em Sua Palavra,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luz p'ra nosso 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 grato crer em Cristo;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busca o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tesouros infinitos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amor, paz e perdão.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em Ti confiar eu quero,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precioso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bonança e na luta,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proteja o Teu amor.	J.T.L.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