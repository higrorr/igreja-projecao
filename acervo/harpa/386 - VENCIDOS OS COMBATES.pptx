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386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VENCIDOS OS COMBATES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386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Ó, não temas tu, Esposa de Jesus;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justiça Deus te edificará!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Tua tenda que dimana viva luz,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Ele mais aumentará.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386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Toda arma de rancor,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Contra ti se desfará,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o inimigo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erguer com seu furor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 Ele nao te vencera!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386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Toda arma fabricada com rancor,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 combate, mas jamais te vencerá,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inimigo que ataca com furor,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Senhor abaterá.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386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Toda arma de rancor,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Contra ti se desfará,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o inimigo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erguer com seu furor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 Ele nao te vencera!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386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Lá no céu não hás de ter recordação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Dos combates que sofreste por amor;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ali terás sublime posição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Jesus, teu Salvador.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386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Toda arma de rancor,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Contra ti se desfará,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o inimigo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erguer com seu furor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 Ele nao te vencera!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386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Patriarcas e profetas já estão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Lá no céu te esperando com amor;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Sê fiel e guarda a divinal unção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as bodas d'esplendor.	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P.L.M.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386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Toda arma de rancor,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Contra ti se desfará,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o inimigo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erguer com seu furor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 Ele nao te vencera!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