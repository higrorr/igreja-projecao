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213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SOBRE A TERRA VOU ANDANDO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Sobre a terra vou andando,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Bem alegre para o céu,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Satisfeito e salmodiando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bondoso Deus;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ferozes inimigos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Pelejando sempre estou,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conservo paz comigo,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amado sou.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Pastor é Pai celeste,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me guia pra Sião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Pelos vales e mui prestes,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segura mão;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Nos perigos da viagem,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Nas angústias e na dor,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Sua voz me diz: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Coragem, Sou teu Salvador.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Jesus eu trabalhando,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Persevero em oração;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Seu saber com fé buscando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Pra tornar-me são.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prazer incomparável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Ser guiado por Jesus.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Sim, por Cristo tão amável,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perene luz.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213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chegar-se nessa pátria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Todos prantos cessarão.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o sol divino raia,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feliz mansão.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Males, lutas e agonias,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Acabaram-se aqui;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Cristo vem, oh!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alegria Vamos ter ali!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