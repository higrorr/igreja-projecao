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FONTE SALVADORA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pecador, vem à fonte,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teu fardo de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sepultá-lo nas águas;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acharás no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 vem, depressa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só instante não queiras perder; Jesus espera salvar-te;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Mercê p'ra ti, Ele 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estás, vem à fonte,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esperando está;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tua alma manchada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Alva e pura será.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 vem, depressa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só instante não queiras perder; Jesus espera salvar-te;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Mercê p'ra ti, Ele 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Salvador não despreza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Quem, arrependido, crer.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vida eterna esperando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Suas mãos receber.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 vem, depressa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só instante não queiras perder; Jesus espera salvar-te;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Mercê p'ra ti, Ele 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ser curado na fonte;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a paz te quer 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humilhado e contrito,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alma purificar.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A.S.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 vem, depressa vem!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só instante não queiras perder;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espera salvar-te;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Mercê p'ra ti, Ele 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