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HÁ PODER NO SANGUE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pecado tu queres deixar?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há poder, sim, há poder;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do mal a vitória ganhar?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tem este poder!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poder, sim, força e vigor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sangue de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poder, sim, no bom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Confia no Cristo da cruz.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os vícios abandonar?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há poder, sim, há poder;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 em Cristo para te curar;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tem este poder!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poder, sim, força e vigor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sangue de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poder, sim, no bom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Confia no Cristo da cruz.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Paralítico, queres andar?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há poder, sim, há poder;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fazer-te também caminhar,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tem esse poder!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poder, sim, força e vigor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sangue de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poder, sim, no bom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Confia no Cristo da cruz.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pureza p’ra teu coração?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há poder, sim, há poder;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lealdade, mais consagração,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tem este poder!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poder, sim, força e vigor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sangue de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poder, sim, no bom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Confia no Cristo da cruz.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de Cristo a mensagem levar?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há poder, sim, há poder;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co’os anjos, na gloria cantar?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poder, sim, força e vigor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sangue de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poder, sim, no bom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Confia no Cristo da cruz.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