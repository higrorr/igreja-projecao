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190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CRISTO! MEU CRISTO!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quanto fez Jesus por mim!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Salvou-me do pecado!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à morte (triste fim),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Amou-me o bem amado.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Deus, o Pai,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está Jesus, meu Advogado;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Morada me concederá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glória, com o amado.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Cristo! meu Cristo!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nome é doce, amado!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Desejo ver-te, face a face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Cristo bem amado.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Defende como protetor,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Segura o pé cansado;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mim, com terno amor.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Vigia o bem amado.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humilde petição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 com agrado;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Tranqüilo e débil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Repousa em Ti, Amado.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Cristo! meu Cristo!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nome é doce, amado!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Desejo ver-te, face a face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Cristo bem 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