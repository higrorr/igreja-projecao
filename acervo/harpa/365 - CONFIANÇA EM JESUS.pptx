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365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CONFIANÇA EM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Débil, pobre, cego sou,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Nada pode me valer;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Teus pés, ansioso 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graça obter.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Ti vou confiar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Jesus, meu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Teus braços descansar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fruir o Teu amor!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 tempo o mal em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reinado, sem cessar;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Senhor, acudo a Ti,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Desejando descansar.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Ti vou confiar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Jesus, meu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Teus braços descansar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fruir o Teu amor!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meu fraquinho ser,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faz habitação;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deixes me reter,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ardis da tentação.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Ti vou confiar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Jesus, meu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Teus braços descansar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fruir o Teu amor!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vem ao coração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os males dissipar: Dá-me hoje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perdão, Vem minh'alma consolar.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Ti vou confiar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Jesus, meu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Teus braços descansar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fruir o Teu amor!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