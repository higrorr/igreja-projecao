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HISTÓRIA DA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lido a história da dura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Jesus morreu,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Desfazendo as trevas raiou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Manando o sangue Seu?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amor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Morrendo na cruz por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lido que Cristo não se queixou,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lenho, em grande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Pai o perdão `inda suplicou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o povo pecador?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amor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Morrendo na cruz por mim!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lido que Cristo salvou, por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um malfeitor?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sofrendo na cruz Lhe rogou: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"De mim, ó lembra-Te, Senhor"?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amor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Morrendo na cruz por mim!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lido que Cristo exclamou na cruz: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"Eis consumado está".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por mim, foi por ti, que morreu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Cristo já. P. 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padeceu na cruz.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amor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Morrendo na cruz por 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