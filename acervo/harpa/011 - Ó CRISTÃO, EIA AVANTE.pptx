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CRISTÃO, EIA AVANTE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Cristãos, eia avante, eia avante!  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e Sua Igreja a lutar;  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Co'a Palavra, essa espada flamante,  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Vamos, vamos, irmãos, pelejar.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Cristão, sempre avante na lida! O Evangelho com fé a pregar;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trabalho o Senhor nos convida,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Vamos, pois, com Jesus pelejar.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cristãos, eia avante, eia avante!  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Boa nova aos perdidos levar;  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cidades e vilas adiante,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 vamos nós proclamar.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Cristão, sempre avante na lida! O Evangelho com fé a pregar;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trabalho o Senhor nos convida,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Vamos, pois, com Jesus pelejar.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Cristãos, eia avante, eia avante! Pois a aurora já vemos raiar,  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Desse dia em que Cristo, triunfante.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mundo há de sempre reinar.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Cristão, sempre avante na lida! O Evangelho com fé a pregar;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trabalho o Senhor nos convida,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Vamos, pois, com Jesus pelejar.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cristãos, eia avante, eia avante! Vexilários da fé vamos ser;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vanguarda do exército brilhante Que gloriosa vitória há de ter!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Cristão, sempre avante na lida! O Evangelho com fé a pregar;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trabalho o Senhor nos convida,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Vamos, pois, com Jesus pelejar.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cristãos, eia avante, eia avante!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coragem, sem nada temer;  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divinal comandante,  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havemos, irmãos, de vencer.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Cristão, sempre avante na lida! O Evangelho com fé a pregar;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trabalho o Senhor nos convida,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Vamos, pois, com Jesus pelejar.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