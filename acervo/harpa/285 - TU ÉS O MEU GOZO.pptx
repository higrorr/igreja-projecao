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285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TU ÉS O MEU GOZO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285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Senhor, pela fé me sustento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Na graça, nos Teus mandamentos,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operam a cada momento,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No meu coração, salvação!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285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Tu és o meu gozo,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Senhor, o meu manancial de amor;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Irei Te louvar para sempre nos céus,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Bem perto do trono de Deus!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285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graça de Deus recebida,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Encheu-me de gozo, de vida,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sempre a mim é concedida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 nosso Senhor, Redentor!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285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Tu és o meu gozo,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Senhor, o meu manancial de amor;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Irei Te louvar para sempre nos céus,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Bem perto do trono de Deus!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285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 bênçãos oh! vem me inundando,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meu coração inflamando,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Também meus pecados queimando,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 todo meu ser, com poder.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285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Tu és o meu gozo,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Senhor, o meu manancial de amor;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Irei Te louvar para sempre nos céus,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Bem perto do trono de Deus!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