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MINHA FORÇA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chegando mais perto e causando terror,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predita enchente de pecados e 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sei que potente é a mão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isso, tranquilo, não tenho temor.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 minha força, meu amado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Ele é o guarda, não tenho temor;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encher-me do Seu grande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Vivendo na graça do meu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chegado a Cristo eu desejo ficar;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alegre e contente quero sempre andar,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passos seguindo para nunca errar,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um dia eu vá descansar.	P.L.M.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 minha força, meu amado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Ele é o guarda, não tenho temor;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desejo encher-me do Seu grande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Vivendo na graça do meu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