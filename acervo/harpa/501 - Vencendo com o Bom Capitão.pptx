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501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Vencendo com o Bom Capitão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serve a Deus de coração, vence o mal; Quem vencer terá um galardão eternal; Ó não queiras mais desanimar, quando vier a provação; Vencerá, quem puro conservar seu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todo o fervor, contra o tentador, Vencerá então, co’o bom Capitão! 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Nada poderá a fé tirar, que dá Deus; Pois seu povo sempre vai guiar para os céus; Quem a Ele tudo confessar, nunca lutará em vão, Vencerá, quem puro conservar seu coração.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Eis que as armas para combater vêm dos céus, São as armas d’eficaz poder do bom Deus; Com a espada pode pelejar e vencer a tentação, Vencerá, quem puro conservar seu coração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