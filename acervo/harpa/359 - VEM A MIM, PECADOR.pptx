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359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VEM A MIM, PECADOR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clamo, Eu Jesus, o poderoso,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Mim, pecador;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dar-te Minha paz, perdão e gozo,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Mim, sofredor.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amo,  pecador perdido,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Morri p'ra ser teu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teus crimes e pecados fui ferido;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Mim, sofredor.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pecados hoje posso libertar-te,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Mim, pecador;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na cruz, Eu padecendo, quis livrar-te,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Mim, sofredor.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quero te fazer feliz, ditoso,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Mim, pecador;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meu sangue abri um trilho glorioso,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Mim, sofredor.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desprezes com orgulho o Meu convite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Mim, pecador;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teu coração é fraco, não resiste,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Mim, sofredor.	P.L.M.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