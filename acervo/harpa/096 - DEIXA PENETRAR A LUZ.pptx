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96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DEIXA PENETRAR A LUZ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ao inimigo temes combater,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estás em trevas e não tens poder, Que a formosa luz de Deus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Fulgure em ti;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serás feliz assim.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penetrar a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penetrar a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formosa luz de Deus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Fulgure em ti;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serás feliz assim.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 tua fé é fraca no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mostras fruto ou nenhum fervor, Que a formosa luz de Deus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Fulgure em ti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serás feliz assim.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penetrar a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penetrar a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formosa luz de Deus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Fulgure em ti;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serás feliz assim.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na luz estamos, que divina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nos limpa sempre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sangue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Temos claridade em nosso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vivemos nós na luz.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penetrar a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penetrar a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formosa luz de Deus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Fulgure em ti;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serás feliz assim.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de Deus, o Espírito Consolador, Traz a luz do céu, divino resplendor, Penetrando Ele, no teu coração. Viverás então de amor.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penetrar a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penetrar a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formosa luz de Deus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Fulgure em ti;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serás feliz assim.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alegre fores à mansão sem par,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enfrenta as trevas,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vão se afastar,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formosa luz de Deus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Fulgure em ti,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serás feliz assim.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penetrar a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penetrar a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formosa luz de Deus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Fulgure em ti;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serás feliz assim.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