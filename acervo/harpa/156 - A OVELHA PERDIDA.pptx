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OVELHA PERDIDA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Pastor buscou-me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longe do redil,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ternura achou-me,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Caído, triste, vil!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chagas com amor pensou,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lar nos braços me levou.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amou-me,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buscou-me,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mesmo restaurou-me a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restaurou-me a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Seguiu-me, bem distante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Seu lugar,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disse, em voz amante: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"Achei-te, tu és Meu".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senti tão grande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este do meu bom Pastor.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amou-me,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buscou-me,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mesmo restaurou-me a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restaurou-me a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Ele sou querido,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graça singular!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foi ferido,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me salvar;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ovelha dEle sou,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o Seu rebanho vou.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amou-me,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buscou-me,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mesmo restaurou-me a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restaurou-me a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Prossigo alegre agora;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dá poder cabal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graça salvadora;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Protege-me do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Pastor comigo está,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passos Ele guiará.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amou-me,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buscou-me,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mesmo restaurou-me a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restaurou-me a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