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390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Um coração bondoso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coração, bondoso sim,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Custa dor, obter;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 manso, amoroso e santo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todo o ser;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Manando nova vida ao coração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- dá luz.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minha lida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só em Jesus.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quer seguir os passos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nosso pai Abraão,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coração, os laços,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se quebrarão;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Isaque é oferecido em cima do altar; Jacó, com gran gemido,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Raquel vai enterrar.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grande é o sacrifício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- Isaque no altar,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torna em beneficio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quem o ofertar,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tem profunda calma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paz celestial,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de Deus alcança,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Aprovação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cova, Jeremias,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Lamenta grande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escuridão não via o bom Consolador;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grandes amarguras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tornam em prazer,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Vêm anjos das alturas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“O sonhador” a 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Arão foi castigado por sua rebelião,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triste, humilhado, aceita exortação; Consagra tua vida pra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melhor honrar;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em dor e lida,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Precisas te guardar.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Acima nuvens densas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sol sempre a brilhar;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Promessas mais imensas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podem a ti falhar.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 plena confiança em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não pode errar,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já sem tardança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tua dor sarar.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