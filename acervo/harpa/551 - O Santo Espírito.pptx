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Santo Espírito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Santo Espírito,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nos encheu de seu eterno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sua graça e plena unção,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anunciarmos a salvação!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