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LAR PATERNAL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vos contar a história dum varão,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outrora relatou,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tinha dois filhos em feliz mansão,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que o mais jovem o deixou.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desleal ao lar paternal,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Queiras hoje regressar!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Pai está por ti esperando lá;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Pecador, ó volta p'ra teu lar!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mais moço disse ao seu bondoso pai: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"A herança minha queiras dar";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fazenda, alegremente vai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país distante desfrutar.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desleal ao lar paternal,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Queiras hoje regressar!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Pai está por ti esperando lá;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Pecador, ó volta p'ra teu lar!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incauto jovem os seus bens esbanjou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seus camaradas, no prazer;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vindo a fome, do seu pai se lembrou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pudera sempre o suster.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desleal ao lar paternal,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Queiras hoje regressar!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Pai está por ti esperando lá;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Pecador, ó volta p'ra teu lar!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perdido filho, ao lar por fim, voltou,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arrependido do que fez;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pai contente, amoroso o beijou,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seu filho via outra vez!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desleal ao lar paternal,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Queiras hoje regressar!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Pai está por ti esperando lá;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Pecador, ó volta p'ra teu lar!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