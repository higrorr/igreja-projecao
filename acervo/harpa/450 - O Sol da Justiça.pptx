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450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Sol da Justiça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sol da justiça vamos proclamar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luz resplandece em qualquer lugar,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fulgor dourado de amor e paz, Salvação completa aos caídos traz.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Resplandece, ó sol verdadeiro!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celestes raios vamos espalhar; Resplandece, ó sol verdadeiro!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formosos raios vamos proclamar!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Resplendor celeste brilha desde os céus.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Fala-nos de Cristo, do amor de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nós vamos, todos, trabalhar,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 aos perdidos o esplendor levar.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Resplandece, ó sol verdadeiro!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celestes raios vamos espalhar; Resplandece, ó sol verdadeiro!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formosos raios vamos proclamar!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uns raios fortes deste resplendor, Toda a terra podem inundar de amor; Podem dum deserto fazer um jardim; Resplendor do sol. ó brilha para mim.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Resplandece, ó sol verdadeiro!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celestes raios vamos espalhar; Resplandece, ó sol verdadeiro!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formosos raios vamos proclamar!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