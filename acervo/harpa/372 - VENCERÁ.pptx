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VENCERÁ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possui a Cristo, nEle firme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Achará poder para o mal combater;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Suas promessas Ele cumprirá.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está em Cristo, sempre há de vencer.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por Seu sangue vencerá;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sempre vencerá;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que impera,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nEle espera sempre vencerá.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qualquer batalha, não desmaiará;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poder das trevas há de triunfar;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lhe dará forças, nunca falhará;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Jeová combate em seu lugar.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por Seu sangue vencerá;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sempre vencerá;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que impera,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nEle espera sempre vencerá.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inimigos, mui audaz será,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unido a Cristo nunca vacilar.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firmado, luz espargirá;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A luz do Evangelho para os libertar.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por Seu sangue vencerá;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Vencerá, vencerá, sempre vencerá;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que impera,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nEle espera sempre vencerá.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