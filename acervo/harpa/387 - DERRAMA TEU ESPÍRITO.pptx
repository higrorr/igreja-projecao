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DERRAMA TEU ESPÍRITO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sobre nós o Teu Espírito,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fizeste em Jerusalém;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grei, Ó manda o mesmo fogo,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Indispensável para nós também!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grei, ó manda o mesmo fogo,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Indispensável para nós também!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sobre nós o Teu Espírito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em casa do centurião,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dá-nos o poder da Tua Palavra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Fazendo a luz brilhar na escuridão.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dá-nos o poder da Tua Palavra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Fazendo a luz brilhar na escuridão.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sobre nós o Teu Espírito,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dá-nos, hoje, muitas conversões;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deixa-nos sentir poder celeste,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vivifica os nossos corações;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deixa-nos sentir poder celeste,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vivifica os nossos corações.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 sobre nós o Teu Espírito,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que sofrem dá Tua proteção;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orar ficamos em amor unidos,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obter a prometida unção,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orar ficamos em amor unidos,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Para obter a prometida unção.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Desperta, Jesus Cristo, os que dormem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mui profundo sono do "jardim";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operaste nos antigos tempos,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 nos guia até o fim.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operaste nos antigos tempos,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 nos guia até o fim.	E.J. e F.S.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