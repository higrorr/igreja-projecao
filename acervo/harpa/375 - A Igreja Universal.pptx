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375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Igreja Universal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rocha firme, triunfal.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 a Igreja universal;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Fundada foi por Ti,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expirares lá na cruz.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Teu poder, enche meu ser;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 de amor, dá-me fervor; Remido estou, Teu filho sou,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Teu poder, ó vem me encher.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imensa do bom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Lugar me deu, de filho Seu,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plena paz no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Amor veraz, e salvação.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Teu poder, enche meu ser;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 de amor, dá-me fervor; Remido estou, Teu filho sou,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Teu poder, ó vem me encher.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Eis, pedra viva agora sou;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templo Seu me colocou;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corpo Seu, um membro sou,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sangue Seu me consagrou.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Teu poder, enche meu ser;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 de amor, dá-me fervor; Remido estou, Teu filho sou,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Teu poder, ó vem me encher.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rocha, não vai se abalar,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Igreja e vencerá;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este mundo se acabar, Contigo, ela reinará.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Teu poder, enche meu ser;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 de amor, dá-me fervor; Remido estou, Teu filho sou,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Teu poder, ó vem me encher.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