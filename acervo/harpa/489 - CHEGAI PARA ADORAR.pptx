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489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CHEGAI PARA ADORAR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Chegai, pastorzinhos, chegai p'ra adorar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do universo, que nasce em Belém,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ricos presentes podemos Lhe 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fé o amor, nossa vida também.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rústico teto abrigo Lhe dá;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casa um presépio, por templo um portal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Num leito de palhas deitado está,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deu às estrelas a luz celestial.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Seguindo uma estrela que veio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anunciar,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magos do Oriente atrás dEle, vão: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diante se prostram do Rei de Judá,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incenso, ouro e mirra, tributo Lhe dão.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Glória, Aleluia, os salvos Te 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Hosanas os anjos, entoam também,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ao Messias, que trouxe perdão;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Jesus, que nasceu em Belém.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