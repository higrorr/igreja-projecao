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523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Cristo, a Fonte Escondida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nos deu uma fonte escondida.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qualquer sede pode estancar.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cujas águas repletas de vida,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de graça nos hão de fartar.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Água sairá, viva manará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fonte que abriu 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Água correrá!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todos quiserem beber,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esgotará;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Milhares de mIihares venham; Sempre sairá!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muitas fontes de gozo no mundo, Nelas os homens vão sempre beber, Mas são cisternas e poços imundos, Que águas vivas não podem conter.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Água sairá, viva manará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fonte que abriu 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Água correrá!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todos quiserem beber,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esgotará;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Milhares de mIihares venham; Sempre sairá!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muitos homens gastaram dinheiro, Sem a fonte de Deus encontrar;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Jesus Cristo é o nosso roteiro, Que para a fonte, nos há de guiar.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Água sairá, viva manará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fonte que abriu 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Água correrá!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todos quiserem beber,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esgotará;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Milhares de mIihares venham; Sempre sairá!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Oh, Aleluia ao bom Pai supremo,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Pelas bênçãos que a todos quer 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pela fonte de paz que nós temos,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nosso ser, para nos alegrar!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Água sairá, viva manará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fonte que abriu 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Água correrá!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todos quiserem beber,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esgotará;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Milhares de mIihares venham; Sempre sairá!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