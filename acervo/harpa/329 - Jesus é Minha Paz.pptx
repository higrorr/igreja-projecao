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329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Jesus é Minha Paz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nos braços me tomou,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me deu a paz;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canto a quem me amou,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é minha paz!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Faminto e sedento andei,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ter descanso, aqui;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água viva eu aceitei;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Achei descanso aqui!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Onipotente pra me amar,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Cristo, o Rei dos céus;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Alegremente vou cantar;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Achei descanso em Deus!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