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421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CAREÇO DE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de Ti careço Jesus, meu Salvador!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amor, O vem m'alegrar,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de Ti careço.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