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95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OUVE, Ó PECADOR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ouve,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bem, presta atenção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Jesus, o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do céu trouxe o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a Sua meiga voz;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Digna é de aceitação.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 o que diz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Sua mensagem de amor;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"Será livre de temor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 que vier a Mim”;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Vem a Cristo, Salvador,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aceita o Seu amor.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Ouve, ouve, ó pecador!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medita com atenção;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 o mundo enganador;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Jesus, terás perdão;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diz: “Quem crer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Há de ter a Salvação”.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95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já, amigos meus,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tenhais hesitação;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Vinde ao Filho, sim, de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Dai-Lhe o vosso coração;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Ele diz: “Quem crer em Mim,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terá condenação”.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