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600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MÃOS AO TRABALHO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Mãos ao trabalho, crentes,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já passando o alvor.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Vamos, enquanto temos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vida em flor!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Vamos, enquanto é dia,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força trabalhar: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Eia que em vindo a noite,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não há lidar!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Mãos ao trabalho, crentes,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Andai, enquanto há luz: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Eia, que, agora é tempo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servir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o vigor da vida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ao bem votar.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Eia, que em vindo a noite,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não há lidar!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Mãos ao trabalho, crentes,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nos chega o fim.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Firmes, enquanto a morte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tocar clarim!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Vamos, irmãos, à obra,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Cristo trabalhar: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Eia, que em vindo a noite,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descansar!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