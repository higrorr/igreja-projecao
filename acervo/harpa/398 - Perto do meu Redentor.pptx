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398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Perto do meu Redentor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Desejo estar em um lugar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 perto do meu Redentor;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eu posso descansar,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Seu amparo e Seu amor.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 perto do meu Redentor,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Seguro abrigo encontrarei;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guardará do tentador,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eu nada temerei.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Ninguém me poderá tirar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paz que frui o coração;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bondoso vai me dar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mais segura proteção.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 perto do meu Redentor,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Seguro abrigo encontrarei;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guardará do tentador,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eu nada temerei.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Tristezas, nem temor terei,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Estando perto de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Envolto sempre me verei,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Seu fulgor, com Sua luz.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 perto do meu Redentor,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Seguro abrigo encontrarei;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guardará do tentador,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eu nada temerei.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