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147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Servir a Jesus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eu servir-Te, ó meu Rei Jesus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contigo sempre caminhar na luz,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Tendo com o povo de Deus comunhão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dos meus pecados purificação.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ó meu Senhor,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seguir-Te, ó Deus de amor.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Te servindo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também dando a Ti louvor.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Teu bom serviço tenho eu prazer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Nele muita graça eu vou receber;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falarei assim do Teu amor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 glorificarei, meu Salvador.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ó meu Senhor,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seguir-Te, ó Deus de amor.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Te servindo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também dando a Ti louvor.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Desça Tua graça sobre mim Senhor,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trabalhar com mais e mais fervor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Dá-me entendimento e veraz saber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alegre, eu fazer o Teu querer.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ó meu Senhor,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seguir-Te, ó Deus de amor.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Te servindo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também dando a Ti louvor.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em Ti confio, meu Senhor e Rei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em Ti vitória eu alcançarei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contigo quero sempre aqui viver,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Té que pra Sião, me venhas receber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ó meu Senhor,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seguir-Te, ó Deus de amor.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Te servindo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também dando a Ti louvor.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