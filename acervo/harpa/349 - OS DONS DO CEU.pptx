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OS DONS DO CEU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dons do céu prometidos,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 esperamos aqui;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santo amor reunidos,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suplicamos a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Chuvas do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dos céus, ó bom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dão sempre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já, o bom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chuvas constantes,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Chuvas, sim, mas abundantes,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de vida e de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Chuvas do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dos céus, ó bom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dão sempre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já, o bom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poder esperamos,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glorioso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altos céus aguardamos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 do Consolados!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Chuvas do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dos céus, ó bom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dão sempre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já, o bom Deus!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 abençoa os crentes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Que sempre estão a buscar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face, tementes;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Chuvas, lhes queiras mandar.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Chuvas do Consolador,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dos céus, ó bom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ó Senhor, chuvas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dão sempre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Manda-nos já, o bom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