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PRECIOSO SANGUE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 verteu,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para resgatar-nos,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Padeceu!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nós, foi derramado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remidor!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com este nos remiste, Redentor!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expiador!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que da pena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Purificador!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 toda a mancha lava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Fala-nos de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a lei exige,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Satisfaz!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 entrarei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receio, na presença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Rei!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bom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a todos manifesta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