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LUGAR DE DELÍCIAS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ao trono de Deus preparado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Há, cristão, um lugar para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perfumes, há gozo exaltado.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delicias profusas ali;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ali; sim, ali,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Seus anjos fiéis rodeado,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Numa esfera de glória e de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a Deus nos espera Jesus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encantos da terra não podem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 idéia do gozo dali;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na terra os prazeres acodem,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prazeres que acabam-se aqui; Mas ali, mal ali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venturas eternas concorrem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Co'a existência perpétua da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tornar-nos felizes com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Conservemos em nossa lembrança,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riquezas do lindo país,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guardemos conosco 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uma vida melhor, mais feliz;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dali, pois dali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voz verdadeira não cansa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oferecer-nos do reino da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protetor de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quisermos gozar da ventura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belo país haverá,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somente pedir da alma pura,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 graça Jesus nos dará.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dali, pois dali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cheio de amor, da ternura,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Desse amor que mostrou-nos na cruz, Nos escuta, nos ouve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