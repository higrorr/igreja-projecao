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78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MEU FORTE REDENTOR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78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Vagando eu em grande escuridão, O Salvador me encontrou,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Perdido, mesmo, sem ter salvação; A minh'alma Seu sangue lavou.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78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é o meu forte Redentor;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Ele é meu grande Salvador,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me libertou na cruz,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mui amor,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é meu Rei e meu Senhor.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78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Nos meus pecados e vil turbação,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luz mostrou-me, o Senhor;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fez-me ver que ali na perdição Me alcançava Seu grande amor.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78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é o meu forte Redentor;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Ele é meu grande Salvador,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me libertou na cruz,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mui amor,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é meu Rei e meu Senhor.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78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gozo desta grande salvação, Meu nome já no céu está;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recebi a divinal unção,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aos fiéis ainda Deus dá.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78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é o meu forte Redentor;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Ele é meu grande Salvador,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me libertou na cruz,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mui amor,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é meu Rei e meu Senhor.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78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Num dia alegre, Cristo voltará,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para o céu eu subirei;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corpo transformado, então será,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Qual o de Cristo Jesus, o meu Rei.	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/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								P.L.M.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78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é o meu forte Redentor;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Ele é meu grande Salvador,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me libertou na cruz,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mui amor,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é meu Rei e meu Senhor.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