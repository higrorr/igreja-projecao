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622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Tão Grato me é Lembrar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grato me é lembrar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cada dia estou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 do celeste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morar eu vou!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vez mais perto do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do meu eterno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morar eu vou.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breve vou partir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onde não há 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Delícias no céu vou fruir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Naquele lar de amor.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vez mais perto do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do meu eterno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morar eu vou.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Mestre, que leal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seja sempre aqui!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quero junto aos salvos mil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 estar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vez mais perto do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Perto do meu eterno 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 morar eu vou.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