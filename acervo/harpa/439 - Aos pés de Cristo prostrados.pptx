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Aos pés de Cristo prostrados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ressurgido,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seus pés nos prostramos;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fé O adoramos,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mundo é 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crentes redimidos,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sangue já lavados,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graça bem guardados,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Temos de Deus favor!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que nós sofremos,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já tem provado,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pecador cansado,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Pode, quer ajudar;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Quanta dor nós vemos,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na cruz sofrendo,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sede ali morrendo,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mortal salvar!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"Eu tenho sede", exclama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divina!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Pregado no madeiro,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da maldição;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Quanto Cristo 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 perdido,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sangue tem vertido,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lhe dar perdão!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nós, que santos somos,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e vera graça,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assim se faça,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nós o Teu querer,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achar nós fomos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Consolo abundante,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de Deus bastante,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divina! poder!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