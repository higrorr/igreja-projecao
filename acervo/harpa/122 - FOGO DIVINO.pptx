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122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FOGO DIVINO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Fogo divino, clamamos por ti;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lá do alto, vem, desce aqui;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despertar-nos com teu fulgor; Vem inflamar-nos com teu calor.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 do alto, bendito fogo,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 poder celestial!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 do alto, bendito fogo,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chama pentecostal!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Desce, Espírito Consolador,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 e enche-nos de santo amor, Desce ao mundo, nos mostra Jesus; Dá-nos poder, vida, graça e luz.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 do alto, bendito fogo,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 poder celestial!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 do alto, bendito fogo,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chama pentecostal!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Arde em minh'alma, ó chama de amor Arde em meu peito e dá-me valor; Consome todos os restos do mal; Desce já, ó fogo pentecostal!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 do alto, bendito fogo,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 poder celestial!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 do alto, bendito fogo,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chama pentecostal!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