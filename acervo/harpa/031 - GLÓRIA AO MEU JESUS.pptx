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GLÓRIA AO MEU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sofreu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Louvai, comigo, ao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Jesus! Jesus! Ó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doce o nome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Abrasa -me com santo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C'oa meus pecados carregou, Glória! 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 cruz me resgatou.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Jesus! Jesus! Ó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doce o nome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Abrasa -me com santo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perdoado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 certeza, ao céu eu vou!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Jesus! Jesus! Ó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doce o nome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Abrasa -me com santo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 guerra aqui findar,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melhor, eu vou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Jesus!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Jesus! Jesus! Ó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doce o nome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Abrasa -me com santo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 ao meu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