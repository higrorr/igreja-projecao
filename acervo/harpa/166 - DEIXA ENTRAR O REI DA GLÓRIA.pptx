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DEIXA ENTRAR O REI DA GLÓRIA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Ouves tu? Jesus te chama,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te chama,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que salva e 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agora, sem temor.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entrar o Rei da glória Em ti mesmo, ó pecador; Quem é este Rei da glória?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 teu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mundo e o pecado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no coração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ressuscitado,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não podes abrigar?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entrar o Rei da glória Em ti mesmo, ó pecador; Quem é este Rei da glória?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 teu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prazer, a vista linda,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 sedutor,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um dia aqui se finda,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morte, ó pecador!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entrar o Rei da glória Em ti mesmo, ó pecador; Quem é este Rei da glória?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 teu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é dia aceitável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vires t'entregar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que mui amável,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Quer, e pode te salvar.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entrar o Rei da glória Em ti mesmo, ó pecador; Quem é este Rei da glória?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 teu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