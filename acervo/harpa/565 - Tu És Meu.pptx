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Tu És Meu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eu sei que tu és meu,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que Deus, o Pai, me deu.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feitos majestosos são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do meu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tens, é para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prazer está em ti.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Tomaste aqui o meu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eu estar no santo 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estás nos céus.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 eu mostre aqui a tua luz! Revele sempre o teu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venhas, meu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