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289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SOB O SANGUE TEU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Asperge hoje meu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sangue Teu, ó Redentor!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Liberta-me da vil tentação,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sangue Teu, Senhor!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o sangue Teu,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Guarda-me da corrupção!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o sangue expiador,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tenho proteção!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todas dúvidas, do temor,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Teu, vem me lavar,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males do grande tentador,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queiras me livrar!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o sangue Teu,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Guarda-me da corrupção!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o sangue expiador,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tenho proteção!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Refúgio acha o pecador,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Teu, ó meu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Asperge-me sempre, ó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sangue, lá da cruz!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o sangue Teu,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Guarda-me da corrupção!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o sangue expiador,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tenho proteção!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vem me enchendo do Teu vigor,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manar do sangue Teu;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Fazendo-me mais que vencedor,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poder de Deus.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o sangue Teu,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Guarda-me da corrupção!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o sangue expiador,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tenho proteção!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Concede-me a perfeita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Tua cruz e sangue Teu;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ricos dons, ó me satisfaz,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faz-me ver o céu.	P.L.M.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o sangue Teu,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Guarda-me da corrupção!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o sangue expiador,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tenho proteção!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