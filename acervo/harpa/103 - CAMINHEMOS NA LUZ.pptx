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103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CAMINHEMOS NA LUZ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103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Há uma luz, bendita luz,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vem a nós dos céus;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face do Senhor Jesus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Reflete o amor de Deus.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103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Caminhemos na luz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Caminhemos na luz de Deus. Caminhemos na luz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Caminhemos na luz de Deus.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103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Há uma gloriosa luz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Guiando o nosso andar,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Nos santos passos de Jesus,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‘Tó chegarmos ao lar.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103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Caminhemos na luz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Caminhemos na luz de Deus. Caminhemos na luz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Caminhemos na luz de Deus.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103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Há uma luz, a santa luz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qual podemos ver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lindo céu, a glória à flux,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vamos receber.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103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Caminhemos na luz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Caminhemos na luz de Deus. Caminhemos na luz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Caminhemos na luz de Deus.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103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santa e bendita luz.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Cercado de esplendor,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Virá O que morreu na cruz,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Nosso amado Senhor.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103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Caminhemos na luz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Caminhemos na luz de Deus. Caminhemos na luz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Caminhemos na luz de Deus.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