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CRISTO COROAI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Cristo coroai! Que por nós encarnou,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Deus, o Santo Deus e Pai,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homens revelou.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Sua compaixão! Eis Sua mansidão!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vê a Cristo, vê ao Pai;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vê Seu coração.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Cristo coroai! De tudo o Criador,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Filho do eterno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mundo, o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Jesus Emanuel, o grande Redentor! Em busca dos perdidos,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o nosso bom Pastor.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Cristo coroai!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sobre a cruz, ganhou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nós eterna redenção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o céu voltou!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o Rei dos reis! O Príncipe da paz! Jesus, da morte, o vencedor,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 Salvação nos traz.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Cristo coroai! De todos 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a multidão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céus aclama com fervor!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o Cordeiro ali,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sobre o trono está!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vive e reina lá por nós,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cedo voltará.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