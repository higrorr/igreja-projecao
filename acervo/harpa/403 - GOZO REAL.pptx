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403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GOZO REAL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gozo real sinto no meu ser,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tenho de Deus perdão!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Jesus nos diz: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qualquer que crer Recebe salvação.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tu crês, ó vem o passo dar,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o passo dar, sim,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o passo dar!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tu crês, ó vem o passo dar,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Jesus te quer salvar.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amor foi Cristo, meu Redentor,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glória, aqui desceu;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transforma a vida dum pecador,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graça que nos deu.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tu crês, ó vem o passo dar,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o passo dar, sim,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o passo dar!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tu crês, ó vem o passo dar,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Jesus te quer salvar.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mercê, que amor o Senhor mostrou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Morrendo na dura cruz;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Sangue divinal por nós derramou,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Salvador Jesus!	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P.L.M.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tu crês, ó vem o passo dar,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o passo dar, sim,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o passo dar!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tu crês, ó vem o passo dar,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Jesus te quer salvar.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