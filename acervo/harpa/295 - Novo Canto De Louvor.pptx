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Novo Canto De Louvor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Novo canto de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já meu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Hino de paz a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traz consolação.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quão doce e o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divinal!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canto inspirador,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Harmonia angelical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Canto hinos de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Cristo me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enganador;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rocha me firmou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quão doce e o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divinal!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canto inspirador,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Harmonia angelical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canto novo 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noite que passar;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Sombras dão lugar à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Deus louvor cantar.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quão doce e o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divinal!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canto inspirador,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Harmonia angelical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coração vibrar,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acordes lá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rola a voz soar,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No jardim do nosso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quão doce e o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divinal!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canto inspirador,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Harmonia angelical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meu Jesus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levar-me com 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eu irei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hino lá nos céus.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hino de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a grande multidão.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às bodas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banquete do perdão.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quão doce e o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divinal!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canto inspirador,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Harmonia angelical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