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BOM CONSOLADOR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ir,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nova proclamar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antros de aflição, misérias,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 e 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Cristãos, anunciei que o Pai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derramar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prometeu,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já desceu;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Ide proclamar,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quer derramar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de horror,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Enfim, brilhou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dissipar as sombras de terror; Também o nosso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Seus fiéis mandou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prometeu,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já desceu;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Ide proclamar,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quer derramar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Consolador que traz a salvação Aos que aprisionou o grande tentador: Dizei que veio já,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todo 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prometeu,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já desceu;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Ide proclamar,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quer derramar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Grande eterno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Gozo divina!!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em proclamar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dom de meu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mora já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 celestial,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 bom Consolador.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prometeu,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já desceu;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Ide proclamar,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quer derramar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