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232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OS BEM-AVENTURADOS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Bem-aventurados são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de limpo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não buscam as riquezas para si;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tranqüilidade e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desfrutam, oh, jamais,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Poderão discriminadas ser por mim!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Oh, Cantemos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Jubilosos, com poder!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Alegres, com fervor,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Demos a Jesus louvor,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mais gozo vamos dEle receber!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dita e mui, favor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concede meu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que por mim verteu na cruz;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Tornará também meu ser,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Cheio de veraz prazer,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viver e caminhar na Sua Luz!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Oh, Cantemos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Jubilosos, com poder!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Alegres, com fervor,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Demos a Jesus louvor,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mais gozo vamos dEle receber!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Senhor obedecer,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DEle mesmo me encher,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mim isto é o verdadeiro céu;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Seu imenso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pobre pecador,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aqui, louvá-Lo, e além do véu!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Oh, Cantemos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Jubilosos, com poder!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Alegres, com fervor,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Demos a Jesus louvor,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mais gozo vamos dEle receber!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perfeita, é minha paz!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anelo nada mais,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sempre aqui fazer o Seu querer; Tenho o amado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possuo Seu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Gozarei eternamente mui prazer!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Oh, Cantemos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Jubilosos, com poder!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Alegres, com fervor,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Demos a Jesus louvor,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mais gozo vamos dEle receber!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