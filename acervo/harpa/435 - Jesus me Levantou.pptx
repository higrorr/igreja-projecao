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me Levantou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Salvador, por Seu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mundo vil por nós baixou,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dum abismo de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levantou!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salvação me deu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na cruz p’ra mim ganhou, Estando em sombra, à plena luz, Com seu poder me levantou!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voz eu resisti!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Enquanto amante me chamou,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Sua graça recebi,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me levantou!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salvação me deu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na cruz p’ra mim ganhou, Estando em sombra, à plena luz, Com seu poder me levantou!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Quanta dor sofreu por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pregado, expirou.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me salvou Jesus assim,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me levantou!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salvação me deu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na cruz p’ra mim ganhou, Estando em sombra, à plena luz, Com seu poder me levantou!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dom feliz em mim se vê,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Sua graça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compreendo eu, por quê Jesus me levantou!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salvação me deu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na cruz p’ra mim ganhou, Estando em sombra, à plena luz, Com seu poder me levantou!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