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438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VOLTAI-VOS PARA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 nós falou Jesus: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"Voltai-vos para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salvação. a paz, 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Encontrareis enfim".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esperai o bom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estrela da manhã,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ao céu a vós conduz;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Deixai a vida vã!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Jesus vos disse assim: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"Dá vida, água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tem sede venha 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graça o dom lhe dou".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seu ventre sairão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ao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Torrentes vivas, que serão: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paz, a fé, o amor!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assim falou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,todo o pecador: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"O vinde a Mim, Eu sou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brilha com fulgor";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que jazes, ó mortal,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trevas de horror,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vem p'ra luz celestial,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Cristo, o Salvador!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remidos dEle são,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passos vão seguir;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justiça, e Seu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graça vão fruir,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é tudo para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Rei, e meu Senhor;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Olhando, eu tenho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céu real vigor!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