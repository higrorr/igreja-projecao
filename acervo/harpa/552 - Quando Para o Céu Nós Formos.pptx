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Quando Para o Céu Nós Formos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o grande amor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e compaixão: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lugar tranqüilo e belo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Faz-nos eternal mansão.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ao Céu nós chegarmos,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dia de júbilo há de ser!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daremos Hosanas, cheios de prazer.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hoje peregrinos: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Nuvens toldam nosso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 dia estrada finda 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sombras, não mais véu.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ao Céu nós chegarmos,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dia de júbilo há de ser!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daremos Hosanas, cheios de prazer.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ser leais, portanto,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em crer, seja em servir!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relance lá da Glória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Atração dá ao porvir.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ao Céu nós chegarmos,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dia de júbilo há de ser!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daremos Hosanas, cheios de prazer.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Eia, ao galardão depressa: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logo ao Céu chegar: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Abrem-se os portais gloriosos: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Jesus a nos saudar.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ao Céu nós chegarmos,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dia de júbilo há de ser!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daremos Hosanas, cheios de prazer.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