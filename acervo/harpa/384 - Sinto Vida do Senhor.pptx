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384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Sinto Vida do Senhor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Sinto que vivo no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veio me salvar;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Sua lei, por Seu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Desejo sempre guardar.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Habitarei sempre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Firmá-Lo-ei no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Deus, pela fé, em mim produz Perfeição!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Sinto que vivo no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liberdade já,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cobre de favor,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Repouso sempre me dá.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Habitarei sempre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Firmá-Lo-ei no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Deus, pela fé, em mim produz Perfeição!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Sinto que vivo no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rocha eternal,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sustenta com vigor,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tempestades do mal.  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Habitarei sempre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Firmá-Lo-ei no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Deus, pela fé, em mim produz Perfeição!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Sinto que vivo no Senhor.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sempre viverei;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Seu poder consolador,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Deus permanecerei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Habitarei sempre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Firmá-Lo-ei no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Deus, pela fé, em mim produz Perfeição!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