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511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Glorioso Deus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Glorioso Deus, que está nos céu,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Conselheiro é contra o revés.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aqui trevas há, me iluminará;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tribulação, nEle os crentes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Firmados estão.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Quão bom é o nosso Deus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preparou pra os seus,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por Ele chegarão,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Satisfeitos à Sua mansão.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a morte dar golpe em meu lar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Então, eu bem sei onde acharei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que satisfaz,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Jesus me traz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que é mister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possa aqui conter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Quão bom é o nosso Deus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preparou pra os seus,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por Ele chegarão,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Satisfeitos à Sua mansão.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Longe do meu lar, sinto eu pesar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bom Jesus, dá-me sua luz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minha alma diz: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“Estas em mim feliz,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Estou contigo aqui”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Estarás sim, comigo ali.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Quão bom é o nosso Deus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preparou pra os seus,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por Ele chegarão,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Satisfeitos à Sua mansão.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Peregrino sou, mas eu estarei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ficarei sempre com Sua grei;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hei de gozar Seu amor sem par,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Grato cantarei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Aleluias ao grande Rei.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Quão bom é o nosso Deus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Tudo preparou pra os seus,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por Ele chegarão,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Satisfeitos à Sua mansão.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