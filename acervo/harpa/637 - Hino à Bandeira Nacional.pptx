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637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Hino à Bandeira Nacional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Salve lindo pendão da esperança! Salve, símbolo augusto da paz!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Tua nobre presença à lembrança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grandeza da Pátria nos traz.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Recebe o afeto que se encerra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nosso peito juvenil,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Querido símbolo da terra,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amada terra do Brasil!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teu seio formoso retratas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céu de puríssimo azul,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verdura sem-par destas matas,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esplendor do Cruzeiro do Sul.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Recebe o afeto que se encerra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nosso peito juvenil,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Querido símbolo da terra,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amada terra do Brasil!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Contemplando teu vulto sagrado, Compreendemos o nosso dever,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Brasil. por seus filhos amado, Poderoso e feliz há de ser.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Recebe o afeto que se encerra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nosso peito juvenil,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Querido símbolo da terra,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amada terra do Brasil!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a imensa nação brasileira,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Nos momentos de festa ou de dor, Paira sempre, sagrada bandeira, Pavilhão da justiça e do amor!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637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Recebe o afeto que se encerra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nosso peito juvenil,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Querido símbolo da terra,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Da amada terra do Brasil!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