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Neste Lenho Me Glorio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lenho me glorio,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Manancial de resplendor;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 intenso o suplício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divino Redentor.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temos caridade,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Mansidão, perfeito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intensa claridade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 ao mundo seu fulgor.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suprema dor e angústia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Suportou o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por morte tão terrível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Redimiu-nos com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