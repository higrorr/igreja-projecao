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QUE BUSCAS ANSIOSO?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que buscas ansioso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perdido pecador?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que tens por precioso,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Murchará qual linda flor!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teu fim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teu fim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 cessar o teu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vai o crente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vai o crente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lar eterno de repouso!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há belas flores,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querem seduzir,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espinhos tEm, que dores,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sempre produzir;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Cristo,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Cristo,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Saron é linda rosa,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excelente odor,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excelente odor,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alegra a alma desditosa!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Larga o mundo e o pecado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trazem perdição;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aceita de bom grado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no coração.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eternal terás;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eternal terás;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fruirás santo gozo;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será tua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será tua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altos céus o teu repouso,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