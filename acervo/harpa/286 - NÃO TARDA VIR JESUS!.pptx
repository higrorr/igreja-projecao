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TARDA VIR JESUS!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Jesus, nesta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só tristeza e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Ímpios fazem guerra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santos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volta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fulgurante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já se revolta,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tarda vir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 nós não somos,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 Senhor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Remidos todos fomos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sangue, lá na cruz!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volta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fulgurante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já se revolta,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tarda vir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tenebroso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vamos descansar,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o céu, de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Queremos já voar!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volta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fulgurante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já se revolta,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tarda vir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Olhamos para cima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Donde virá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isto nos anima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viver na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volta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fulgurante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já se revolta,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tarda vir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