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COMUNHÃO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Jesus, nós chamamos por Ti,_x000D_Cercamos Tua mesa, Senhor;_x000D_Por Teu Paracleto nos preside aqui;_x000D_Vem encher-nos de santo fervor.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grande ternura do Teu coração_x000D_Chamou-nos aqui, oh! Senhor!_x000D_Pra nós celebrarmos em santa união,_x000D_Tua morte, oh! bom Redentor!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pés dos Teus servos lavando, Senhor_x000D_Quizes-te o exemplo nos dar,_x000D_Da Tua humildade, do Teu grande amor,_x000D_Que entre nós deve sempre reinar.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Abençoas-te o pão e o partis-te a dizer:_x000D_“Tomai o meu corpo e comei,_x000D_E todas as vezes, pois é o dever,_x000D_Em memória de Mim o fazei”.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cálice da Nova Aliança de amor,_x000D_No Teu sangue, ó meigo Jesus,_x000D_Nos encha de graça, de novo vigor,_x000D_Nos anime na senda da luz!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Queremos, Jesus, neste ato de amor,_x000D_O Teu memorial celebrar;_x000D_Pra nós ele tem um infinito valor,_x000D_Um valor que jamais vai cessar.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