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519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ACHEI JESUS, MEU SALVADOR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Achei Jesus, o meu Salvador_x000D_De amor fiel, veraz_x000D_Não cessarei de Lhe dar louvor_x000D_Pois tenho a salvação e paz.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Salvo por Cristo sou,_x000D_Salvo por quem me amou!_x000D_Perfeita paz, Ele agora me traz,_x000D_Porque salvo estou!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me guardar Sua forte mão,_x000D_De todo o vício e mal;_x000D_Vencendo vou cada tentação;_x000D_Sustém-me o braço Divinal.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Salvo por Cristo sou,_x000D_Salvo por quem me amou!_x000D_Perfeita paz, Ele agora me traz,_x000D_Porque salvo estou!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me achou, tão aflito e mal,_x000D_Sem ter consolação;_x000D_Chamou-me a Si, com amor real;_x000D_Cheguei-me e achei a salvação.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Salvo por Cristo sou,_x000D_Salvo por quem me amou!_x000D_Perfeita paz, Ele agora me traz,_x000D_Porque salvo estou!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 morte eterna me resgatou,_x000D_Da dura escravidão;_x000D_Na rocha eterna seguro estou;_x000D_Cantando vou, com gratidão.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Salvo por Cristo sou,_x000D_Salvo por quem me amou!_x000D_Perfeita paz, Ele agora me traz,_x000D_Porque salvo estou!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