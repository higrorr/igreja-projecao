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394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MÃO DO ARADO!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sua mão ao arado já pôs,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Constante precisa ser;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sol declina e, logo após,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escurecer.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Avante, em Cristo pensando,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oração vigiando,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gozo e amor trabalhando,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teu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desanimes, por ser tua cruz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Maior que a de teu irmão;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mais pesada levou teu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consola, então;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cruz vai levando,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Jesus perdoando,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Alegremente andando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o lindo céu.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bom soldado de Cristo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Sofrendo as aflições,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sufocando a mensagem da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perseguições;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Seu amor proclamando,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Novas de paz, sim, levando,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que estão aguardando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salvação.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Quando, enfim, tu largares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te coroará;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santo gozo em glória e luz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consolará.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Esquecerás teus lidares,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Tribulações e pesares,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no céu desfrutares,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Perfeita paz.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