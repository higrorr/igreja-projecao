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NOIVA DE JESUS, APRONTA-TE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unida está a minh'alma,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 eu tenho meu vero sustento;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enche de gozo do céu, e de calma;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me ensina os seus mandamentos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Noiva de Jesus, apronta-te para 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eterno e santo reinado;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divinal amor irás lá, então,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fruir Com Jesus Cristo, o teu amado!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santa Igreja, com sangue remida,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é manifesta em mim Sua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Sua graça me foi concedida,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abrigado, terei a vitória.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Noiva de Jesus, apronta-te para 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eterno e santo reinado;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divinal amor irás lá, então,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fruir Com Jesus Cristo, o teu amado!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desejo a Cristo unido,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Seguir o caminho p'ra bela cidade,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nEle, dos males, sou bem protegido,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rodeado de vera bondade.	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Noiva de Jesus, apronta-te para 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eterno e santo reinado;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divinal amor irás lá, então,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fruir Com Jesus Cristo, o teu amado!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