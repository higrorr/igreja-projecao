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Glória Indizível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lido da bela cidade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Situada no Reino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Amurada de jaspe luzente,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juncada com áureos troféus.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Bem no meio da praça eis o rio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vida e vigor eternal;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metade da glória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Metade da glória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lido dos belos palácios,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foi no Céu preparar,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os santos fiéis, para sempre,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Mui felizes irão habitar;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tristeza, nem dor, nem velhice Veremos no lar paternal;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metade da glória celeste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Jamais se contou ao mortal.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Metade da glória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lido das vestes brilhantes,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coroas que os crentes terão,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Pai os chamar proclamando:  “Recebei eternal galardão!”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lido que os santos na glória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gozo e prazer perenal.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metade da glória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Metade da glória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lido da história bendita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fiel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nós padeceu no Calvário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recebe ao mais vil pecador.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lido do sangue vertido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todos redime do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metade da glória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Metade da glória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 contou ao mortal!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