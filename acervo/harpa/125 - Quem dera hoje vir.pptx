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Quem dera hoje vir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outra vez, nosso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vir!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reinar com poder 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vir!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por Sua Esposa, vem esta vez;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espera em oração;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 do mundo de entremez;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vir!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gozo sem fim, trará;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ao coroar o 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nos arrebatará;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glória! Cristo vem outra vez!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Terminará o poder do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ser!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Começará o prazer sem igual;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ser!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mortos em Cristo serão Arrebatados por seu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estas glórias aqui virão?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ser!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gozo sem fim, trará;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ao coroar o 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nos arrebatará;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glória! Cristo vem outra vez!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santidade nos deve achar,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quEle pode vir.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velando, com gozo e paz,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quEle pode vir.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Multiplicados os sinais estão;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oriente se vê o alvor;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Breve, os crentes subirão;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hoje vir!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gozo sem fim, trará;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ao coroar o 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glória, nos arrebatará;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Glória, glória! Cristo vem outra vez!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