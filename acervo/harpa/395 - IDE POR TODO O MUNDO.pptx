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IDE POR TODO O MUNDO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por todo o mundo e dizei: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"E-Me dado todo o poder";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anunciai que já ressuscitei,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dar vida a todo o que crer.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Confiando, irei onde me mandar;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terra, pelo mar também 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estou convosco para vos guardar,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os séculos. Amém.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e ensinai todas as nações;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Publicai a salvação e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venceu a morte e seus grilhões,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Liberdade agora, a todos traz.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Confiando, irei onde me mandar;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terra, pelo mar também 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estou convosco para vos guardar,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os séculos. Amém.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salvação a porta aberta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por ela hoje quer entrar?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quem oferece e quem dá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entrada no celeste 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Confiando, irei onde me mandar;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terra, pelo mar também 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estou convosco para vos guardar,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os séculos.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