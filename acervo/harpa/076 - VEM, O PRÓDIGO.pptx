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VEM, O PRÓDIGO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pródigo, vem sem tardar,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Ouve-O chamando,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Chamando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vagas errante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a voz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escuta a voz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 e ternura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Ouve-O chamando,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Chamando a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enquanto te chama o meigo Salvador, Ó escuta a voz 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casa do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Abundância há de pão;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Ouve-O chamando,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Chamando a 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está pronta a mesa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toda a provisão,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escuta a voz de amor!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espera por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Perdido, pródigo, 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