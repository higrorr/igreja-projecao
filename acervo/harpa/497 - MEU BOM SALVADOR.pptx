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BOM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precioso, meu bom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sempre O louvo, pois deu-me 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débil me encontro me dá Seu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precioso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é Jesus,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é Jesus, minha luz!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glória será o Seu rosto mirar!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precioso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Andando no mundo, sem Deus, a vagar,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senda do mal, que a morte conduz,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disse Jesus: "Eu te quero salvar"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precioso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é Jesus,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é Jesus, minha luz!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glória será o Seu rosto mirar!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precioso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por Sua graça, eu posso gozar;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Encheu-me de gozo do reino da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Contemplo por fé, meu celeste lugar.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precioso Jesus!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é Jesus,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é Jesus, minha luz!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glória será o Seu rosto mirar!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precioso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precioso, pois me quis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Morrendo por mim pendurado na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 glorioso virá me buscar,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precioso Jesus!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é Jesus,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Precioso é Jesus, minha luz!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glória será o Seu rosto mirar!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precioso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