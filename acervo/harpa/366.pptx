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Belém nasceu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grande Redentor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a bendita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um mundo pecador.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Aleluia a Cristo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enviado, Filho de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e luz que vida produz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trouxe lá dos Céus!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pastores, a Belém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a Jesus Louvar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gratidão, também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 a quem nos quis salvar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humilde adoração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jesus, sim ofertar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grato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sentiu o amor sem par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do céu Jesus desceu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Fez-se homem sendo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Nossas dores padeceu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P´ra levar-nos para os céus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 glória, glória a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dom do seu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 sim, nos Céus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com mais fervor.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Cantam os anjos, glória a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homens santa paz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Cantam glória os filhos Seus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Salve o Rei, que gozo nos traz.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S.J.N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