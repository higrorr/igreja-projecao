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374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Vida Abundante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queremos ter vida abundante.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pureza e de santidade,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amarmos a Deus em verdade, Pela graça que Ele nos deu.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nos dar Tua vida abundante, Nosso amado e divino Senhor;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vida de gozo exultante, Abundante no Consolador.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queremos ter vida abundante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amor, que o Pai nos tem dado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Jesus, o Seu Filho amado,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Cuja vida por nós derramou.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nos dar Tua vida abundante, Nosso amado e divino Senhor;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vida de gozo exultante, Abundante no Consolador.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queremos ter vida abundante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Jesus, a veraz fortaleza,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nos dá do perdão a certeza.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nos encha de consolação.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nos dar Tua vida abundante, Nosso amado e divino Senhor;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vida de gozo exultante, Abundante no Consolador.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