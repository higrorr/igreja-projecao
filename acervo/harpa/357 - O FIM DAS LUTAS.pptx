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FIM DAS LUTAS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esta vida de lutas cessar,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para o céu meu descanso gozar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Jesus, lá na glória sem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ventura será para mim!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prazer! Glória a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Eu hei de ver no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morrer, a Jesus sempre 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Será gozo eterno, p'ra mim!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Penso na paz e no grande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lar celeste do meu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 Seu rosto, em sorrir também,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grande glória do dia que vem.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prazer! Glória a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Eu hei de ver no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morrer, a Jesus sempre 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Será gozo eterno, p'ra mim!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Pais e amigos, irmãos, hão de 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santo rio, de gozo a cantar,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alegres, louvando ao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Gozando bênçãos do seu Criador.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prazer! Glória a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Eu hei de ver no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morrer, a Jesus sempre 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Será gozo eterno, p'ra mim!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