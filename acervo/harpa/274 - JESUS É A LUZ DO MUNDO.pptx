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É A LUZ DO MUNDO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perdido em pecado se achou, Jesus é a luz do mundo;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nas densas trevas a glória brilhou, Jesus é a luz do mundo!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para a luz, não queiras perder Perfeita paz, dum novo viver: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cego fui, mas Já posso ver, Jesus é a luz do mundo!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trevas do mundo já temos Betel, Jesus é a luz do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Irás pela luz se tu fores fiel,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a luz do mundo!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para a luz, não queiras perder Perfeita paz, dum novo viver: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cego fui, mas Já posso ver, Jesus é a luz do mundo!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cegos e presos no vale de horror, Jesus é a luz do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manda chamar-vos a ver Seu fulgor, Jesus é a luz do mundo!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para a luz, não queiras perder Perfeita paz, dum novo viver: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cego fui, mas Já posso ver, Jesus é a luz do mundo!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sol, nem luzeiros no mundo haverá Jesus é a luz do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do Seu rosto ali brilhará,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a luz do mundo!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para a luz, não queiras perder Perfeita paz, dum novo viver: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cego fui, mas Já posso ver, Jesus é a luz do mundo!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