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264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Ó PAI CELESTE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Pai celeste no nome santo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Teu amado Filho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Grato Te sela o nosso canto,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reverente Tua grei produz;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Deus, preside Teu povo unido,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Tua graça e com Teu poder,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Santo Espírito já recebido,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desejamos aqui viver.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Rocha divina, nossa firmeza,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Dá-nos a graça, dá-nos poder;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dos Teus servos a fortaleza,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Onde, abrigados, não têm pavor; Chuvas de bênçãos sempre derrama Em abundância dos altos céus;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nossa alma, qual cervo brama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grande seca por Ti, bom Deus!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Rebanho santo, por Deus selado, Duma só mente, dum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assim seja realizado,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Ver, esperamos, com prontidão;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nos defende com o Teu braço,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inimigo, do tentador;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dirige os nossos passos,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vivas fontes que dão vigor!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Manda, Senhor, a Tua mensagem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divina e sacra unção,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o maná, que trouxe, em viagem, Para Teu povo, a consolação;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Palavra, água da vida,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nosso cálice, faz transbordar,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Cheia de graça, bem dirigida,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os sedentos poder saciar.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