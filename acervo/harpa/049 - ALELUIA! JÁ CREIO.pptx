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ALELUIA! JÁ CREIO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tem prometido a salvação 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em Seu Filho Jesus confiar.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Já creio em Cr!sto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salvo já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tal Seu amor, que me substituiu,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Calvário, minh’alma remiu!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Já creio em Cr!sto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salvo já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jamais desse amor duvidar; Não posso senão aos Seus pés me prostrar.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Já creio em Cr!sto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salvo já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quando, na glória, eu vir meu bom Rei, Com todos os santos ali cantarei.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Já creio em Cr!sto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salvo já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