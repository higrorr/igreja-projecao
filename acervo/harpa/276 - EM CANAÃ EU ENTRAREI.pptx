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CANAÃ EU ENTRAREI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Canaã eu entrarei,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país ditoso,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Sião habitarei; que paz ali terei Com meu Jesus! Que gozo!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dará repouso,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cantar, então,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hino ao meu Deus!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poder 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santos reunidos,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reino dos remidos,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Entoarão, enfim,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hino ao bom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muitas provas eu passei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lutas bem notórias;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andar não cansarei,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eu ver o 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que dá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levará em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entrarei no esplendor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reino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poder 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santos reunidos,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reino dos remidos,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Entoarão, enfim,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hino ao bom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 Cristo voltará;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nuvens, vê-Lo-emos;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povo levará, e festa haverá; Ao céu nós subiremos,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lá encontraremos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caro e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Verdade, vida e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poder 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santos reunidos,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reino dos remidos,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Entoarão, enfim,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hino ao bom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