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158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 FARÁS DE JESUS CRISTO?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de Pilatos `stá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deixado em aflição,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O qual pergunta à multidão.	"Que farei de Jesus Cristo?"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farás de Jesus Cristo? Responde, hoje, sim;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Dirás um dia ao vê-Lo: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"Que fará Ele de mim?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julgamento ainda está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Nazareno em aflição,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repete a pergunta, então: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"Que farei de Jesus Cristo?"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farás de Jesus Cristo? Responde, hoje, sim;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Dirás um dia ao vê-Lo: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"Que fará Ele de mim?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julgado Jesus por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recebido com gratidão?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mui alegre, dirás, então: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"Aceito a Jesus Cristo!"	F.V.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farás de Jesus Cristo? Responde, hoje, sim;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Dirás um dia ao vê-Lo: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"Que fará Ele de mim?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