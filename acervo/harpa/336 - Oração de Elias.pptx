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Oração de Elias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Elias no Carmelo orou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insistência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Curvado ao pó, com fé clamou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chuva lá dos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Chuva, manda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do Santo Consolador; Manda chuva forte, Salvador: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lgreja faz descer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de poder.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Vai, servo meu, do monte olhar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nuvens negras vêm;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pode agora Deus mandar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a nós também.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Chuva, manda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do Santo Consolador; Manda chuva forte, Salvador: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lgreja faz descer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de poder.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nuvem surge qual uma 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horizonte além,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longe ouve-se um trovão: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muita chuva vem.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Chuva, manda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do Santo Consolador; Manda chuva forte, Salvador: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lgreja faz descer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de poder.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crente frio, vai buscar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Deus em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tua vida consagrar,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receber a unção.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Chuva, manda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do Santo Consolador; Manda chuva forte, Salvador: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lgreja faz descer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de poder.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