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639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Hino da Independência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podeis da Pátria filhos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 contente a mãe gentil,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raiou a liberdade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horizonte do Brasil!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raiou a liberdade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raiou a liberdade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horizonte do Brasil.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Brava gente brasileira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vá temor servil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ficar a Pátria livre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morrer pelo Brasil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ficar a Pátria livre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morrer pelo Brasil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 soou na serra ao longe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grito varonil;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imensos ombros, logo,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cabeça ergue o Brasil!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imensos ombros, logo,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imensos ombros, logo,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cabeça ergue o Brasil.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Brava gente brasileira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vá temor servil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ficar a Pátria livre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morrer pelo Brasil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ficar a Pátria livre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morrer pelo Brasil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grilhões que nos forjava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perfídia astuto ardil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 mão mais poderosa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Zombou deles o Brasil.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 mão mais poderosa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 mão mais poderosa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Zombou deles o Brasil!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Brava gente brasileira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vá temor servil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ficar a Pátria livre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morrer pelo Brasil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ficar a Pátria livre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morrer pelo Brasil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Parabéns, ó brasileiros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com garbo juvenil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Universo entre as nações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Resplandece a do Brasil.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Universo entre as nações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Universo entre as nações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Resplandece a do Brasil.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Brava gente brasileira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vá temor servil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ficar a Pátria livre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morrer pelo Brasil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ficar a Pátria livre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morrer pelo Brasil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