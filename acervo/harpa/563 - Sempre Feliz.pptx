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563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Sempre Feliz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Feliz, eu sou feliz, feliz,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sempre mui feliz!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Cristo veio e me salvou,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coração lavou.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Feliz, eu sou feliz,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sempre mui feliz!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Feliz, eu sou feliz, feliz,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sempre mui feliz!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