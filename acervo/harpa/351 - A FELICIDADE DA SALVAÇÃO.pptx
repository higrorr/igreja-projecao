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351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FELICIDADE DA SALVAÇÃO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felizes os que têm o alegre som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salvação real do nosso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eles têm ouvido num suave tom,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multidão que canta Iá no céu.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os filhos de Deus bem alegres estão,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céu prazer melhor terão,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gozos do cristão, apenas gotas são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Do mar de bênçãos, em Sido!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Secam-se do mundo os mananciais por 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Deixando aqui somente sequidão,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as fontes divinais não são assim,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sempre águas vivas manarão.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Santificado seja o nome Teu,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glorioso Deus de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