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DIA DO TRIUNFO DE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lá do céu descendo,_x000D_Para os Seus, Jesus voltar,_x000D_E o clarim de Deus a todos proclamar,_x000D_Que chegou o grande dia _x000D_Do triunfar do meu 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por sua imensa graça, lá estarei.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enfim, chegar o dia_x000D_Do triunfar do meu Rei, _x000D_Quando enfim, chegar o dia,_x000D_Pela graça de Jesus eu lá estarei!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Nesse dia, quando os mortos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Hão de a voz de Cristo ouvir,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seus sepulcros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Hão de ressurgir,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remidos reunidos, logo aclamarão seu 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por sua imensa graça, lá estarei.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enfim, chegar o dia_x000D_Do triunfar do meu Rei, _x000D_Quando enfim, chegar o dia,_x000D_Pela graça de Jesus eu lá estarei!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mundo, rejeitado foi, Jesus, _x000D_meu salvador.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Desprezaram, insultaram meu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faustoso, vem o dia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triunfar do meu 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por sua imensa graça, lá estarei.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enfim, chegar o dia_x000D_Do triunfar do meu Rei, _x000D_Quando enfim, chegar o dia,_x000D_Pela graça de Jesus eu lá estarei!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mim mesmo, nada tenho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que possa confiar,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Jesus morreu na cruz _x000D_P’ra me salvar;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somente nEle espero, sim, e sempre esperarei,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por sua imensa graça, lá estarei.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enfim, chegar o dia_x000D_Do triunfar do meu Rei, _x000D_Quando enfim, chegar o dia,_x000D_Pela graça de Jesus eu lá estarei!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