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442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BREVE VEREI O BOM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no céu, Jesus há de aparecer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gloriosa luz; todos O hão de ver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Naquele dia, então, eu hei de receber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 galardão; oh! que prazer!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verei o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viverei em plena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lindo céu eu gozarei...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 a dor, por Deus, livre serei.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vinda do Senhor irei eu receber,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Seu eterno amor, repouso e prazer,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Disso, meu bom Jesus, tem-me falado já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celeste luz de Jeová!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verei o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viverei em plena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lindo céu eu gozarei...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 a dor, por Deus, livre serei.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vinda do Senhor desfrutarei prazer,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meu Salvador em glória aparecer;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Ele breve vem, os santos levará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mansão de além, donde virá!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verei o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viverei em plena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lindo céu eu gozarei...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 a dor, por Deus, livre serei.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