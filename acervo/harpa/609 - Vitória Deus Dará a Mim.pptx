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Vitória Deus Dará 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Vitória Deus dará a mim, eu sei,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Vitória Deus dará a mim, eu sei.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andar em plena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Confiar só em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Vitória Deus dará a mim, eu sei.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