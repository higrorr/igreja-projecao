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502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Ó Pastor Bendito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Pastor bendito, escuta De Teus filhos a oração, Cordeirinhos que, na luta, Dão a Ti seu coração.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2 Cristo Rei, meu soberano, Faze que ao repousar Te contemple em brando sono, E Te busque ao despertar.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3 Graças mil, Pastor amado, Hoje Teus cordeiros dão, Pois Tuas mãos, oh! nos têm dado Que vestir e nosso pão.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502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4 Pequeninos, Te buscamos, Esta noite em oração, Reverentes esperamos, De manhã ua nova unção. Amém.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