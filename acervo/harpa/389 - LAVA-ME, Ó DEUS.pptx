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389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LAVA-ME, Ó DEUS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justiça eu quero cumprir,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Alegremente me vou batizar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imersão, para Cristo seguir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meus pecados, assim sepultar.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Lava-me, lava-me, ó Deus 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sangue puro de Cristo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 minh'alma mais alva que 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sangue puro de Cristo Jesus.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das águas eu ressuscitar,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criação nova sou em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Posso e Ele servir e honrar,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crer na obra sublime da cruz.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Lava-me, lava-me, ó Deus 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sangue puro de Cristo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 minh'alma mais alva que 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sangue puro de Cristo Jesus.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toda força, meu bom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santo nome eu invocarei,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eu vá de valor em valor,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céu de luz, onde descansarei.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P.L.M.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Lava-me, lava-me, ó Deus 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sangue puro de Cristo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 minh'alma mais alva que 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sangue puro de Cristo Jesus.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