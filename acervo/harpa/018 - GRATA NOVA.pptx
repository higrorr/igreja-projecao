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GRATA NOVA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Grata nova Deus proclama_x000D_Hoje, ao mundo pecador!_x000D_Doce nova revelada,_x000D_Lá na cruz do Salvador;_x000D_Cego e desviado, o homem,_x000D_Dos caminhos do Senhor,_x000D_Desconhece e desconfia_x000D_Deste Deus, o Deus de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Grata nova, doce nova_x000D_Vem dos lábios do Senhor,_x000D_Escutai com alegria_x000D_“Deus é luz, Deus é amor”.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ofertas e obras mortas,_x000D_Sacrifícios sem valor,_x000D_Enganado, pensa o homem,_x000D_Propiciar seu Criador,_x000D_Meios de salvar-se inventa;_x000D_Clama, roga em seu favor,_x000D_A supostos mediadores,_x000D_Desprezando o Deus de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Grata nova, doce nova_x000D_Vem dos lábios do Senhor_x000D_Escutai com alegria,_x000D_“Deus é luz, Deus é amor”.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Luz divina, resplandece!_x000D_Mostra ao triste pecador,_x000D_Que na cruz estão unidos,_x000D_A justiça e o amor._x000D_Fala aos corações feridos,_x000D_Mostra-te, Deus Salvador;_x000D_E sem fim, proclamaremos:_x000D_“Deus é luz! Deus é amor!”.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Grata nova, doce nova_x000D_Vem dos lábios do Senhor_x000D_Escutai com alegria_x000D_“Deus é luz, Deus é amor”.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