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72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RASGOU-SE O VÉU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Rasgou-se o véu, franca ficou a entrada: Confiança temos, para ali entrar,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a divina glória revelada,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Outrora, não podíamos mirar;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Cristo, entrando, nada ali tememos;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glória brilha, sem nos ofuscar;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luz estamos e permanecemos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Firmes, tranqüilos, sem mais vacilar.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Contigo ali, Senhor, nos encontramos,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nos levaste já ao santo Pai,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cuja graça aceitos, sempre estamos, Em cujo amor tão grande nos atrai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Ti, ó Filho - em Ti, ó bem amado!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só em Ti temos aceitação;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quem, no sangue estando já lavado, Isento está da eterna perdição.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Deus, a Ti de coração louvamos,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de Ti nos quiseste aproximar,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separados de Ti ficamos,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Tua lei divina, violar,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Teus santos seguidores, consagrados,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sangue do bendito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culto e adoração Te apresentamos, Porque nos chamaste, ó bom Senhor!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