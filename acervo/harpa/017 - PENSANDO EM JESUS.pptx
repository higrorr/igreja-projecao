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PENSANDO EM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horas que passo pensando em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trevas desfaço, buscando 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horas de vida, tão doces p'ra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convida, que eu suba p'ra Si!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vida voando, sem nenhum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Acima buscando do véu 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doce ventura, que aspecto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nova natura minh'alma bendiz.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mar o bramido, da brisa o langor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ave o carpido de doce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falam sentidos acordes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trazem aos ouvidos os hinos de Deus!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ansiosa já quer percorrer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senda gloriosa que eu hei de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coisa tão bela; oh! que luz sem véu!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revela mistérios do céu.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