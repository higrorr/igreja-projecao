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 TI PRECISO MAIS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preciso mais 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Reino de Deus, em meu coração;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compaixão Tu és o Senhor;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mais. De Ti preciso mais,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amor veraz;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estás pronto p'ra me valer,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preciso mais de poder,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Dom do eterno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 o dador que enche meu ser;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mais! De Ti preciso mais,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poder veraz,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Tua graça, ó vem me encher,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preciso mais Te imitar,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humildade e submissão;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instrução eu quero guardar,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mais, De Ti preciso mais,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graça eficaz,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Tu queres m'a conceder,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preciso mais de ouvir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silêncio a voz 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dá vigor para eu Te servir,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mais. De Ti preciso mais.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voz veraz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silêncio sempre atender,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preciso mais comunhão,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 estar em santo Tabor;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esplendor, transfiguração;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 preciso mais. De Ti preciso mais,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Transformação veraz;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face eu quero ter, De Ti preciso mais!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