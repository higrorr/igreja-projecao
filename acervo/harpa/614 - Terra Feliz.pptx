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Terra Feliz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avisto uma terra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irei para sempre morar: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mansões nesse lindo país,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foi pra mim preparar.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morar! vou morar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terra celeste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morar! vou morar!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terra celeste porvir!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nesse lindo país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Belos hinos ao meu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ali viverei bem feliz,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angústias, tristezas, nem 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cantar! vou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terra celeste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cantar! vou cantar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terra celeste porvir!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Deixarei este mundo, afinal,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ir a Jesus adorar.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linda cidade real,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venturas sem fim vou estar.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estar! vou 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terra celeste porvir!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Vou estar! vou estar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Nessa terra celeste porvir!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