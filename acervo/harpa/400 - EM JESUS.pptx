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400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EM JESUS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400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Em Jesus, vivendo cada dia,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Em Jesus eu tenho alegria!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Em Jesus, oh, doce harmonia!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Em Jesus, desfruto a paz de Deus!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400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Em Jesus, na rocha inabalável,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Em Jesus, no homem incomparável!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Em Jesus, no Deus tão adorável!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Em Jesus, o mal não temerei!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400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Em Jesus a graça é infinita,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Em Jesus, oh! Benção inaudita;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Em Jesus, minh’alma é bendita;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Em Jesus eu tenho salvação!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400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Em Jesus não temo o mal e a morte,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Em Jesus estou firmado e forte!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Em Jesus meu barco ruma ao norte;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Em Jesus eu sempre hei de vencer!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