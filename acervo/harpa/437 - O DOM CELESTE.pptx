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437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DOM CELESTE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Deus me batizou,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viu mais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dom celeste o Pai mandou,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dar louvor ao meu Rei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testemunha do meu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sempre dEle vou falar;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do selo de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meu cálice faz transbordar.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Louvado seja Jesus, o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continua a batizar,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língua estranha, nós temos visto,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dom celeste, o Pai mandar!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caminho vou trilhar,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quiser obedecer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Evangelho, à luz sem par,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Aonde vida vou receber,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 Cristo eu falarei,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dos homens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vinde hoje e recebei,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Divina graça do meu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Louvado seja Jesus, o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continua a batizar,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língua estranha, nós temos visto,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dom celeste, o Pai mandar!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