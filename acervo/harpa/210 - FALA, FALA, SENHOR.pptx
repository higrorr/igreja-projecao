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FALA, FALA,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fala, Senhor, nesta hora,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ansioso te quero ouvir;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falar dá valor e restaura,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sábio me faz no porvir.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Bendito o Teu nome eterno,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falas a quem escutar,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saúde e repouso superno,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alegria e paz eternal.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fala, Senhor, que conservo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palavras de vida 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pronto a seguir-Te com zelo, Pelas Tuas veredas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Bendito o Teu nome eterno,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falas a quem escutar,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saúde e repouso superno,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alegria e paz eternal.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fala, Senhor, que eu ouço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palavras com todo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conduzem ao eterno repouso,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conselhos mui ricos de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Bendito o Teu nome eterno,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falas a quem escutar,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saúde e repouso superno,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alegria e paz eternal.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