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Face Adorada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Desprezando toda dor eu vou a cantar_x000D_E o calvário, ao pecador_x000D_Sempre apontar_x000D_Flechas transpassaram-me_x000D_Padeci gran dor_x000D_Mas Jesus, minha luz, fez-me vencedor.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adorada de Jesus verei,_x000D_Com a grei amada no céu estarei_x000D_Na mansão dourada hinos vou cantar_x000D_A Jesus, minha luz_x000D_Que me quis salvar.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a noite escura ser_x000D_No servir Jesus,_x000D_Mas clamando com poder,_x000D_Brilhará a luz, podem os laços_x000D_De Satã, todos me cercar,_x000D_Mas Jesus, pela cruz_x000D_Faz-me triunfar.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adorada de Jesus verei,_x000D_Com a grei amada no céu estarei_x000D_Na mansão dourada hinos vou cantar_x000D_A Jesus, minha luz_x000D_Que me quis salvar.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estou a contemplar _x000D_A montanha além;_x000D_Onde a luta governar_x000D_Está Jesus também_x000D_Que estende Sua mão, sobre nós dali,_x000D_Sei assim que por mim,_x000D_Cristo vela aqui.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adorada de Jesus verei,_x000D_Com a grei amada no céu estarei_x000D_Na mansão dourada hinos vou cantar_x000D_A Jesus, minha luz_x000D_Que me quis salvar.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entre as ondas_x000D_Estou sem luz,_x000D_Quase a perecer_x000D_Meu piloto é Jesus, pode me valer_x000D_O meu barco guia bem _x000D_Pelo bravo mar, sim Jesus_x000D_Me conduz, posso sossegar.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adorada de Jesus verei,_x000D_Com a grei amada no céu estarei_x000D_Na mansão dourada hinos vou cantar_x000D_A Jesus, minha luz_x000D_Que me quis salvar.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