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273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SÓ A TI RECORREREI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 nas trevas quer na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a Ti recorrerei,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a Ti meu bom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socorro acharei.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a Ti, meu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a Ti recorrerei;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em Ti,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refúgio encontrarei!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lutas, penas, 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Neste mundo encontrar,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 buscarei,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virás me consolar!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a Ti, meu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a Ti recorrerei;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em Ti,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refúgio encontrarei!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grande tentador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minh'alma combater,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graça do Senhor,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mal hei de vencer.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a Ti, meu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a Ti recorrerei;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em Ti,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refúgio encontrarei!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