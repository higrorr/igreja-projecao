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51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ADORAÇÃO RECONHECIDA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minh'alma, sem demora,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Ergue-te para entoar,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louvores do teu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Seu nome celebrar!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P'ra remir-te, p'ra remir-te,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vida Ele quis dar!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Minha condição tão triste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Conheceu meu Salvador;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dos céus desceu à terra,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ser meu Redentor!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Quão grande! Oh! Quão grande!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amor de meu Senhor!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Condenado, justamente,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podia eu fazer,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Dessa pena p'ra livrar-me,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perdão p’ra merecer?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sangue, o Seu sangue,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Quis Jesus por mim verter!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meus crimes carregado,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Lá na cruz, em meu lugar,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Foi Jesus crucificado,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minh'alma pra salvar;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 todos! Vinde todos,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comigo, O adorar!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