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FORMOSA JERUSALÉM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glorioso, cristão, é pensares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cidade que não tem igual,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os muros são de puro jaspe.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ruas de ouro e cristal;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Pensa como será glorioso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Ver-se a triunfal multidão.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cantando, aguarda a chegada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que vencem a tribulação.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Pensa como será glorioso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 o rio da vida e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Cujas margens juncadas de lírios,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a glória de nosso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Haverá lá perpétua aurora,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Deus mesmo a alumiará;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Cordeiro, com Sua esposa,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Noite e dia resplandecerá.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Pensa na celestial melodia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 terra encherá, de Beulá;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das harpas a doce harmonia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passar o Jordão se ouvirá.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Mesmo em dores que levam à morte,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constante, não voltes atrás,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herança, tua eterna sorte,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Jesus, o Fiel, o Veraz.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é glorioso pensar nas grandezas,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prazeres que acodem aqui,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será desfrutar as riquezas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esperam os salvos, ali?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encantos do mundo não podem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Ofuscar essa glória dalém;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almejas viver, ó amigo,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Nessa formosa Jerusalém?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