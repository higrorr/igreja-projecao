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338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Quero Jesus, Tua Luz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sempre, Jesus, receber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luz, Revestir-me do Consolador;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 dia nos céus,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Junto ao trono de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Fruirei abundante amor!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Jesus, guarda o meu coração, Nele faz Tua eterna habItação,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sempre Teu nome louvar! Pois quiseste minh’aima resgatar!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 o sangue estarei abrigado da lei, Do pecado e da vil tentação;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Neste sangue há paz,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Gozo que satisfaz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certeza de vem perdão!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Jesus, guarda o meu coração, Nele faz Tua eterna habItação,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sempre Teu nome louvar! Pois quiseste minh’aima resgatar!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consolação eu terei em Sião, Vendo a face do meigo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eterno louvor eu darei ao Senhor, Ao entrar na cidade da luz!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Jesus, guarda o meu coração, Nele faz Tua eterna habItação,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sempre Teu nome louvar! Pois quiseste minh’aima resgatar!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