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Saudosa Lembrança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! Que saudosa lembrança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de ti, ó Sião,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que eu tanto amo,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és do meu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para ti voarei,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meu voltar,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foi para o céu,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breve vem me buscar.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eu porfiarei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essa terra de 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lá terminarei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muitas lutas de aquém;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está meu bom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eu desejo ver;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tudo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Ele não posso viver.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Bela, mui bela, é a esperança,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vigiam por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eles recebem força,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só se encontra ali;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procuram chegar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teu regaço, ó Sião,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Livres serão de pecar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toda a tentação.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eu porfiarei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essa terra de 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lá terminarei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muitas lutas de aquém;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está meu bom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eu desejo ver;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tudo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Ele não posso viver.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a Sagrada Escritura,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são formosos os pés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Daqueles que boas novas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Levam para os infiéis;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tão belo é falar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Dessas grandezas, aqui,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será o gozar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que existe ali.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      A.N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eu porfiarei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essa terra de 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lá terminarei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muitas lutas de aquém;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está meu bom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eu desejo ver;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tudo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Ele não posso viver.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eu porfiarei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essa terra de 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lá terminarei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muitas lutas de aquém;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está meu bom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eu desejo ver;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tudo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Ele não posso viver.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