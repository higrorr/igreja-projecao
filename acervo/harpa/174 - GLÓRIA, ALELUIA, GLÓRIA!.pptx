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gozo em dar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meu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Jesus me salvou!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Jesus me livrou!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que eu salvo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 pode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todo o mal livrar,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Jesus me salvou!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Jesus me livrou!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que eu salvo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Enquanto no mundo andar,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hei de louvar,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Jesus me salvou!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Jesus me livrou!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que eu salvo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no céu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sempre irei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Jesus me salvou!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Jesus me livrou!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que eu salvo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aleluia, glória!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