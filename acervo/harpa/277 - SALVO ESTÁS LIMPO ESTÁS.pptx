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SALVO ESTÁS? LIMPO ESTÁS?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achado em Cristo_x000D_Plena Salvação._x000D_Pelo sangue vertido na cruz?_x000D_Toda mancha lava de teu coração,_x000D_Este sangue eficaz de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estás, limpo estás_x000D_Pelo sangue de Cristo Jesus?_x000D_Tens teu coração mais alvo que a luz_x000D_Foste limpo no sangue eficaz?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sempre ao lado do Teu Salvador_x000D_Pelo sangue que mana da cruz?_x000D_Do pecado foste sempre vencedor_x000D_Como foi teu bendito Jesus?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estás, limpo estás_x000D_Pelo sangue de Cristo Jesus?_x000D_Tens teu coração mais alvo que a luz_x000D_Foste limpo no sangue eficaz?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roupa branca quando vier Jesus,_x000D_Foste limpo na fonte de amor?_x000D_Estás pronto pra seguir ao céu de luz_x000D_Pelo sangue purificador?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estás, limpo estás_x000D_Pelo sangue de Cristo Jesus?_x000D_Tens teu coração mais alvo que a luz_x000D_Foste limpo no sangue eficaz?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hoje dá pureza e mui poder._x000D_Fita os olhos na cruz do Senhor,_x000D_Dela, fonte sai que te enche de prazer_x000D_Que te farta de vida e vigor.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estás, limpo estás_x000D_Pelo sangue de Cristo Jesus?_x000D_Tens teu coração mais alvo que a luz_x000D_Foste limpo no sangue eficaz?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