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513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MINHA ALMA TE QUER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ó meu bom Jesus, me consolar; Vem, leva-me daqui, pra contigo estar.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Minh’aima Te quer, vem ó meu Jesus sem par! Vem, leva-me daqui, p’ra contigo estar.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Que sofrimento atroz eu sinto aqui. Longe da pátria além, choro eu por 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Quero descanso ter ao pé de Ti. Desejo só partir deste mundo aqui.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4 Nada me satisfaz longe do lar, Que preparaste ali, para eu morar.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5 Que glória, que prazer eu sentirei, Quando eu daqui, partir, com o eterno Rei.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6 Vem, ora vem, Senhor, é Rei dos céus! Vem já me libertar, para estar com Deus.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