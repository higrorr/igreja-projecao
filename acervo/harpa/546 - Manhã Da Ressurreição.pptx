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546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Manhã Da Ressurreição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Quando, enfim, voltar 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venturoso alvor,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mais serão a morte atroz e a 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manhã! feliz ressurreição! Queridos lá estão!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remidos vida em Deus terão.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prazer supremo que seduz! Ressuscitar em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 a paz do Céu a contemplar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