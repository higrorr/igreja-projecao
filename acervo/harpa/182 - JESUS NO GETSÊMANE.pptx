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182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NO GETSÊMANE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 Getsêmane foi ligado,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pelos ímpios foi arrastado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corte, onde foi muito insultado,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atingido, por meu pecado;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sentença da turba foi o brado: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"Que seja Crista crucificado." Vituperado e flagelado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sofreu o meu pecado.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Vituperado e flagelado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sofreu o meu pecado.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na cruz, foi o Cristo pendurado E duma lança foi traspassado;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Ali estava Jesus ensangüentado,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meus pecados atormentado!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“Deus meu, Deus meu, por que tens m’abandonado?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 Clamava Cristo crucificado;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“Perdoa o povo tão enganado,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cometeu um tal pecado”.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“Perdoa o povo tão enganado,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cometeu um tal pecado".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Jesus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da cruz tirado,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sepulcro foi carregado;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santos, Seu corpo foi embalsamado,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 ricos foi sepultado;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Cristo Jesus já enterrado;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sepulcro foi bem guardado; Após três dias, Jesus amado.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morte foi ressuscitado.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Após três dias Jesus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morte foi ressuscitado.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