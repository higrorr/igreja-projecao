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256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ABANDONA ESTE MUNDO DE HORROR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Abandona este mar,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podes naufragar;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Abandona este mundo de 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maré te levará,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barco quebrará,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a Jesus, o Salvador!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Abandona já duma vez,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proceloso mar.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sem tardar;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castigo eternal,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morte tão fatal,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Foge logo pecador com rapidez.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faróis a clarear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perigos a marcar;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Abandona este mundo de 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na barra mais além,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barco se sustém,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a Jesus, o Salvador!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Abandona já duma vez,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proceloso mar.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sem tardar;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castigo eternal,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morte tão fatal,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Foge logo pecador com rapidez.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vozes sem cessar,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cansam de clamar: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Abandona este mundo de horror,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amigo, ouve já,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Essa voz te salvará.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a Jesus, o Salvador!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Abandona já duma vez,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proceloso mar.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sem tardar;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castigo eternal,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morte tão fatal,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Foge logo pecador com rapidez.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escutas 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chama para luz?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Abandona este mundo de horror,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persistes em vagar,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poderás salvar.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aceita a Jesus, o Salvador!	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Abandona já duma vez,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proceloso mar.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sem tardar;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castigo eternal,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morte tão fatal,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Foge logo pecador com rapidez.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