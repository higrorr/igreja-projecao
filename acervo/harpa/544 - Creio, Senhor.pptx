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544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Creio,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Jesus, o sangue teu,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grande amor e retidão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para mim glorioso véu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me cobrir com teu perdão.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Creio, Senhor, na redenção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Dada na cruz ao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resgatou da perdição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pobre ser, por santo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Creio, Senhor, que nunca mais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 há de entrar no lar do Além,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pela cruz, os imortais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Desfrutarão o eterno bem.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