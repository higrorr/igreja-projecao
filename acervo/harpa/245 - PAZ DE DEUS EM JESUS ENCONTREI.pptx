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245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PAZ DE DEUS EM JESUS ENCONTREI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paz e gozo Jesus já me deu,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p'ra isso ao mundo baixou;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salvar-me, Seu sangue verteu,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por mim na cruz expirou.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de Deus em Jesus encontrei,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tenho gozo no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 e glória tributarei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que me trouxe a salvação.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paz e gozo desfruto enfim,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 Cristo, o meu Redentor;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amor santo, oh, tenho em mim, Que alcancei do Consolador!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de Deus em Jesus encontrei,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tenho gozo no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 e glória tributarei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que me trouxe a salvação.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paz e gozo tem meu coração,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Vida celeste, repleta de amor;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me deu a real salvação,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o dom do Consolador.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P.L.M.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de Deus em Jesus encontrei,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tenho gozo no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 e glória tributarei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que me trouxe a salvação.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