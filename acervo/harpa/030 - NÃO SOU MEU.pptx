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NÃO SOU MEU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sou meu! Por Cristo salvo,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morreu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confesso alegremente,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pertenço ao bom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sou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sou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Jesus, sou todo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Teu! Hoje mesmo e para sempre, Bom Jesus, sou todo Teu!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sou meu! Por Ele remido, Quando o sangue derramou;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graça confiando,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minh’alma resgatou.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sou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sou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Jesus, sou todo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Teu! Hoje mesmo e para sempre, Bom Jesus, sou todo Teu!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meu! A Ti confio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quanto chamo meu;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nas Tuas mãos entrego;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Senhor, sou todo Teu!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sou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sou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Jesus, sou todo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Teu! Hoje mesmo e para sempre, Bom Jesus, sou todo Teu!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meu! Ó santifica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quanto sou,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vaidade e da soberba,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livrar-me, Salvador.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sou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sou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Jesus, sou todo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Teu! Hoje mesmo e para sempre, Bom Jesus, sou todo Teu!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