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TEUS PÉS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Teus pés, á Jesus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face buscarei,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Escutando qual Maria,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de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Teus pés, ó Jesus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passado esquecerei,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Tua mão fiel e terna,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me salvo do temor.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Teus pés, ó Jesus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Acho terna compaixão,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todos meus pesares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conflitos, minha 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Livra-me, ó Jesus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cuidados, de aflição,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concede-me constante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 consolador!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Teus pés, ó Jesus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desfruto Teu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Teus olhos há doçura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Teu seio proteção;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Dá-me, ó Cristo, a Tua mente.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graça e fervor,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o mundo possa sempre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 em mim a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Teus pés, ó Jesus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um gozo divinal!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Teus pés encontro abrigo,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Bondoso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Ti, ó Jesus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consolo sem igual,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minh'alma abatida,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de horror.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