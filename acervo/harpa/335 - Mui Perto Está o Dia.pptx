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335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Mui Perto Está o 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Perto, sim, mui perto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dia não tardará;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Iremos nós residir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que há de vir.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Quanta glória há de ser,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Cristo hoje descer,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os fiéis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Gozarão eterna luz!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glória imensa, sem par,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Havemos nós de gozar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lado, sim,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amado Salvador!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Devemos, pois, esperar,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mundo olhos fechar;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Andemos sempre na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buscar o Rei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