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CELESTE DIRETOR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 a dia vem guiar-me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Jesus e meu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sou meu, pois me compraste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sangue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 Ti viver unido,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vida até ao fim;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torne assim verdade,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“Não mais eu, mas Crista em mim”.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torne assim verdade.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“Não mais eu, mas Crista em mim”.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instante vem guiar-me.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celeste Diretor!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fizeste em mim morada,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meu Dominador;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transforma minha vida;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meu o Teu querer;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andar, passo por passo, Confiando em Teu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andar, passo por passo, Confiando em Teu poder.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maior intimidade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mim possível for;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mais ser atraído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meigo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Que fique em Ti morando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secreto pavilhão,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Escondido, inteiramente,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minha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Escondido, inteiramente,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minha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