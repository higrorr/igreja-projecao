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92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BONDOSO SALVADOR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bondoso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pecados carregou;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Jesus, o Redentor,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da morte me livrou.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Que Salvador eu tenho!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sangue me remiu,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Quando, sobre o rude lenho,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castigo Ele cumpriu.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amor do meu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em homem se encarnou,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sofrer por mim, na cruz;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meus crimes perdoou.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Que Salvador eu tenho!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sangue me remiu,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Quando, sobre o rude lenho,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castigo Ele cumpriu.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há outro nome igual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bom nome de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livra-me do mal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à glória me conduz.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Que Salvador eu tenho!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sangue me remiu,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Quando, sobre o rude lenho,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castigo Ele cumpriu.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alegre, vou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publicar,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Ele me chamou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Sua vinha a trabalhar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Que Salvador eu tenho!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sangue me remiu,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Quando, sobre o rude lenho,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castigo Ele cumpriu.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