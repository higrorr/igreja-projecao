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UM PECADOR REMIDO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um pecador, andava sem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tinha esperança, nem divina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sou remido, Cristo me salvou,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 Seu sangue me lavou!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amor me concedeu Jesus, Gozo santo e celeste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breve, do céu descerá,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consigo, então, me levará.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Consolador já veio em mim morar,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santa veio iluminar;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ser guiado por tão clara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Cristo me conduz.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amor me concedeu Jesus, Gozo santo e celeste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breve, do céu descerá,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consigo, então, me levará.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Jesus amado, vem sem demorar,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estou ansioso p'ra no céu entrar;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sem mais tardança, faz raiar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"Ora vem, Senhor Jesus"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amor me concedeu Jesus, Gozo santo e celeste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breve, do céu descerá,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consigo, então, me levará.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Queres, pecador, gozar a salvação?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hoje, receber perdão,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te aceita, pobre pecador,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braços de amor!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                                                                                                                            P.L.M.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amor me concedeu Jesus, Gozo santo e celeste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breve, do céu descerá,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consigo, então, me levará.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