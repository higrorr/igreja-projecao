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Rei da Glória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da glória, quem será,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Senhor onipotente?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Deus, o Filho, o pode ser.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reina eternamente.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chagas que Ele recebeu,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morte que na cruz sofreu,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provam cabalmente!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morte que Ele à morte deu, Ganhando a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sepultura que rompeu,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Subindo à excelsa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Declaram Seu real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mundo dão a conhecer,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Cristo é o Rei da glória!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Eis, elevado lá no céu,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 reinando além do véu,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Deus, na eterna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remida multidão,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êxtase de adoração,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a Jesus a glória!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feliz quem nEle crer,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vê-Lo-á na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todo aquel’que renascer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o penhor da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Confessa ser um pecador.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só no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Rei da glória!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