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382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Olhando para o Calvário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do Calvário olhando,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Avistei o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pecado expiando,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Revelou-se o Seu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fonte desta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trouxe um clarão,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onde eu achei abrigo,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Vida, paz e salvação.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Jesus crucificado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sofrer tão grande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Seu sangue derramado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pobre pecador.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fonte desta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trouxe um clarão,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onde eu achei abrigo,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Vida, paz e salvação.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Cordeiro imaculado,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morreste sobre a cruz!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 do vil pecado,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meu Salvador Jesus!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fonte desta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trouxe um clarão,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onde eu achei abrigo,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Vida, paz e salvação.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