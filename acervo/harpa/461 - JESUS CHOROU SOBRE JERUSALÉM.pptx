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CHOROU SOBRE JERUSALÉM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 por Cristo é contemplada.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seus altos que rebrilham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entre as belas torres levantadas;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 as do templo onde esteve já;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com Seu olhar mui penetrante,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vê somente o lindo exterior,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sim as almas tristes, vacilantes,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rejeitaram Seu divino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chorou: Seu coração rasgado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Lamenta e sente uma dor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ver Seu povo indo descuidado,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perdição eterna caminhar!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som alegre sobe da cidade,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 está em festa a jubilar,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o sol, se escondeu á tarde,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ao Cedrom foi p'ra lamentar.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Jerusalém, que segues o mau trilho,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apedrejas os fiéis de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quantas vezes quis juntar teus filhos,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galinha ajunta os pintos seus;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Mim, as portas tu fechaste,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que Eu vim te dar 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teu pecado cega te tornaste,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aceitando o meu amor veraz!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se repete a mesma história,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do céu está a contemplar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Cidades que têm aparente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continua sempre a chorar;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quem pode dar 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multidões que na condenação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Rejeitam, sim, a graça oferecida,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A eternal e grande salvação!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