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HÁ PAZ E ALEGRIA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paz e alegria no reino da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pátria dos remidos,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nos conduz,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reino dos céus há gozo e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Deus têm poder veraz.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paz e alegria no reino dos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salvos Iá entoam louvores a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glória a Jesus! Porque nos amou; Por nós o Seu sangue Ele derramou!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tem prometido o Consolador!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Santo, o Instruidor;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prometeu, no reino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santo lugar, junto ao nosso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Firmado na promessa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grande e eficaz,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neste mundo desfruto 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Espero Jesus, nas nuvens descer,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Sua glória me receber.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	A.T.G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