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427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Vai Orando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pesar estás cercado,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 provado pela dor?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sofrer estás cansado,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também do teu labor?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Vai orando, vai orando,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soprar do furacão.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está velando,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Dar-te-á consolação.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Nas doenças, incertezas,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tu'alma passará,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Jesus dará firmeza,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também te curará.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Vai orando, vai orando,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soprar do furacão.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está velando,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Dar-te-á consolação.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Senhor a voz eleva,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a Deus com mui fervor,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as faltas te releva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mitiga a tua dor.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Vai orando, vai orando,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soprar do furacão.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está velando,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Dar-te-á consolação.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Tarda Deus em consolar-te?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Vai orando com poder;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Presto, ajuda pode dar-te,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 pedido responder.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Vai orando, vai orando,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soprar do furacão.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está velando,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Dar-te-á consolação.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