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Sustento da Alma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sustento à minha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minh’alma abatida,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poder Consolador: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Livramento glorioso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achamos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o coração ditoso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desfruta Sua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deu-me salvação, Também vida eternal;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gozo no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 celestial;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é bastante,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Divina!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vida exultante,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bom Consolador!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Santos, todos proclamemos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há de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Lhe servir devemos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sinceros O amar.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Resaurgiu da sepultura,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vida se mostrou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felizes criaturas,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mundo tanto amou.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deu-me salvação, Também vida eternal;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gozo no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 celestial;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é bastante,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Divina!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vida exultante,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bom Consolador!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haja ociosos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Igreja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sim, crentes fervorosos Trabalhando com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aqui tiver vencido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e Seu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 ter real vestido,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bodas d’esplendor!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deu-me salvação, Também vida eternal;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gozo no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 celestial;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é bastante,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Divina!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vida exultante,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bom Consolador!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Entraremos na formosa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Sala, cheia de fulgor,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Preparada para a Esposa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formos lá chegados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festa haverá;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que nos tem dado Salvação, nos servirá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deu-me salvação, Também vida eternal;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gozo no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 celestial;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é bastante,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Divina!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vida exultante,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bom Consolador!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