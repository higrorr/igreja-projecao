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483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Ora vem,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Jesus, eis que presto Eu venho, Trago comigo, também galardão; Venho do céu com a glória que tenho, O vigiai firmes na oração!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vem Jesus, gloriosa luz, Ainda nós Te esperamos; ora vem Jesus! De ver-Te, sedentos bradamos: Oh! Senhor Jesus Por Ti velando estamos; ora vem,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2 Disse Jesus, eis que presto Eu venho, E os remidos pro céu levarei, E em lugar do opróbrio do lenho, Uma coroa pra eles darei!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3 Disse Jesus, eis que presto Eu venho, A minha Igreja vou arrebatar; Hoje buscai-Me com todo o empenho, Para que Eu possa vos preparar!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