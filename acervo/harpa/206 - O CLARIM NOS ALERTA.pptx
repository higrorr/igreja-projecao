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CLARIM NOS ALERTA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clarim já nos alerta,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coração desperta,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a vinda é bem certa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mil anjos rodeado,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crente preparado,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volta coroado. Aleluia!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irmão por Deus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estás coberto;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o teu perdão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júbilo ouviremos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céu nós cantaremos,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breve nós veremos. Aleluia!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nas bodas do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Sentaremos prazenteiros;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verdadeiro com Jesus! Pois no céu não há mais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tudo será canto;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vem buscar os santos. Aleluia!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irmão por Deus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estás coberto;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o teu perdão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júbilo ouviremos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céu nós cantaremos,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breve nós veremos. Aleluia!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à mesa sentaremos,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Cristo cearemos;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felizes nós seremos com Jesus! Para sempre gozaremos,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Cristo reinaremos,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fruiremos. Aleluia!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irmão por Deus liberto,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estás coberto;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o teu perdão bem certo,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júbilo ouviremos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céu nós cantaremos,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breve nós veremos. Aleluia!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