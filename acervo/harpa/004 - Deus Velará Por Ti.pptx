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desamines Deus proverá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suas asas te acolherá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cuidará de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viver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sofrer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olhar te acompanhará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coração palpitar de 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já provaste Seu terno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cuidará de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viver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sofrer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olhar te acompanhará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desalentos nas provações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Dele nas tentações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cuidará de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viver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sofrer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olhar te acompanhará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pedes Ele fará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precisas não negará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cuidará de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viver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sofrer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olhar te acompanhará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estiveres não temas vem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entende e te ama bem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cuidará de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viver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sofrer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olhar te acompanhará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cuidará de ti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viver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sofrer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olhar te acompanhará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velará por 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