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SÓ O SANGUE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tem poder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nos lavar,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toda mancha nos limpar;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que lavado for nesse sangue expiador,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mais teme a morte nem a 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pode libertar,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nos lavar;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vamos nós alcançar,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morada de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guarda-nos da corrupção,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livra da vil tentação;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Esse sangue tem valor,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é preço do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que resgatou-nos 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pode libertar,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nos lavar;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vamos nós alcançar,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morada de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de Jesus tem poder de preservar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fiel que a Deus quer agradar;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ouro é sem valor p'ra pagar o gran favor,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eterno e divino amor!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E.C.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o sangue pode libertar,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nos lavar;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vamos nós alcançar,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morada de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