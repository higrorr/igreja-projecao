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303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Precisamos de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sol brilhar _x000D_em qualquer lugar_x000D_Tu precisas de Jesus;_x000D_Quando escurecer, tudo fenecer_x000D_Tu precisas de Jesus!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preciso de jesus,_x000D_Tu precisa de jesus;_x000D_Pecador, vem para a luz_x000D_Que resplandeceu na cruz;_x000D_Tu precisas de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P’ra obter perdão, _x000D_Plena salvação,_x000D_Tu precisas de Jesus;_x000D_Para caminhar firme, sem errar;_x000D_Tu precisas de Jesus!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preciso de jesus,_x000D_Tu precisa de jesus;_x000D_Pecador, vem para a luz_x000D_Que resplandeceu na cruz;_x000D_Tu precisas de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Mesmo havendo paz,_x000D_Calma mui veraz,_x000D_Tu precisas de jesus_x000D_Na perseguição, na tribulação,_x000D_Tu precisas de jesus!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preciso de jesus,_x000D_Tu precisa de jesus;_x000D_Pecador, vem para a luz_x000D_Que resplandeceu na cruz;_x000D_Tu precisas de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morte entrar_x000D_Em teu próprio lar,_x000D_Tu precisas de Jesus;_x000D_Ante o tribunal, decisão final,_x000D_Tu precisas de Jesus!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303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preciso de jesus,_x000D_Tu precisa de jesus;_x000D_Pecador, vem para a luz_x000D_Que resplandeceu na cruz;_x000D_Tu precisas de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