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94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NA JERUSALÉM DE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luta desta vida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Trabalhosa se findar,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adeus a este mundo vamos dar; Para o céu então iremos,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 nos encontrar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Jerusalém de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 e alegria,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ali chegar,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Jerusalém! Em Jerusalém! Sempre ali cantando hosanas,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Rei no trono esta,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Jerusalém de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caminho é extenso,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Jesus vai me guiar,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Quando, pelas provações aqui passar; Pois olhando nEle, eu sigo.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brevemente estar,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Jerusalém de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 e alegria,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ali chegar,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Jerusalém! Em Jerusalém! Sempre ali cantando hosanas,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Rei no trono esta,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Jerusalém de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sairmos deste mundo,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 divina! mansão,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Gozaremos a perfeita salvação;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contemplaremos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estender-nos Sua mão,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Jerusalém de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 e alegria,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ali chegar,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Jerusalém! Em Jerusalém! Sempre ali cantando hosanas,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Rei no trono esta,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Jerusalém de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Quando, unidos com os salvos,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pátria do Senhor, Contemplarmos a Jesus, o Salvador, Sempre nos alegraremos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há perfeito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Jerusalém de Deus.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 e alegria,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ali chegar,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Jerusalém! Em Jerusalém! Sempre ali cantando hosanas,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Rei no trono esta,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Jerusalém de Deus.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