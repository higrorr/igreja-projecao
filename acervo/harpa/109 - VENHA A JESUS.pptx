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109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VENHA A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alguém deseja, venha a Jesus, Água e pão da vida, Ele te conduz.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mão Lhe estende, pede-Lhe 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alguém deseja, venha.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alguém deseja, se alguém deseja, Venha hoje mesmo receber perdão, Pois Jesus te chama, ó,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chama em vão,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alguém deseja, venha!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alguém deseja, paz fruirá;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que te chama, te libertará;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Seus braços santos te abraçará Se alguém deseja, venha!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alguém deseja, se alguém deseja, Venha hoje mesmo receber perdão, Pois Jesus te chama, ó,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chama em vão,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alguém deseja, venha!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alguém deseja, não morrerá,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 vida eterna sempre gozará;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promessa que Jesus te dá.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alguém deseja, venha!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alguém deseja, se alguém deseja, Venha hoje mesmo receber perdão, Pois Jesus te chama, ó,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chama em vão,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alguém deseja, venha!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