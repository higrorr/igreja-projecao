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Ele Sofreu por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li que Jesus fora preso;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dor a minh'alma vibrou;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antes assim não sentia,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isto a mim empolgou,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li que Ele foi conduzido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corte de Jerusalém;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padeceu grande afronta.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c'roado de espinhos também.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eu era culpado,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sofreu já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Ele era inocente, Padecendo tudo assim.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li que Jesus foi julgado;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cruz mui pesada levou,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nela, por mim expirando,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vis pecados tomou;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na cruz, pendurado,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lança Seu lado furou;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esponja Lhe deram vinagre,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Ele, por mim, o tragou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eu era culpado,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sofreu já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Ele era inocente, Padecendo tudo assim.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José de Arimatéia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outros discípulos também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Puseram-No, em um sepulcro,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guardas vigiavam bem: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no mundo, Ele disse,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havia de ressuscitar,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fez então um milagre. Fazendo-O dos mortos tornar!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eu era culpado,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sofreu já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Ele era inocente, Padecendo tudo assim.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guardas ainda vigiavam,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anjo veio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pedra que estava na porta,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grande poder removeu;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os laços caíram;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plano de Deus era assim;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luz e a vida resplendem,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foi tudo por mim!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eu era culpado,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sofreu já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Ele era inocente, Padecendo tudo assim.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