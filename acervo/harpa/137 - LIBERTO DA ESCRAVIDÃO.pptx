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137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LIBERTO DA ESCRAVIDÃO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Babilônia, em prisão,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 Israel,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povo santo de Sião,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Sofrendo dor cruel.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um dia, se ouviu,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do rei a voz saiu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voltarem da escravidão.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povo a jubilar,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as harpas a cantar,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em busca de Sião.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"Cantai" disseram os caldeus,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hinos de Sião,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isto mais entristeceu,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Abraão.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um dia, se ouviu,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do rei a voz saiu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voltarem da escravidão.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povo a jubilar,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as harpas a cantar,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em busca de Sião.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Libertos foram lá por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vil escravidão.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alma se encheu,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riso e gratidão.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um dia, se ouviu,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do rei a voz saiu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voltarem da escravidão.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povo a jubilar,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as harpas a cantar,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em busca de Sião.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grandes coisas nos fez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Cantavam, já, então;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 um sonho pareceu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volta p'ra Sião.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um dia, se ouviu,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do rei a voz saiu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voltarem da escravidão.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povo a jubilar,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as harpas a cantar,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em busca de Sião.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neste mundo, qual Babel,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muitos em prisão,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Sofrendo uma dor cruel,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ter consolação.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de Cristo se ouviu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 Deus, a voz saiu,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voltarem da escravidão.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Queiras isto aceitar,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harpa vem cantar,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assim, voltar p'ra Sião.	P.L.M.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