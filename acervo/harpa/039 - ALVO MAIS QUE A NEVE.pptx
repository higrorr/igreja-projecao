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ALVO MAIS QUE A NEVE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Bendito seja o Cordeiro,_x000D_Que na cruz por nós padeceu!_x000D_Bendito seja o Seu sangue,_x000D_Que por nós, ali Ele verteu!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nesse sangue lavados,_x000D_Com roupas que tão alvas são,_x000D_Os pecadores remidos,_x000D_Que perante Seu Deus já estão!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Alvo mais que a neve!_x000D_Alvo mais que a neve!_x000D_Sim nesse sangue lavado,_x000D_Mais alvo que a neve serei.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espinhosa coroa,_x000D_Que Jesus por nós suportou!_x000D_Oh! Quão profunda as chagas,_x000D_Que nos provam quanto Ele amou!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nessas chagas pureza,_x000D_Para o maior pecador!_x000D_Pois que mais alvo que a neve,_x000D_O Teu sangue nos torna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Alvo mais que a neve!_x000D_Alvo mais que a neve!_x000D_Sim nesse sangue lavado,_x000D_Mais alvo que a neve serei.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nós a Ti confessarmos,_x000D_E seguirmos na Tua luz_x000D_Tu não somente perdoas,_x000D_Purificas também, oh Jesus;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e de todo o pecado!_x000D_Que maravilha de amor!_x000D_Pois que mais alvo que a neve,_x000D_O Teu sangue nos torna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Alvo mais que a neve!_x000D_Alvo mais que a neve!_x000D_Sim nesse sangue lavado,_x000D_Mais alvo que a neve serei.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