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146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CAMINHO BRILHANTE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um caminho brilhante vou,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majestosa luz;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caminho que já trilhou,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Nosso Senhor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me lembrar do que se passou,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feliz canto, sim,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filho do Rei dos reis eu sou;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é meu, por fim;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Meu, por fim; meu, por fim!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da morte livrou-me, sim!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ouviu, me remiu,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é meu, por fim!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mundo não tenho mais prazer,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Purificado estou,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jamais hei de perecer,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Jesus me livrou;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me ama e me quer bem,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é para mim;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NEle encontro louvor, também.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é meu, por fim.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Meu, por fim; meu, por fim!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da morte livrou-me, sim!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ouviu, me remiu,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é meu, por fim!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de Jesus me separará?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Tenho-O no coração;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nas trevas me guiará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 feliz Sião.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contente, sem vacilar,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Venço o mal, assim;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prazer se na luz andar.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é meu, por fim.	P.L.M.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Meu, por fim; meu, por fim!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da morte livrou-me, sim!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ouviu, me remiu,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é meu, por fim!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