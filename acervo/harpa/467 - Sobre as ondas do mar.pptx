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Sobre as ondas do 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Por que duvidar,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as ondas do 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Cristo caminho abriu?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forçado és,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as ondas lutar,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a ti quer revelar.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Solta o cabo da nau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os remos na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navega com fé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tu verás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bonança se faz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Ele, seguro serás.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Trevas vem te assustar, Tempestades no mar?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montanha o Mestre te vê;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tribulação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vem socorrer,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mão bem de pode suster.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Solta o cabo da nau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os remos na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navega com fé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tu verás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bonança se faz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ele, seguro serás.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tu recordar,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Maravilhas sem par?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deserto ao povo fartou;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mesmo poder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sempre terá,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muda e não falhará.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Solta o cabo da nau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os remos na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navega com fé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tu verás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bonança se faz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ele, seguro serás.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pedes mais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ouve, ó crê!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sendo em tribulação;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mão de poder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ego tirar,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as ondas poderás andar.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Solta o cabo da nau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os remos na mão,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navega com fé em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tu verás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bonança se faz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com ele, seguro serás.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