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HÁ UM CANTO NOVO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canto novo no meu ser,_x000D_É a voz de meu Jesus_x000D_Que me chama: “Vem em mim obter_x000D_A paz, que eu ganhei na cruz”.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CORO:_x000D_Cristo, Cristo, Cristo,_x000D_Nome sem igual;_x000D_Enches o contrito, de prazer celestial.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Preso no pecado eu me achei,_x000D_Sem a paz no meu coração;_x000D_Mas em Cristo eu já encontrei_x000D_Doce paz e proteção.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CORO:_x000D_Cristo, Cristo, Cristo,_x000D_Nome sem igual;_x000D_Enches o contrito, de prazer celestial.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sua graça divinal_x000D_Sob asas de amor,_x000D_E riquezas que fluem caudal,_x000D_Lá do trono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CORO:_x000D_Cristo, Cristo, Cristo,_x000D_Nome sem igual;_x000D_Enches o contrito, de prazer celestial.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águas fundas me levou,_x000D_Provas muitas encontrei;_x000D_Mas Jesus bendito me guiou_x000D_Por Seu sangue Vencerei.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CORO:_x000D_Cristo, Cristo, Cristo,_x000D_Nome sem igual;_x000D_Enches o contrito, de prazer celestial.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numa nuvem voltará,_x000D_Baixará do céu em luz;_x000D_Pelo Seu poder me levará_x000D_Pra Seu lar, o bom Jesus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CORO:_x000D_Cristo, Cristo, Cristo,_x000D_Nome sem igual;_x000D_Enches o contrito, de prazer celestial.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