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Crentes, Avançai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Crentes, avançai,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 pelejai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 vício, contra o mal!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quer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agradar,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luta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guia é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sempre nos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vitória nos dará,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sempre vencerá.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celeste lar Vamos alcançar,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lutarmos com valor;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marchai,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 andai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glória ao Redentor.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que verteu.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a todos deu;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crê nEle gozará,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 fruirá!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