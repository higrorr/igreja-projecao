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PELEJAR POR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Jesus vamos pelejar,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Prosseguindo o nosso andar;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Ele, então, no céu,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iremos a paz gozar.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Lutemos todos contra o mal,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vamos a Jesus seguir;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o nosso General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glória do porvir!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Jesus, temos nós poder;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Avancemos, já sem temer;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Confiando no Seu amor,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Vamos lutar, até vencer.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Lutemos todos contra o mal,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vamos a Jesus seguir;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o nosso General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glória do porvir!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Crentes, para Jesus olhai,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fé, sempre, sim, lutai;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inimigo, ó combatei;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Evangelho anunciai.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Lutemos todos contra o mal,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vamos a Jesus seguir;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o nosso General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glória do porvir!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Escritura nos diz assim;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Jesus é p’ra ti e mim,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caminho, a luz veraz,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nos leva ao céu, enfim.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108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Lutemos todos contra o mal,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vamos a Jesus seguir;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é o nosso General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glória do porvir!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