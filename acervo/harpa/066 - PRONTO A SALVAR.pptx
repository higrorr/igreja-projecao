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PRONTO A SALVAR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que crê no Filho de Deus, Que, p'ra nos remir, desceu dos céus;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que, contrito, a Deus se chegar,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está pronto, agora, a salvar.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Jesus te chama, ó meu Irmão!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 Ele oferece pleno perdão; Seu sangue verteu para te resgatar,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Ele é quem quer e pode salvar.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Quem, arrependido, busca perdão, Abrindo a Jesus o seu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paz hoje mesmo pode gozar, Pois Ele está pronto, agora, a salvar.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