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325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LUZ DO CÉU RAIOU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Noutro tempo, sei como eu andei,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pecado sob o véu,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do céu raiou e em mim entrou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luz do glorioso céu.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meu coração a luz raiou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a glória, pois Jesus me amou;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vivo sempre alegre,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que luz do céu raiou!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poder me dá, que só vem de lá,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Jesus, que me salvou;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vivo aqui, a louvar a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minh'alma libertou.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meu coração a luz raiou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a glória, pois Jesus me amou;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vivo sempre alegre,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que luz do céu raiou!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descanso entrou e o lutar findou,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Jesus, meu Salvador;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amor sem fim revelado 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Enche-me de paz e amor.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meu coração a luz raiou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a glória, pois Jesus me amou;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vivo sempre alegre,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que luz do céu raiou!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morar, então, na feliz Sião,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meu Salvador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sempre ali, gozarei prazer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na gloriosa luz. H.E.N.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meu coração a luz raiou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a glória, pois Jesus me amou;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vivo sempre alegre,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que luz do céu raiou!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