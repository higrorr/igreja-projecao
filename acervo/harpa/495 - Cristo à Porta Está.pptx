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495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à Porta Está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á porta está;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Bate sempre para entrar;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ouvires abre já;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quer te libertar;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bate ainda lá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não abrires já,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triste voltará;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quer te libertar;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bate, abre já,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Abre, sim, ó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juízo à porta está;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quer te libertar;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 coração!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