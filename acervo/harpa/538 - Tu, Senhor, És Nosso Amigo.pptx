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Tu, Senhor, És Nosso Amigo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Senhor, és nosso amigo,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vieste nos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que nos tens sempre amado,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Vives para nos guardar.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