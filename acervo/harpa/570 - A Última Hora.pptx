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Última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findar o labor desta vida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morte a teu lado chegar,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destino há de ter a tua alma?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será no futuro teu lar?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hoje tu tens a escolha: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Vida ou morte - qual vais aceitar? Amanhã pode ser muito tarde: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Cristo te quer libertar.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procuras a paz neste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prazeres que passam em vão. Mas, na última hora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Eles não mais te satisfarão.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hoje tu tens a escolha: - Vida ou morte - qual vais aceitar? Amanhã pode ser muito tarde: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Cristo te quer libertar.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acaso tu riste, ó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ouviste falar de Jesus?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somente Jesus pode dar-te Salvação pela morte na cruz.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hoje tu tens a escolha: - Vida ou morte - qual vais aceitar? Amanhã pode ser muito tarde: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Cristo te quer libertar.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manchada tua alma e não podes Contemplar o semblante de Deus: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os crentes de corações limpos Poderão ter o gozo nos céus.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hoje tu tens a escolha: - Vida ou morte - qual vais aceitar? Amanhã pode ser muito tarde: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Cristo te quer libertar.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decides deixar teus pecados,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entregar tua vida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Trilharás, sim, na última hora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caminho brilhante de luz.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amigo, hoje tu tens a escolha: - Vida ou morte - qual vais aceitar? Amanhã pode ser muito tarde: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Cristo te quer libertar.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