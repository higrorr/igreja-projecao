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 TODO O MUNDO: ALELUIA!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o mundo, eis-nos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só confiando,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Permanecendo em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reino só buscando,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nossas vidas, nosso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trazemos,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Cantando: “Aleluia!"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Viver por Ti, em Ti morrer,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nossos pais miravam;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vontade só fazer,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que desejavam.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nós, que somos Teus, também Dizemos, firmes: Sim, Amém’ 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"Glória! Aleluia!”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Evangelho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puro e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leis santíssimas que Tu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dás, Senhor bondoso, “Amém! Dizemos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pelo Teu imenso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Clamamos: "Aleluia!”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constrangidos pelo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Perdidos procuramos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ganhar p'ra Ti, Senhor: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que ambicionamos,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Seguindo sempre a Tua lei,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leais, bendito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Cantamos: “Aleluia!”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o labor será em vão,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eis, que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dia vem, em que Jesus Virá vitorioso; E todo mundo cantará,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jubiloso O exaltará, Com: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“Amém", “Aleluia!”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