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488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CRISTÃ – 488 O ÁUREO DIA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488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 raiar do áureo dia,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bom Jesus vem nos buscar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P’ra com Ele,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sempre estarmos lá no céu;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milhões purificados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sangue de Jesus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Subirão p’ra contemplar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amado Seu.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488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os salvos congregados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Dentre os povos e nações,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Virem Cristo mi amado,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Que gozo encherá seus corações.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488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Lá da Índia vem um povo que Jesus purificou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da África, as tribos chegarão,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Quem de Cristo, a mensagem lhes levou, os conquistou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Juntos todos’, lá no céu se alegrarão.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488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os salvos congregados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Dentre os povos e nações,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Virem Cristo mui amado,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Que gozo encherá seus corações.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488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os milhões da China,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todos que Jesus ganhou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Juntos dos que foram salvos no Brasil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Lá no céu unidos, glória derem todos a Jesus.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Triunfantes estarão no Seu redil.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488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os salvos congregados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Dentre os povos e nações,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Virem Cristo mui amado,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Que gozo encherá seus corações.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488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Espalhemos a mensagem, que Jesus nos entregou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Da gloriosa nova que vem lá da cruz;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Seu sangue precioso purifica o pecador,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Derramando nele gloriosa luz.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488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os salvos congregados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Dentre os povos e nações,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Virem Cristo mui amado,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Que gozo encherá seus corações.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