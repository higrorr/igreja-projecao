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6000">
                <a:solidFill>
                  <a:srgbClr val="FFFFFF"/>
                </a:solidFill>
                <a:latin typeface="Arial"/>
              </a:rPr>
              <a:t>Harpa 63</a:t>
            </a:r>
          </a:p>
          <a:p>
            <a:pPr algn="ctr"/>
            <a:r>
              <a:rPr sz="6000">
                <a:solidFill>
                  <a:srgbClr val="FFFFFF"/>
                </a:solidFill>
                <a:latin typeface="Arial"/>
              </a:rPr>
              <a:t>ACORDAI, ACORDAI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>
                <a:solidFill>
                  <a:srgbClr val="FFFFFF"/>
                </a:solidFill>
                <a:latin typeface="Arial"/>
              </a:rPr>
              <a:t>Harpa 63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Eis marchamos para aquele' bóm país, Onde o crente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(sim, é Cristo quem o diz),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Com seu Salvador p'ra sempre ali feliz, Vai com Ele descansar.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Trabalhemos, pois,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Com zelo e com vigor,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Constrangidos pelo Seu imenso amor; Trabalhemos pelo nosso Salvador: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Eis que a vida vai findar!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>
                <a:solidFill>
                  <a:srgbClr val="FFFFFF"/>
                </a:solidFill>
                <a:latin typeface="Arial"/>
              </a:rPr>
              <a:t>Harpa 63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Acordai! Acordai!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Despertai! Despertai!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cantai! Sim, cantai!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O Senhor não tardará.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Eis marchamos para aquele bom país,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Onde o crente (sim, é Cristo quem o diz),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Com seu Salvador, p'ra sempre ali feliz,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Vai com Ele descansar.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>
                <a:solidFill>
                  <a:srgbClr val="FFFFFF"/>
                </a:solidFill>
                <a:latin typeface="Arial"/>
              </a:rPr>
              <a:t>Harpa 63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Eis conosco nosso insigne Capitão, Que nos assegura eterna salvação!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Eis da santa fé, o invicto pavilhão! Vamos, vamos trabalhar!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Eis avante! Nada temos que temer;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Por Jesus, havemos sempre de vencer, Trabalhemos, pois até o amanhecer,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o trabalho aqui findar!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>
                <a:solidFill>
                  <a:srgbClr val="FFFFFF"/>
                </a:solidFill>
                <a:latin typeface="Arial"/>
              </a:rPr>
              <a:t>Harpa 63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Acordai! Acordai!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Despertai! Despertai!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cantai! Sim, cantai!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O Senhor não tardará.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Eis marchamos para aquele bom país,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Onde o crente (sim, é Cristo quem o diz),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Com seu Salvador, p'ra sempre ali feliz,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Vai com Ele descansar.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>
                <a:solidFill>
                  <a:srgbClr val="FFFFFF"/>
                </a:solidFill>
                <a:latin typeface="Arial"/>
              </a:rPr>
              <a:t>Harpa 63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Revestidos da couraça de Jesus, Como servos Seus e filhos, sim, da luz,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Gloriando-nos em Cristo e Sua cruz! Vamos, vamos, trabalhar!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Os perdidos, vamos com amor buscar, Aos desesperados, vamos declarar Que Jesus `stá pronto todos a salvar! O sim, vamos trabalhar!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>
                <a:solidFill>
                  <a:srgbClr val="FFFFFF"/>
                </a:solidFill>
                <a:latin typeface="Arial"/>
              </a:rPr>
              <a:t>Harpa 63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Acordai! Acordai!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Despertai! Despertai!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cantai! Sim, cantai!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O Senhor não tardará.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Eis marchamos para aquele bom país,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Onde o crente (sim, é Cristo quem o diz),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Com seu Salvador, p'ra sempre ali feliz,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Vai com Ele descansar.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