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Eu Te Amo, ó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amo, ó Deus, não só porque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Almejo o Céu fruir,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só porque eu temo aqui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morte sucumbir.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amo, ó Deus, porque na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Provaste o teu amor: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desceu e em meu lugar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Morreu, sofrendo a 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isso, ó Deus, o meu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Eterno há de ser.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 no Céu o teu louvor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o meu prazer.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