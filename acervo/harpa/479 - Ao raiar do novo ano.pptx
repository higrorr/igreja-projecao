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raiar do novo 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meia noite, o ano já fenece,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elevamos os olhos aos céus, Todos orando para que comece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ano novo na graça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nossas vozes juntas levantemos, Com alegria e suave som;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gratidão a Cristo, jubilemos, Pelo raiar de mais um ano bom.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pedimos nós ardentemente, Ouve, por Teu infinito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 da nossa pátria toda gente,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Tua honra, e pra Teu louvor.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nossas vozes juntas levantemos, Com alegria e suave som;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gratidão a Cristo, jubilemos, Pelo raiar de mais um ano bom.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nossas almas torna impolutas,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deixando em fraqueza cair, Nossa oração, Senhor, hoje escuta, Para podermos aqui Te servir.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nossas vozes juntas levantemos, Com alegria e suave som;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gratidão a Cristo, jubilemos, Pelo raiar de mais um ano bom.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a Ti, por esse ano findo,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nos supriste com muito poder; Graças a Ti, por esse ano vindo,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bênçãos mil vamos nós receber.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nossas vozes juntas levantemos, Com alegria e suave som;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gratidão a Cristo, jubilemos, Pelo raiar de mais um ano bom.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