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170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CALVÁRIO DE HORROR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havia trevas no meu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Jesus Cristo me salvou;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luz divina, com a Sua 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minhas trevas dissipou!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Calvário de horror, subiu Jesus, Levando a cruz, levando 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Calvário de horror, subiu Jesus, Levando a minha cruz!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um perdido ao Senhor Jesus, Achará o gozo divinal,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sua alma raiará 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Luz que vem do céu, luz eternal!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Calvário de horror, subiu Jesus, Levando a cruz, levando 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Calvário de horror, subiu Jesus, Levando a minha cruz!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maravilhoso o amor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mandou Seu Filho p'ra salvar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perdido pecador ou réu,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Sua graça aceitar!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	       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Calvário de horror, subiu Jesus, Levando a cruz, levando a cruz;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Calvário de horror, subiu Jesus, Levando a minha cruz!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