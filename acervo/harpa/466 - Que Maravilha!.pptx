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466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Que Maravilha!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466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Amigo, conheces, também enalteces Jesus, o Filho de Deus?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Tens nEle já crido, e assim recebido Jesus, o Filho de Deus?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466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maravilha! Que maravilha! Jesus, o Filho de Deus!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Eu te adoro! Sim, eu te amo! Jesus, o Filho de Deus!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466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Seguir, quem almeja, e n’alma deseja Jesus, o Filho de Deus?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foi rejeitado por esse adorado Jesus, o Filho de Deus?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466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maravilha! Que maravilha! Jesus, o Filho de Deus!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Eu te adoro! Sim, eu te amo! Jesus, o Filho de Deus!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466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hoje confiares, também aceitares Jesus, o Filho de Deus.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Irás jubilando, e sempre louvando Jesus, o Filho de Deus.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466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maravilha! Que maravilha! Jesus, o Filho de Deus!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Eu te adoro! Sim, eu te amo! Jesus, o Filho de Deus!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466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Dos céus, muito breve,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Descer pra nós deve,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Jesus, o Filho de Deus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vem, eu te clamo. ó vem, pois te amo, Jesus, o filho de Deus.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466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maravilha! Que maravilha! Jesus, o Filho de Deus!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Eu te adoro! Sim, eu te amo! Jesus, o Filho de Deus!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