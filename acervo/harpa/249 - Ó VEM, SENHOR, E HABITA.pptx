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VEM, SENHOR, E HABITA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Senhor, e habita no meu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a graça bendita por Tua compaixão.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 vem dar-me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hoje selar-me,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Enchendo-me do Teu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de paz e de gozo eu vou desfrutar,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glorioso minh'alma batizar.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 vem dar-me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hoje selar-me,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Enchendo-me do Teu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amor puro e santo sempre falarei;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com dor e com pranto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louvarei.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 vem dar-me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hoje selar-me,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Enchendo-me do Teu amor!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Te peço agora, ouve-me Senhor: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Batiza-me nesta hora, no Teu Consolador!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 vem dar-me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hoje selar-me,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Enchendo-me do Teu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