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192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PELO SANGUE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mundo brilha a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que morreu Jesus.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Pendurado lá na cruz do Calvário!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pecados carregou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culpa nos livrou,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sangue que manou,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Calvário!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sangue, pelo sangue,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Somos redimidos, sim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carmesim;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sangue, pelo sangue.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de Jesus, no Calvário!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Antes, tinha mui temor,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agora, tenho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compreendo o valor do Calvário; Eu vivi na perdição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achei a salvação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grande redenção: o Calvário!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sangue, pelo sangue,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Somos redimidos, sim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carmesim;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sangue, pelo sangue.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de Jesus, no Calvário!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um grande pecador?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aqui Teu Salvador!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Tema do bom pregador: o Calvário.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Cordeiro divinal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Padeceu na cruz teu mal,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oferece graça tal, no Calvário.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sangue, pelo sangue,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Somos redimidos, sim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carmesim;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sangue, pelo sangue.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de Jesus, no Calvário!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