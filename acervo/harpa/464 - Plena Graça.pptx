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464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Plena Graça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Plena graça para me salvar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Sangue puro para me Iavar,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poder pra sempre me guardar, Tem meu Senhor.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