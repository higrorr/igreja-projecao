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ACHEI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Jesus, achei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gozo incomparável!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salvo estou, já tenho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paz inexplicável!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do Cordeiro;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trevas dissipou;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eu sou herdeiro!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mui longe me buscou,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me encontrava!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me atormentava,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Pertenço ao meu bom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livrou de toda 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está comigo.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prazer, oh! Que prazer!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amado!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Salvador eu quero ser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servo consagrado;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já me deu 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foi prometida,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cansado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 de nova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a meu Jesus louvar,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doce harmonia;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Crista, tudo fui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tudo carecia;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cessar,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ama ternamente;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direi a tal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"Te amo eternamente!"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