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215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VER-NOS-EMOS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Neste mundo a vera Igreja,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Peregrina vai andar,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Anelando que esteja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 seu verdadeiro lar.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Ver-nos-emos, ver-nos-emos,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Ver-nos-emos na terra divinal;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Ver-nos-emos, ver-nos-emos,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Ver-nos-emos junto ao rio sem igual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Nada aqui é permanente,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Tudo tem que terminar,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olhamos para a frente,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Para o nosso eterno lar.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Ver-nos-emos, ver-nos-emos,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Ver-nos-emos na terra divinal;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Ver-nos-emos, ver-nos-emos,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Ver-nos-emos junto ao rio sem igual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remidos cá enterram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Seus amados ao morrer,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um dia, sim, esperam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no céu os hão de ver.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Ver-nos-emos, ver-nos-emos,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Ver-nos-emos na terra divinal;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Ver-nos-emos, ver-nos-emos,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Ver-nos-emos junto ao rio sem igual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 Jesus, o Rei, nos ares,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Breve havemos nós de estar,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com anjos, aos milhares,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Sua glória contemplar.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Ver-nos-emos, ver-nos-emos,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Ver-nos-emos na terra divinal;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Ver-nos-emos, ver-nos-emos,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Ver-nos-emos junto ao rio sem igual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