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88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REVELA A NÓS, SENHOR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meu Rei, Mestre e Senhor, O Teu amor revela a mim,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Enquanto eu aqui viver,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eu ver da vida o fim.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Revela a nós, Senhor Jesus, _x000D_Meu Salvador, _x000D_As maravilhas mil do Teu divino amor; _x000D_E com veraz louvor, fervente gratidão; _x000D_Eleva a Ti, Jesus Senhor, _x000D_O nosso coração.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bênçãos mil do Teu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Qual esplendor me cercarão;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Teu olhar será,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grata luz do coração.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Revela a nós, Senhor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Salvador,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maravilhas mil do Teu divino amor;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 veraz louvor, fervente gratidão;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Eleva a Ti, Jesus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nosso coração.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Sorrisos Teus verei brilhar,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não andar no mundo vil: Desfrutarei prazer veraz,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Tempo de paz primaveril.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Revela a nós, Senhor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Salvador,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maravilhas mil do Teu divino amor;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 veraz louvor, fervente gratidão;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Eleva a Ti, Jesus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nosso coração.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for no céu morar,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descansar dos dias meus,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Feliz viver receberei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De Ti, meu Rei,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santo Deus!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Revela a nós, Senhor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Salvador,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maravilhas mil do Teu divino amor;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 veraz louvor, fervente gratidão;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Eleva a Ti, Jesus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nosso coração.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