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QUERO VER A JESUS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ver a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precioso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 a face do meu Mestre,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sofreu na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ir ao céu sublime,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 o trono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Viverei, sim, nessa pátria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eterno gozo e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ver a desejada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Pátria onde reina eterno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ter feliz morada,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meu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dar a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reserva, meu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viver p'ra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 coro angelical;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ser um mensageiro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conduzindo o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cruz de Jesus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pátria celestial.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ver a desejada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Pátria onde reina eterno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ter feliz morada,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meu Salvador.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obra redentora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 que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Viverei eternamente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gozar o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do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redimido já estou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as hostes redimidas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ao meu Senhor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ver a desejada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Pátria onde reina eterno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ter feliz morada,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meu Salvador.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morar na minha pátria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foi preparar,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 entre os remidos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anjos e os arcanjos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reino eu vou morar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 glórias para sempre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bondoso Salvador.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ver a desejada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Pátria onde reina eterno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ter feliz morada,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meu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