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queres te entregar p'ra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cansado e triste pecador?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aquele, que, no Gólgota.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visto Padecendo nossa culpa,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dor?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vem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chama com amor celestial; Vem a Crista, vem a Crista,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é o rochedo divinal.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queres obter a liberdade,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encontra no Senhor Jesus Receber no coração a santidade,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derramado lá na cruz?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vem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chama com amor celestial; Vem a Crista, vem a Crista,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é o rochedo divinal.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queres desfrutar a paz divina, Que no mundo não se pode achar? Vem a Crista, que te salva,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ensina,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podes esta paz do céu gozar!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vem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chama com amor celestial; Vem a Crista, vem a Crista,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é o rochedo divinal.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queres renunciar o bem terreno Crendo em Cristo, o grande Salvador? Queres vir após o meigo Nazareno,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Vê-Lo um dia lá no céu de resplendor?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vem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chama com amor celestial; Vem a Crista, vem a Crista,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é o rochedo divinal.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