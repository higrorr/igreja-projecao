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Breve Ele Volta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Ele volta;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eu não sei;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Ele volta;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virá outra vez.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