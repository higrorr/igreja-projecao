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527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Dominador é Deus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Dominador é Deus sem par,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Pois, com potente mão,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tempestade faz cessar,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reina paz, então.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céus e terra Ele criou;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Seres e mananciais.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Sua vontade Ele ditou,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vida a todos traz.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santos! nele esperai!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em aflição;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as promessas do bom Pai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Jamais nos falharão.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Jamais duvideis de Deus! Devemos confiar.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abençoa os filhos seus,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muito os amar.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