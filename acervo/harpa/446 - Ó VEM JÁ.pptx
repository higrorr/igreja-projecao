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VEM JÁ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ó alma cansada, que sentes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 bom Salvador, a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 no sangue do Redentor,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Derramado, que foi lá na cruz.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já! O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vem como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 o teu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já! O vem já!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vem como estás,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demores pecador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aceitar o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vagas mui longe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pecado, no mal preso estás;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Jesus é que vai te livrar da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Salvação hoje mesmo te 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chama ainda: "Ó vinde a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Oprimidos, cansados, sem paz;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eterna darei para vós, enfim,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No meu reino de gozo veraz".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