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282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QUE SANGUE PRECIOSO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sangue precioso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Saiu do Salvador!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 sangue glorioso,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lava o pecador!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o sangue que Jesus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cruz derramou;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o sangue de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coração Ia vou!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Irmãos, nos recordemos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o sangue nos lavou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Alegres, jubilemos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sangue nos comprou!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o sangue que Jesus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cruz derramou;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o sangue de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coração Ia vou!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glória está sentado,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meu Redentor!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trono coroado,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intercessor!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o sangue que Jesus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cruz derramou;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o sangue de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coração Ia vou!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que assim resistes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meigo Salvador?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Aceita o Seu convite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Pras bodas de amor.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o sangue que Jesus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cruz derramou;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o sangue de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coração Ia vou!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