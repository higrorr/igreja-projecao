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536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Amigo Sem Igual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Amigo sem igual! Amigo sem igual! Jesus morreu, em meu lugar,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fim de me salvar.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Amigo sem igual! Amigo sem igual! Seu grande amor não mudará,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nunca falhará.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Amigo sem igual! Amigo sem igual! Bem perto está e quer salvar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nele confiar.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Amigo sem igual! Amigo sem igual! Convida com imenso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todo o pecador.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