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617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Quanto Anelo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anelo contemplar a Cristo;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anelo seu divino rosto ver!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'Stou cansado de andar qual peregrino triste aqui;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anelo eu a Cristo 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