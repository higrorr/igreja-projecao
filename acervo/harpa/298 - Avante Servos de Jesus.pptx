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298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Avante Servos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Avante, servos de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Por nosso Deus;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trevas brilhe vossa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luz lá dos céus.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Triunfante sigo, levando a cruz!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nome de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 Josué pendão,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mui valor;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inimigo foge, então,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grande pavor.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Triunfante sigo, levando a cruz!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nome de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 com trezentos Gideão,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combater;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midianitas logo vão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guerra perder.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Triunfante sigo, levando a cruz!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nome de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Golias mui soberbo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Zomba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vem Davi, e nele dá,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ajuda do céu.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Triunfante sigo, levando a cruz!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nome de Jesus!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Cerrai fileiras, ó fiéis,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avançai!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coroas e lauréis,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vai nos dar.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Triunfante sigo, levando a cruz!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pois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nome de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