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ESTE MUNDO NÃO COMPREENDE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mundo não compreende.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alegre é o meu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Cristo quem atende,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pode o gozo 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quando em aflição,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a paz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ao meu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traz dos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 Cristo aqui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glorioso 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Maior glória hei de ter,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guardar sempre a fé.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me faz mui ditoso,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provém do amor de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será maior meu gozo,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for morar nos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quando em aflição,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a paz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ao meu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traz dos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 Cristo aqui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glorioso 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Maior glória hei de ter,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guardar sempre a fé.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meu ser transformado,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graça do Senhor;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dia mais chegado.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à pátria, estou, de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quando em aflição,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a paz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ao meu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traz dos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 Cristo aqui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glorioso 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Maior glória hei de ter,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guardar sempre a fé.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