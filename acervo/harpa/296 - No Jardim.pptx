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 Jardim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Jardim Jesus Cristo clamava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ímpios O foram prender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falando co’o Pai suplicava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cálice que ia beber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a minha alma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jardim em constante 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noite chegar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mal me cercar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 em constante oração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orvalho que dá vida as flores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é para o crente a 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cuidados, tristezas e dores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as sabe por minha 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a minha alma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jardim em constante 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noite chegar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mal me cercar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 em constante oração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teve completa vitória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sempre viveu em 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santos chegaram a glória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manto da doce oração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a minha alma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jardim em constante 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noite chegar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mal me cercar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 em constante oração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Renovados em força seremos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teremos uma nova unção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Deus, no jardim falaremos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vivermos sempre em oração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a minha alma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jardim em constante 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noite chegar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mal me cercar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 em constante oração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