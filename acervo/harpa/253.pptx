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Avante, ó crente, o mal desfazendo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inimigo com a luz combateremos;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peleja pois, todos, não temendo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vitória por Jesus receberemos.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de Jesus firmaremos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de Jesus nós venceremos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graça de Jesus vitória temos.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Avante, ó crente, marchai sem tardança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do bom Jesus nós nos afastaremos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nEle nós temos esperança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vitória nós assim alcançaremos.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de Jesus firmaremos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de Jesus nós venceremos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graça de Jesus vitória temos.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Avante, ó crentes, fiéis corajosos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Vitória por Jesus, a nós é concedida;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combate, ó sede valorosos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alcançar o galardão da vida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de Jesus firmaremos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de Jesus nós venceremos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graça de Jesus vitória temos.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Avante, ó crentes, dum só pensamento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“O vil pecado sempre nós combateremos”.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vem, não tarda um momento,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Crendo em Jesus, vitória já temos.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de Jesus firmaremos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de Jesus nós venceremos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graça de Jesus vitória temos.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