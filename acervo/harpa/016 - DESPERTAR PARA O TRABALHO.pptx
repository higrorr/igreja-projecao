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DESPERTAR PARA O TRABALHO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tendo as mãos vazias,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eu me encontrar?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Nada fiz, e vão-se os dias,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Lhe posso apresentrar?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tendo as mãos vazias,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me encontrar?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almas poderia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apresentar?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temerei a morte;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Vencerei por salvo estar;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será a minha sorte,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no céu vazio entrar?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tendo as mãos vazias,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me encontrar?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almas poderia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apresentar?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celeste lar entrando,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irei ao Salvador?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almas irei levando,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meu fiel Senhor?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tendo as mãos vazias,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me encontrar?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almas poderia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apresentar?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pecado, preso em elos,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Passei anos em vão labor;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dera reavê-los,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servir ao meu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tendo as mãos vazias,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me encontrar?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almas poderia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apresentar?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Despertemos, já é dia;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Trabalhemos, com fervor;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levemos, com alegria,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Muitas almas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tendo as mãos vazias,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eu me encontrar?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almas poderia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 apresentar?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