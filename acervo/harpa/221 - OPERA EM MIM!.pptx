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221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OPERA EM MIM!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Eis-me a Teus pés,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opera em mim!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Espero mais vigor, opera em mim!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gozo vou fruir, se Tua lei cumprir: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dá-me Teu amor: opera em mim!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Sedento, com ardor, opera em mim! Te peço mais amor, opera em mim!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só me podes dar a perfeição sem par,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Consolador: opera em mim!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meu Senhor Jesus, opera em mim! Por Tua santa luz, opera em mim! Revela-me o valor da morte do Senhor, Por mim, na dura cruz; opera em mim!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tardes mais. Senhor, opera em mim!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Escuta o meu clamor, opera em mim!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sangue de Jesus, vertido lá na cruz, Me guarda por favor,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Opera em mim! Deus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