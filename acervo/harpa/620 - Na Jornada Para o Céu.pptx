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620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Na Jornada Para o Céu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jornada para 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sempre a meditar.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 alegre vou cantando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seguindo pro meu lar.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 alegre vou cantando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seguindo pro meu 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 que é certa a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me garantiu: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vou chegar à Glória  (bis)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mortal inda não viu.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Caminhando com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prazer sempre aumentou: Revelou-me o amor da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meus crimes perdoou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Revelou-me o amor da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meus crimes perdoou.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 que é certa a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me garantiu: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vou chegar à Glória  (bis)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mortal inda não viu.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clarão da luz do Céu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alma iluminou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 o abismo eterno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qual Deus já me salvou.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 o abismo eterno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qual Deus já me salvou.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 que é certa a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me garantiu: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vou chegar à Glória  (bis)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mortal inda não viu.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Nesta senda gloriosa,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ajude o meu Rei: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paz, e mui ditosa,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paz no Céu terei.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paz, e mui ditosa.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paz no Céu terei.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 que é certa a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me garantiu: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vou chegar à Glória  (bis)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mortal inda não viu.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