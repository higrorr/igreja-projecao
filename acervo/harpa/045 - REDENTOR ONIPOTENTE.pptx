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REDENTOR ONIPOTENTE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Redentor onipotente, _x000D_Poderoso Salvador, _x000D_Advogado onisciente_x000D_É Jesus, meu bom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Amante da minh'alma, _x000D_Tu és tudo para mim! _x000D_Tudo quanto eu careço _x000D_Acho, Jesus, só em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abrigo sempre perto, _x000D_Para todo o pecador;_x000D_Um refúgio sempre aberto, _x000D_E Jesus, meu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Amante da minh'alma, _x000D_Tu és tudo para mim! _x000D_Tudo quanto eu careço _x000D_Acho, Jesus, só em 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viva! pão da vida!_x000D_Doce sombra no calor,_x000D_Que ao descanso nos convida,_x000D_E Jesus, meu Salvador!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Amante da minh'alma, _x000D_Tu és tudo para mim! _x000D_Tudo quanto eu careço _x000D_Acho, Jesus, só em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Cordeiro imaculado;,_x000D_Que Seu sangue derramou, _x000D_Meus pecados expiando, _x000D_A minh'alma resgatou.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Amante da minh'alma, _x000D_Tu és tudo para mim! _x000D_Tudo quanto eu careço _x000D_Acho, Jesus, só em 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Fundamento inabalável! _x000D_Rocha firme e secular! _x000D_Infalível! Imutável!_x000D_Quem mo poderá tirar?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Amante da minh'alma, _x000D_Tu és tudo para mim! _x000D_Tudo quanto eu careço _x000D_Acho, Jesus, só em 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Caminho que, seguro,_x000D_Sempre para o céu conduz,_x000D_Quem a Cristo pronto segue,_x000D_Quem tomar a sua cruz.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Amante da minh'alma, _x000D_Tu és tudo para mim! _x000D_Tudo quanto eu careço _x000D_Acho, Jesus, só em 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