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633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Meu Brasil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Brasil, nação gigante e mui sublime,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Creio ver-te muito breve bem maior, Combatendo a iniqüidade, o vicio, o crime,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Redimido aos pés de Cristo, o Salvador.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Brasil! meu Brasil!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largo peito e deixa a luz raiar! Meu Brasil! meu Brasil!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Evangelho de Jesus te quer salvar!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Debelar a escuridão minh'alma anseia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teu meio, onde o Evangelho prega a paz.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Espalhando livros santos a mancheia,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vitória, meu Brasil, alcançarás.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peço, meu Senhor, poder, riqueza,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as glórias que oferece o mundo vil: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que eu possa ver fulgindo de beleza,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coroa de Jesus - o meu Brasil.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