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534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Cristo é Real pra Mim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é real pra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é real pra mim.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vive em meu ser;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paz posso ter,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Cristo é real pra mim.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