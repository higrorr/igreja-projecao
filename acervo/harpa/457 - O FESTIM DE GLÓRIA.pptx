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457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FESTIM DE GLÓRIA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festim de glória para nós há de ser!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tiver nas nuvens, Cristo de aparecer.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Nesse evento mui feliz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prazer também,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hei de ver meu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fonte de todo bem.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Nesse glorioso dia, o corpo meu mortal,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como o de anjos, no lar celestial.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Nesse evento mui feliz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prazer também,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hei de ver meu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fonte de todo bem.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ditosa vinda, a do meu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O estou esperando, mui firme em Seu amor!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Nesse evento mui feliz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prazer também,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hei de ver meu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fonte de todo bem.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Cristo, apressa o dia em que hás de voltar!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ver Tua face eu `siou a esperar.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Nesse evento mui feliz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prazer também,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hei de ver meu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fonte de todo bem.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