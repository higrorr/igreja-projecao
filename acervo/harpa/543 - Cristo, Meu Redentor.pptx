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Meu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meu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meu bom Pastor!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morreste, e teu sangue verteste, És meu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