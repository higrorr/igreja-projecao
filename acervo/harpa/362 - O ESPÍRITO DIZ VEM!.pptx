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362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ESPÍRITO DIZ: VEM!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e a Noiva dizem: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"Vem beber da água da vida";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voz de amor do Salvador, A uma alma perdida!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diz: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Noiva diz: Vem! 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 de graça da água da vida.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diz: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Noiva diz: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 toma de graça da água da vida.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escuta diga: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fale da paz obtida,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recebeu e já bebeu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Da água que lhe deu vida.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diz: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Noiva diz: Vem! 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 de graça da água da vida.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diz: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Noiva diz: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 toma de graça da água da vida.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 pecador sedento,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fonte das águas puras!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te saciar, vem sem tardar,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infeliz criatura!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diz: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Noiva diz: Vem! 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 de graça da água da vida.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diz: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Noiva diz: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 toma de graça da água da vida.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quiseres, hoje: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Cristo, alma sequiosa;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beberás, te fartarás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água maravilhosa!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diz: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Noiva diz: Vem! 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 de graça da água da vida.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Espírito diz: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Noiva diz: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 toma de graça da água da vida.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