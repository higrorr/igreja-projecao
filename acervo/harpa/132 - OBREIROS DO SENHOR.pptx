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OBREIROS DO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obreiros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messe vamos, com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proclamar a salvação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e o Seu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trabalhemos por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nosso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nós o sangue derramou,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Calvário expirou.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colheita vinde já, pois Jesus vos chama;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"Todos devem trabalhar"; o Senhor proclama,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Breve, tudo findará, não se poderá segar;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crentes, vinde trabalhar.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Evangelho, ó pregai,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mundo, sim chamai,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sem temor, as novas dai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bandeira levantai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nossas mãos Deus confiou,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que nos enviou.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novas dai, não vacileis,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vitória obtereis.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colheita vinde já, pois Jesus vos chama;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"Todos devem trabalhar"; o Senhor proclama,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Breve, tudo findará, não se poderá segar;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crentes, vinde trabalhar.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horas, prestes, passarão,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a vós virão,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falardes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Alguns jamais verão a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hoje há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jaz na perdição,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desprezeis o favor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amoroso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colheita vinde já, pois Jesus vos chama;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"Todos devem trabalhar"; o Senhor proclama,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Breve, tudo findará, não se poderá segar;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crentes, vinde trabalhar.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