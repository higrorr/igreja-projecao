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549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Ora Vem, Senhor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não mais retardes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luz do reino Teu,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já a vida aqui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    Toda em dor se converteu.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Ti, Jesus, ansiosos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Estão os corações;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vem, sem mais tardar,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Desfazer as aflições.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fé a Igreja aguarda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alvor da tua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está a suplicar: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“Ora vem, Senhor Jesus!”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