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152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PELA CRUZ AO CÉU IREI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Calvário, só Jesus se transportou Levando pesada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morrendo, lá p'ra o mortal deixou, Um fanal de gloriosa luz.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cruz ao céu irei;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cruz eu seguirei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Pare o lar de paz e eterno amor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cruz ao céu irei.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na cruz, a alma sedenta achará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fonte de Inspiração;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ali o fardo de dor cairá;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Calvário, há salvação.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cruz ao céu irei;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cruz eu seguirei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Pare o lar de paz e eterno amor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cruz ao céu irei.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cruz irei à mansão celestial.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rumo marcado está,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minha vida obscura será o fanal; Em sua luz minha alma irá.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cruz ao céu irei;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cruz eu seguirei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Pare o lar de paz e eterno amor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cruz ao céu irei.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