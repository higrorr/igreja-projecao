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NOSSA ESPERANÇA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sim, vem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Ele vem!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Ecoa a nova pelo mundo além;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esperança que a Sua Igreja tem!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vem!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sim, vem, os mortos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estão;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 momento da ressurreição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sepulcro em breve se levantarão!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vem!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sim, vem do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cercado de esplendor,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Aniquilando a corrupção e a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Quebrando os laços do astuto usurpador,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vem!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sim,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completamente restaurar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mundo que se arruína sem parar;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todas as coisas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depressa transformar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vem!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esperança é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dos reis vem nos buscar;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aguardamos, Jesus,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a luz da manhã raiar.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sim,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sempiterna adoração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Daremos nós ao Rei de coração;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grande autor 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eterna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vem! 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