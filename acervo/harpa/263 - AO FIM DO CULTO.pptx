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263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AO FIM DO CULTO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263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culto tendo já terminado,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 suplicamos, ó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em qualquer coisa foi perturbado, Que nos perdoes, por Teu amor.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263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Gravar Tu queiras a sã doutrina,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Teu Espírito Consolador,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nos sustenta, que nos ensina,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 nos enche do Teu amor.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263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nós aqui não mais regressarmos, Certeza temos de ver na luz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santos juntos e contemplarmos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céu, um dia, o bom Jesus!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