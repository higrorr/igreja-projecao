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440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Faze já o seu querer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viver pra Cristo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Firme permanecerás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paz após, tu sempre seguirás?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ao pé da cruz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teus cuidados deixarás?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Faze já o Seu querer!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Seu poder e Seus dons te dará;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gozo, Cristo, sim, te inundará;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coração as manchas limpará Fazendo tu, p’ra sempre,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Seu querer!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Queres ir após de Cristo e carregar a cruz?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Queres conhecer a paz que dá Jesus? Queres que te guie com a verdadeira luz?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Faze já o Seu querer!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Seu poder e Seus dons te dará;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gozo, Cristo, sim, te inundará;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coração as manchas limpará Fazendo tu, p’ra sempre,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Seu querer!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Queres lá no céu os teus amigos encontrar?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Deves preparar tua vida sem tardar,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Queres pra Jesus a tua vida consagrar?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Faze já o Seu querer!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Seu poder e Seus dons te dará;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gozo, Cristo, sim, te inundará;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coração as manchas limpará Fazendo tu, p’ra sempre,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Seu querer!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