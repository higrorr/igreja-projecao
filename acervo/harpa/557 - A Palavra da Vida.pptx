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557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Palavra da Vida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oh! celeste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Manifesta o teu poder!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Vivifica os sem-alento,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os mortos reviver!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eterna - vida eterna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todos conceder!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todos conceder!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Abre-nos teu santo Livro!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Brilhe em nós a luz dos céus!. Esclarece todo o engano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erros livra os teus!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Ilumina! - ilumina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Nossas almas, Rei dos céus!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Nossas almas, Rei dos céus!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leitura desta Bíblia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Dá-nos gozo, oh!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Tendo, pelo teu ensino,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Comunhão em santo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Exultemos - exultemos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Entoando o teu louvor!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Entoando o teu louvor!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estudo da Palavra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Aprendemos oh!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Deus concede os belos frutos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tua instrução produz.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Desfrutamos - desfrutamos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Alegria, vida e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Alegria, vida e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