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477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Sede Fortes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Sede fortes, irmãos na lida,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Cristo quem vos conduz;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Garantindo eterna vida,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Aos que trilharem na luz.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andai na luz de Cristo,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Libertos da eterna dor;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Buscai, vós que a tendes visto,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glória do Redentor!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Sede santos, velai orando,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Amai com santo fervor;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Muitos ficarão chorando,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vinda do Salvador.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andai na luz de Cristo,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Libertos da eterna dor;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Buscai, vós que a tendes visto,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glória do Redentor!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fiéis adormecidos,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voz do anjo ouvirão;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Transformados os remidos,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Cristo encontrarão.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andai na luz de Cristo,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Libertos da eterna dor;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Buscai, vós que a tendes visto,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glória do Redentor!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vereis naquele dia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Sua glória em esplendor,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Fruireis paz e alegria,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 braços do Salvador.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477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andai na luz de Cristo,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Libertos da eterna dor;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Buscai, vós que a tendes visto,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glória do Redentor!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