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PROCURA A OVELHA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Jesus a procurara ovelha,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vagar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Desgarrou-se do aprisco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montes a sofrer,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Faça sol ou a chover,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busca Sua ovelha, com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amor.., o Pastor...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chama Sua ovelha, sem cessar;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Possa hoje,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 escutar a voz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que procura p’ra salvar.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Seus pés o bom Pastor,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feridos, que 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descer nos tenebrosos pedregais,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cansado de andar, mais, ainda a clamar: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"Ó ovelhas minhas, onde vós estais?”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amor.., o Pastor...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chama Sua ovelha, sem cessar;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Possa hoje,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 escutar a voz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que procura p’ra salvar.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escuta o gemer da ovelha, que prazer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 logo o coração do bom Pastor!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correndo sem parar, 'té a ovelha abraçar, E trazê-la ao Seu ombro com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amor.., o Pastor...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chama Sua ovelha, sem cessar;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Possa hoje,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 escutar a voz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que procura p’ra salvar.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em casa, o Pastor,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Jubila com dulçor,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ovelha desgarrada que achou;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assim, também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anjos lá na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alegra pelas almas que salvou!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amor.., o Pastor...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chama Sua ovelha, sem cessar;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Possa hoje,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pecador escutar a voz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que procura p’ra salvar.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