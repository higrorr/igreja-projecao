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91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NÍVEA LUZ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91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eu almejo a pureza do céu,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Tua linda presença no coração meu.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ídolos quebro, me toma Jesus;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dá-me a pureza da nívea luz.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91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Nívea luz, a nívea luz,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dá-me a pureza da nívea luz.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91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me acode enquanto lidar,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colocar tudo no santo altar;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Ti me entrego; nas chamas me pus; O dá-me a pureza da nívea luz!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91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Nívea luz, a nívea luz,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dá-me a pureza da nívea luz.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91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com instância, humilde, roguei Que o sangue perfeito pureza me dê; Me lava na fonte aberta na cruz;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O dá-me a pureza da nívea luz!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91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Nívea luz, a nívea luz,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dá-me a pureza da nívea luz.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91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neste instante, espero a mão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há de criár-me o bom coração;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Aqueles que o Espírito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Pedem de Deus,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Dás sempre a pureza da nívea luz!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/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								J.H.N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91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Nívea luz, a nívea luz,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dá-me a pureza da nívea luz.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