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518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SALVA-VIDAS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seus pecados, 'stá o pecador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pobre náufrago sem Salvador; Que triste sorte, perece no mar,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Nada, se cansa, e vai afundar.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Orando, joga ao que se afoga,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salva-vidas sem demorar;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que desça - Desapareça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profundezas do mar.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salva-vidas não queres lançar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que s’afoga nas ondas do mar? Que morte horrível tem o pecador,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não aceita o bom Salvador!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Orando, joga ao que se afoga,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salva-vidas sem demorar;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que desça - Desapareça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profundezas do mar.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Jesus Cristo, o Filho de Deus;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salva-vidas lançado dos céus;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pode salvar hoje até,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salva-vidas segura com fé.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Orando, joga ao que se afoga,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salva-vidas sem demorar;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que desça - Desapareça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profundezas do mar.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