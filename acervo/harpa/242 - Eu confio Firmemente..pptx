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242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Eu confio Firmemente.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confio firmemente,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 céu vou descansar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 alegremente, Aleluia!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prazer celeste sente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minh’alma em pensar,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glória que no céu eu vou gozar!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eterna glória vou no céu gozar!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Jesus, que do pecado me salvou;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Santa paz e alegria lá no céu vou desfrutar;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Eterna glória Cristo me comprou!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céu vou ver o Cordeiro,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por mim quis expirar,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Pendurado no madeiro, Aleluia!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 fez também herdeiro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que nunca vai murchar,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glória que no céu eu vou gozar!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eterna Glória vou no céu gozar!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Jesus, Que do pecado me salvou;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Santa paz e alegria lá no céu vou desfrutar;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Eterna glória Cristo me comprou!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Jesus, o rosto santo,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céu hei de contemplar,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não há dor ou pranto, Aleluia!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sim um sublime canto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p’ra sempre vai soar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glória, que no céu eu vou gozar!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eterna Glória vou no céu gozar!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Jesus, Que do pecado me salvou;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Santa paz e alegria lá no céu vou desfrutar;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Eterna glória Cristo me comprou!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for ao céu chegado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Glória alcançar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ter Cristo ao meu lado, aleluia!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seu trono assentado,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 vou adorar;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Eterna glória vou no céu gozar!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eterna Glória vou no céu gozar!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Jesus, Que do pecado me salvou;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Santa paz e alegria lá no céu vou desfrutar;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Eterna glória Cristo me comprou!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