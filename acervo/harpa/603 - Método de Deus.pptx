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Método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bom falar com alguém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bom falar com alguém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hoje e traze alguém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Cristo,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vai e traze alguém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hoje orar por alguém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Cristo. a Cristo.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vai orar por alguém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Alguém assim salvarás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Cristo, por Cristo.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grande gozo terás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