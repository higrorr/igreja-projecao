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364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OH, QUE PAZ!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paz eu sinto no Senhor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eterna, que me faz andar na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está em mim na prova e na 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paz é o Senhor!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paz recebo pela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eterna no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viver sempre em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vencer por Seu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paz, que luz tem o pecador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vem a Ti,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paz eu tenho no meu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eterna, que me dá consolação!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paz que goza todo o fiel;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Jesus: o Emanuel!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paz recebo pela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eterna no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viver sempre em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vencer por Seu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paz, que luz tem o pecador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vem a Ti,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paz celeste me dá o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eterna, que me enche de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Essa é Cristo, a vitória d'Israel,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possui quem for fiel!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paz recebo pela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eterna no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viver sempre em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vencer por Seu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paz, que luz tem o pecador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vem a Ti,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Amados, caminhemos com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pensando nEle e na Sua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a paz que alegra o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nos dá o Seu perdão!	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paz recebo pela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eterna no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viver sempre em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vencer por Seu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paz, que luz tem o pecador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vem a Ti,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