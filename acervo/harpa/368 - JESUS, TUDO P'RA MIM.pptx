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JESUS, TUDO P'RA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estava no pecado, perdido, triste e só;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diferença agora, Jesus de mim tem dó;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hoje só confio na graça que me deu;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 Seu amor conheço e ando para o céu.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tudo é p'ra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culpa me livrou,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paz eterna,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p'ra mim ganhou;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tudo é p'ra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mostrou Seu imenso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santo nome do amado Salvador!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p'ra o mundo morto,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vivo p'ra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Ele é o piloto que certo, me conduz;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Bíblia é que me ensina,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na cruz padeceu;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Comprou-me com Seu sangue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paz me deu.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tudo é p'ra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culpa me livrou,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paz eterna,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p'ra mim ganhou;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tudo é p'ra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mostrou Seu imenso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santo nome do amado Salvador!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perto vou chegando do glorioso lar;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preparou morada, onde irei habitar,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santifica, ajuda-me a lutar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a vil injustiça 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me negar.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I.A.F.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tudo é p'ra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culpa me livrou,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e paz eterna,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p'ra mim ganhou;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tudo é p'ra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mostrou Seu imenso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santo nome do amado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