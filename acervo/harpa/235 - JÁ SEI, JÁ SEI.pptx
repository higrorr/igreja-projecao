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JÁ SEI, JÁ SEI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Comprado com sangue de Cristo, Alegre ao céu, sim eu vou;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Liberto do vício maldito,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 que de Deus, filho sou.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Comprado com sangue eu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ao céu, sim eu 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livre da lei severa,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Cristo me quis redimir,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 minh’alma, deveras,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gozo, que vem do porvir.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Comprado com sangue eu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ao céu, sim eu 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Jesus sempre espero,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O posso deixar;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Calar Seus favores não quero,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sempre de Cristo falar!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Comprado com sangue eu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ao céu, sim eu vou.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que, um dia, a beleza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grande Rei vou contemplar;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me dá fortaleza,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me quer consolar!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Comprado com sangue eu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ao céu, sim eu vou.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me espera a coroa,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qual, a Seus servos dará,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divina pessoa,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onde Ele está!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Comprado com sangue eu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sei, já sei,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ao céu, sim eu vou.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