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533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Honras Sejam Ao Cordeiro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Cristo, nosso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Adoramos-te, Senhor!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Gratos, damos-te louvor,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Honras sejam ao Cordeiro!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foi que padeceu,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por nós na cruz morreu!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assim por nós se deu,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Honras sejam ao Cordeiro!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Sofredor que ali penou,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Vencedor que triunfou!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Salvador que nos amou,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Honras sejam ao Cordeiro!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Digno és Tu, Senhor, que a ti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Demos nosso culto aqui!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os teus, nos céus, ali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Honras sejam ao Cordeiro!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