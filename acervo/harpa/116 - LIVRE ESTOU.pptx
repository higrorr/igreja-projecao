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116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LIVRE ESTOU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vagava pela senda de horror,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Oprimido pelo pecado e temor.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Salvador eu vi,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terna voz ouvi,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 me libertou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estou! Livre estou!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graça de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estou;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estou! Livre estou!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Pela fé,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estou!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vagava pela senda de horror,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pensando no amor do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vagava sem ter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do Senhor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liberto,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canto a Deus louvor.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estou! Livre estou!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graça de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estou;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estou! Livre estou!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Pela fé,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estou!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vagava pela senda de horror,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agora,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andar com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ouvir Sua terna voz,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Segui-lo sempre após,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seja dada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nosso bom Pastor.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estou! Livre estou!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graça de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estou;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estou! Livre estou!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Pela fé,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estou!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