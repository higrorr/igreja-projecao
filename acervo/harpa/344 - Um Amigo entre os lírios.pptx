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344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Um Amigo entre os lírios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Entre os lírios, no meio dos vales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'Stá um amigo, que é caro pra mim; Quero segui-Lo, isento dos males,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Vê-Lo no céu, com os anjos enfim.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Salvador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Filho do bom Deus;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Graças por Tua luz,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veio dos Céus!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mim provaste a Cruz,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mim morreste, Jesus!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Hoje Te busco, ó vem, revelar-me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luz divina, onde estás, meu Jesus, Com Teu rebanho vem já a levar-me Para o rio que vida produz.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Salvador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Filho do bom Deus;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Graças por Tua luz,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veio dos Céus!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mim provaste a Cruz,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mim morreste, Jesus!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Ouve-me agora, Jesus mui amado, Deixa-me Teu grande amor desfrutar; Não mais me 'scondas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Teu rosto adorado,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me chamaste pra me libertar.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Salvador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Filho do bom Deus;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Graças por Tua luz,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veio dos Céus!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mim provaste a Cruz,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mim morreste, Jesus!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voz de Cristo é pra mim mais preciosa 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a voz dos anjos; e do sol a luz, Não tem o brilho da face radiosa Quando sorri meu amado Jesus.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Salvador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Filho do bom Deus;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Graças por Tua luz,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veio dos Céus!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mim provaste a Cruz,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mim morreste, Jesus!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