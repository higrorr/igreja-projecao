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ESPERANÇA DA IGREJA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volte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Cercando a mesa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Ceia vimos celebrar,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Cristo, a morte anunciar,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humilde devoção,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Render a Deus adoração.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volte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 mostremos Seu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viva fá e gratidão,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Participemos deste pão,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Obedientes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Lembrando assim a Sua cruz!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volte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Bebendo o cálice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nome queremos bendizer,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mais e mais engrandecer,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que Ele derramou,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sangue que nos resgatou!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duras são as provações,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fortes as perseguições,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as lutas fazem-se sentir,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custa-nos as resistir,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nos deixemos perturbar: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São só até Jesus voltar!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prontos para O receber,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Devemos sempre aqui viver;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tempo foge, o dia vem,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glória esperamos além,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trabalhemos,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volte o Salvador.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