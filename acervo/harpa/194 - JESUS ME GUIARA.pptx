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ME GUIARA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quem vele as pisadas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dou na sombra ou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sendas escarpadas,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Velará por mim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vales, pelos montes,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conduz a Sua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Vejo já os horizontes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Duma perene mansão.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quem vele as pisadas,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senda traçará;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célicas moradas,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me guiará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contacto que m’explica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presença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as manchas purifica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livra de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com a mão ferida,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Proteção me pode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vejo desta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inquieto e forte 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quem vele as pisadas,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senda traçará;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célicas moradas,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me guiará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coração amante,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infinita compaixão,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concede paz constante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contrito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favor e liberdade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 graça e verdade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consolador.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quem vele as pisadas,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senda traçará;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célicas moradas,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me guiará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