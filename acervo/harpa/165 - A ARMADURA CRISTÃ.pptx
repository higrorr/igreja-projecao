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165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ARMADURA CRISTÃ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bom combate vamos, repletos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Vestidos de justiça, ferventes no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Co'os lombos bem cingidos de verdadeira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Calçados do Evangelho do Salvador Jesus.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Deus, a armadura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Cristo, o valor,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 meu, segura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seres vencedor.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fé, o escudo, que pcde vos salvar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dardos inflamados, que vem vos atirar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grande inimigo, o astuto tentador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sempre vos procura tragar, com seu furor.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Deus, a armadura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Cristo, o valor,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 meu, segura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seres vencedor.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Entrai no bom combate, em nome do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zelo, com coragem, unidos em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inimigo, breve, assim, se vencerá,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 os pés nossos Jesus nô-lo porá.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                                                                                                            P.L.M.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Deus, a armadura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Cristo, o valor,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 meu, segura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seres vencedor.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