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PEnsar No Dor Crucial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pensar no sofrer e na dor crucial Que na cruz suportou por amor nosso 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Próprio eu, vida, enfim, e prazer mundanal,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Coisas vãs aqui nunca mais amarei.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Destas mãos, destes pés sangue está a jorrar,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Manancial de poder, e de paz, e de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irei nesta cruz do Senhor me gloriar,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amor sem fim pelo vil pecador.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do Céu a extensão é capaz de conter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amplidão sem igual e o poder deste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no Céu, pela fé neste amor e poder, Estarei aos pés do meu bom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