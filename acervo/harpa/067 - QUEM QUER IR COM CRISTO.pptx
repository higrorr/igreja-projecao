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QUEM QUER IR COM CRISTO?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quer hoje mesmo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seguir?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pendão alçando, ao combate ir?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quer, humilhado, sempre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servir, E obedecê-Lo.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querer cumprir?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quer ir com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responderá,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Presto, sem demora, “eu, Senhor, irei”?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for o Mestre, tu também irás? Quem dirá agora: “eu Te seguirei”?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seguir a Cristo quer,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mui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Dando-Lhe tributo, dando-Lhe louvor; De Sua nobre causa, sendo defensor, E na santa vinha, ser trabalhador?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quer ir com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responderá,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Presto, sem demora, “eu, Senhor, irei”?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for o Mestre, tu também irás? Quem dirá agora: “eu Te seguirei”?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tu segui-Lo, sem vacilação,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fugir dos braços da vil tentação? Sempre confiando na Sua proteção, Por fé desfrutando Sua salvação.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quer ir com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responderá,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Presto, sem demora, “eu, Senhor, irei”?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for o Mestre, tu também irás? Quem dirá agora: “eu Te seguirei”?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