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340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UM POVO FORTE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surge um povo forte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Revestido de poder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teme nem a morte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 Ele pertencer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 sublime sorte,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com Cristo ao céu vai,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dizer também.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dos tais, um dos tais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também dizer: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dos tais, um dos tais.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também dizer: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Cenáculo reunidos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poder buscavam então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amor de Deus unidos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clamar em 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um vento é descido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fogo do céu cai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dizer também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dos tais, um dos tais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também dizer: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dos tais, um dos tais.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também dizer: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povo destemido,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os discípulos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mundo perseguido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levar a sua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revestido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poder ao mundo sai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dizer também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dos tais, um dos tais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também dizer: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dos tais, um dos tais.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também dizer: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não sejas descuidoso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buscar o dom de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Dom que te fará ditoso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Dar-te-á visões do céu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maravilhoso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Proclamando aos outros vais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Poderás então dizer: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dos tais, um dos tais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também dizer: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dos tais, um dos tais.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também dizer: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um dos tais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