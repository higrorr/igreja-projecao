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Abundância de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Jesus deu-me Sua luz, Posso jubilar, cantar;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coração trouxe salvação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não posso te explicar.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Abundantemente Cristo dá,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que não há igual, não há; Aleluia, glória ao nome Seu!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 Sinto eu!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na cruz contemplei Jesus, Meus pecados dissipou;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grande paz e perdão veraz, Quando a Seus pés estou.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Abundantemente Cristo dá,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que não há igual, não há; Aleluia, glória ao nome Seu!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 Sinto eu!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da cruz provém, um caudal também, Que ao cansado forças dá;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das chagas vem o perdão, pra quem Mui sedento e fraco está!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Abundantemente Cristo dá,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que não há igual, não há; Aleluia, glória ao nome Seu!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 Sinto eu!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Grato, então, darei glória a Cristo,o 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gozo que é sem par;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continuação, o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mais vai se alegrar.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Abundantemente Cristo dá,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que não há igual, não há; Aleluia, glória ao nome Seu!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 Sinto eu!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