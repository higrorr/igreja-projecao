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LOUVEMOS AO REDENTOR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Minh’alma, louva ao Redentor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teu Rei, teu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sobre a cruz, em teu lugar,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sangue deu p'ra te salvar!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sobre a cruz, em meu lugar, Jesus morreu p’ra me salvar!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e seguro nEle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com Seu sangue me livrou.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perdido e longe andei,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de Deus e Sua lei!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terno e paciente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Seguiu-me sempre, o Salvador!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sobre a cruz, em meu lugar, Jesus morreu p’ra me salvar!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e seguro nEle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com Seu sangue me livrou.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Bendito dia, quando, enfim,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Cristo sobre a cruz, por mim! Vencido pelo Seu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Rendi-me logo ao Salvador.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sobre a cruz, em meu lugar, Jesus morreu p’ra me salvar!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e seguro nEle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com Seu sangue me livrou.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alma aflita, descansar;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Cristo pronto a perdoar!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 nEle, de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teu será o gran perdão.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sobre a cruz, em meu lugar, Jesus morreu p’ra me salvar!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e seguro nEle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com Seu sangue me livrou.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