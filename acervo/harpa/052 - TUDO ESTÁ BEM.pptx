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52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TUDO ESTÁ BEM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amor de Deus bendito,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Vai tudo bem! Seu amor é infinito: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Tudo está bem!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Esse amor nos tem provado.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Seu Filho muito amado,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Que, por nós, foi imolado.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Sim, sim, ‘stá bem!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Cristo, agora, o cetro empunha: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Vai tudo bem!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morreu é quem governa: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Tudo está bem!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Seu amor é imutável,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Seu poder inabalável,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Seu cuidado é incansável,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Sim, sim, ‘stá bem!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fé canta na tristeza: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Vai tudo bem!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Canta, sim, e com firmeza: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Tudo está bem!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se Deus é quem nos guia, Ternamente nos vigia,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bondade, noite e dia.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Sim, sim, até bem!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caminhos escabrosos,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Vai tudo bem!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 por mares tormentosos,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Tudo está bem!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Jesus tudo obedece;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Sempre o mesmo permanece!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Nem um só dos Seus esquece!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Sim, sim, afã bem!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Quer na vida, quer na morte,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Vai tudo bem!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Quão feliz é nossa sorte!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Tudo está bem!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sangue resgatados,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do mundo separados.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Sempre por Jesus guardados.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Sim, sim, ‘stá bem!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