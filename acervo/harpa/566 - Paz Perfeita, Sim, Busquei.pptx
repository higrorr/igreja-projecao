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566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Paz Perfeita, Sim, Busquei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perfeita, sim, busquei,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jamais a encontrei,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preço não queria eu pagar. Longe de Deus a vagar,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promessa a rejeitar.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pecado não querendo me apartar.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estou vivendo pra Jesus, Esconder-me quero junto à sua Cruz.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Inda que sofrendo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estar com meu Jesus: Encontrei por fim a vida em meu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estava em 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tocou meu coração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 disse: “Põe tua vida no altar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eu santificar!”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pecado então deixei: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vida a Deus eu logo dediquei.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estou vivendo pra Jesus, Esconder-me quero junto à sua Cruz.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Inda que sofrendo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estar com meu Jesus: Encontrei por fim a vida em meu Senhor.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seu sangue me comprou,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ser purificou.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vida de vitória encontrei.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“Teus pecados perdoei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muito que te amei”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Ternamente me falou o Grande Rei.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estou vivendo pra Jesus, Esconder-me quero junto à sua Cruz.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Inda que sofrendo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estar com meu Jesus: Encontrei por fim a vida em meu Senhor.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