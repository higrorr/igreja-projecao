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MAIS PERTO DA TUA CRUZ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Senhor, sou Teu - Tua voz ouvi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chamar-me, com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Mais, de Ti, mais perto eu quero estar, Ó bendito Salvador!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perto, perto da Tua cruz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estar, ó Salvador!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perto, perto, perto da Tua cruz Leva-me, ó meu Senhor!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seguir-Te só, me consagro eu, Constrangido pelo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alegre, já me declaro Teu,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servir-Te a Ti,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perto, perto da Tua cruz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estar, ó Salvador!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perto, perto, perto da Tua cruz Leva-me, ó meu Senhor!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pura e santa delicie é,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Aos Teus santos pés me achar,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viva e reverente fé,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meu Salvador falar.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perto, perto da Tua cruz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estar, ó Salvador!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perto, perto, perto da Tua cruz Leva-me, ó meu Senhor!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