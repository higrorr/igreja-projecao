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AMOU ESTE MUNDO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amou de tal maneira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mundo sofredor,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à humanidade inteira,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seu filho para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nunca mais perece_x000D_O que crê, mais vida eterna tem;_x000D_Quem em Cristo permanece,_x000D_Vai ser coroado além.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 na cruz foi vencido,_x000D_Podes pela fé vencer também;_x000D_De justiça ó sê vestido_x000D_ e receberás coroa além.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Prisioneiro do pecado,_x000D_Vagas sem esperança ter;_x000D_Mas Jesus foi enviado,_x000D_Para liberdade te trazer.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nunca mais perece_x000D_O que crê, mais vida eterna tem;_x000D_Quem em Cristo permanece,_x000D_Vai ser coroado além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 na cruz foi vencido,_x000D_Podes pela fé vencer também;_x000D_De justiça ó sê vestido_x000D_ e receberás coroa além.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vives desviado,_x000D_Sem a paz de Deus gozar,_x000D_Ouve a voz do Pai amado,_x000D_Que te espera para te abraçar.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nunca mais perece_x000D_O que crê, mais vida eterna tem;_x000D_Quem em Cristo permanece,_x000D_Vai ser coroado além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 na cruz foi vencido,_x000D_Podes pela fé vencer também;_x000D_De justiça ó sê vestido_x000D_ e receberás coroa além.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