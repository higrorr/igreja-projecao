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504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Momento Solene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solene o momento; Já expirando o ano está; Presto como o pensamento, O que resta passará.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2 Débil sopro é a existência, Breve, efêmera qual flor; Pois somente tem a ciência, Quem ao tempo dá valor.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3 Nome, fama, império, glória... Nada humano fica em pé; Pois só firme é a vitória, Que se alcança pela fé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4 Néscio o homem que atrás corre Pra alcançar bens sob os céus; Ai do mísero que morre, Sem achar a paz de Deus!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5 A insondável eternidade É bendita por Jesus, Que me dá imortalidade, Gozo eterno, plena luz!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