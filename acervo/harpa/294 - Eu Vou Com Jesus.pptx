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Eu Vou Com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triste em pecado, vagava sem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já vivo alegre, pois a Cristo achei,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todos os dias, eu canto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sigo com Cristo, meu Mestre,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com Jesus;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sigo com Cristo, 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vago Jamais, eu quero seguir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Jesus, o meu 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anos e anos, sem Cristo, a sós,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nunca, no mundo feliz me achei; Mas já com as aves elevo a voz,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canto feliz, pois eu vou como 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com Jesus;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sigo com Cristo, 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vago Jamais, eu quero seguir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Jesus, o meu 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alma que vivas no vala sem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olhas pra cima, verás um farol;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sobe depressa, vem já pra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a luz brilha mais que o sol.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vou com Jesus; Aleluia!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sigo com Cristo, 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vago Jamais, eu quero seguir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Jesus, o meu 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