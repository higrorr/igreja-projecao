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142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 CIDADE CELESTE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Sião celeste, repouso dos santos,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arquiteto se chama o SENHOR; Em ti entraremos, com gozo e canto, Com os que adoram o bom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bela planície estás situada,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majestosa rainha és tu!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pedras preciosas estás adornada; Demonstras a glória de Cristo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Cristo Jesus. de Cristo Jesus. Demonstras a glória de Cristo Jesus.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Teus belos caminhos tratados com zelo, E as tuas torres, que vistas farão!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todos os palácios,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Grandioso é o modelo;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nós teremos a consolação;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portas do muro são todas formosas;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praça é calçada de ouro que luz;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 essas coisas são mui gloriosas,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és toda cheia da paz de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paz de Jesus, da paz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és toda cheia da paz de Jesus.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Jamais haverá em ti noite alguma,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grande luzeiro perpétuo será;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a luz do sol, nem d’estrelas ou lua. A glória de Cristo te alumiará.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neste esplendor, de um sol verdadeiro, Os santos e anjos do céu entrarão,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virá na frente Jesus, o Cordeiro;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pra sempre ali reinarão.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reinarão, ali reinarão,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Ele pra sempre ali reinarão.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que grande festa nos é concedida, Com a mesa posta, espera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todos inscritos 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já da morte não têm mais temor; De todos os que foram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 comprados,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lindo cortejo composto será;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Deus, que há dado o Seu filho amado, Com Cristo na glória, os consolará,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consolará, os consolará,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Cristo na glória, os consolará.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