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Lar, Jerusalém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Feliz Jerusalém, meu lar!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almejo estar!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Sentir a calma em glória ali,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teu prazer gozar.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lar feliz de amor 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Jardim sem outro igual!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fulgor de glória 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o viu mortal.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em breve irá voltar,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paz do lar de além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Irá, então, em ti reinar,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lar - Jerusalém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