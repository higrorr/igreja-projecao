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184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 JESUS! MEU JESUS!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meu terno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Cantarei o imenso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glória e louvor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das trevas me chamou,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cadeias me livrou,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morte me salvou meu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Jesus!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precioso é o nome de Jesus! Com Seu sangue me limpou;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Seu gozo me fartou;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graça me mandou,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triste condição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do ímpio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salvou da perdição; meu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pecado, o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ruína,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tristeza, galardão, meu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Jesus!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precioso é o nome de Jesus! Com Seu sangue me limpou;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Seu gozo me fartou;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graça me mandou,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mundo a vagar.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Solitário sem parar,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a doce paz gozar de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pranto a sofrer,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Hão passados, e prazer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começo a receber de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Jesus!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precioso é o nome de Jesus! Com Seu sangue me limpou;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Seu gozo me fartou;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graça me mandou,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sangue remidor,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Encontrei no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Sangue purificador, de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 louvores em 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bendita salvação!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Hinos dai por gratidão a Jesus!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Jesus!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precioso é o nome de Jesus! Com Seu sangue me limpou;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Seu gozo me fartou;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graça me mandou,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