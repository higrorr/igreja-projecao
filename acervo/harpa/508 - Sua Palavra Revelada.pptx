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508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Sua Palavra Revelada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Justa, explícita e mui pura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a lei do meu Senhor;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os tristes dá ventura,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Libertando-os do temor.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 Palavra revelada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caudal de gran poder.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Donde a alma atribulada,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 a seu sabor beber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 para o céu tão belo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está teu Redentor;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sempre cesse o duelo;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 a paz com teu Senhor.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Clama ao Salvador, e a alma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Lhe entrega, ó pecador!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paz dará e calma,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Dando fim à tua dor!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