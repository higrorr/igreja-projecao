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347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Vem a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vem agora,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assim como estás;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Deus, sem demora,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perdão obterás.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 e firma tua confiança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Sua morte por 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gozo alcança,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que faz assim.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não temendo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Pensa no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logo, mas crendo,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 chama 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anela redimir-te,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livrar-te do mal;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portas abrir-te,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prazer divinal.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