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MENSAGEM DA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RUDE CRUZ SE ERIGIU _x000D_DELA O DIA FUGIU_x000D_COMO EMBLEMA DE VERGONHA E DOR;_x000D_MAS CONTEMPLO ESTA CRUZ_x000D_PORQUE NELA JESUS_x000D_DEU A VIDA POR MIM, PECADOR.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AMO A MENSAGEM DA CRUZ_x000D_TÉ MORRER EU A VOU PROCLAMAR_x000D_LEVAREI EU TAMBÉM MINHA CRUZ_x000D_TÉ POR UMA COROA TROCAR.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GLÓRIA DOS CÉUS, _x000D_O CORDEIRO DE DEUS._x000D_AO CALVÁRIO HUMILHANTE BAIXOU_x000D_ESSA CRUZ TEM PRA MIM _x000D_ATRATIVOS SEM FIM,_x000D_PORQUE NELA JESUS ME SALVOU.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AMO A MENSAGEM DA CRUZ_x000D_TÉ MORRER EU A VOU PROCLAMAR_x000D_LEVAREI EU TAMBÉM MINHA CRUZ_x000D_TÉ POR UMA COROA TROCAR.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CRUZ PADECEU _x000D_E POR MIM JÁ MORREU_x000D_MEU JESUS PARA DAR-ME O PERDÃO_x000D_E EU ME ALEGRO NA CRUZ_x000D_DELA VEM GRAÇA E LUZ_x000D_PARA MINHA SANTIFICAÇÃO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AMO A MENSAGEM DA CRUZ_x000D_TÉ MORRER EU A VOU PROCLAMAR_x000D_LEVAREI EU TAMBÉM MINHA CRUZ_x000D_TÉ POR UMA COROA TROCAR.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AQUI COM JESUS _x000D_A VERGONHA DA CRUZ_x000D_QUERO SEMPRE LEVAR E SOFRER_x000D_CRISTO VEM ME BUSCAR,_x000D_E COM ELE, NO LAR,_x000D_UMA PARTE DA GLÓRIA HEI DE 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AMO A MENSAGEM DA CRUZ_x000D_TÉ MORRER EU A VOU PROCLAMAR_x000D_LEVAREI EU TAMBÉM MINHA CRUZ_x000D_TÉ POR UMA COROA TROCAR.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