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 VALOR EM VALOR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que uma vez me foi dada,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seguir o Cordeiro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graça de Deus enviada,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Andarei, com valor, para os céus.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andar de valor em valor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seguir a Jesus, meu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um dia receba no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coroa, que me dará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Deus, quero vestir a armadura,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lutar com coragem e valor.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aqui a peleja é dura,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as hostes do vil tentador.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andar de valor em valor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seguir a Jesus, meu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um dia receba no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coroa, que me dará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eu farei mil proezas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combate da fé e do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tenho vigor e destreza,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lutar e pra ser vencedor!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andar de valor em valor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seguir a Jesus, meu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um dia receba no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coroa, que me dará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direi, ao findar esta liça: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Combati o combate de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coroa terei de justiça.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céu me dará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andar de valor em valor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seguir a Jesus, meu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um dia receba no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coroa, que me dará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