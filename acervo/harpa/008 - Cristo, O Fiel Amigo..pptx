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O Fiel Amigo.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Jesus é fiel amigo,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fraquezas está comigo,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amigo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nobre e digno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não há. Não, não há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mais humilde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benigno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não há. Não, não há.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pecador, perdoar anela,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pelos Seus santos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vela,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Ele só, Ele só.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em Seu filho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há comprazido,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só, Nele só.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sua glória me há repartido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Dele só, Dele só.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nós temos um firme guia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só, Nele só.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noite enche de alegria.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de cada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nunca me deixa só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 seguro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só, Ele só.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