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193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 Alma Abatida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193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tu minha alma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Deus suplicas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recebes, confiando fica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Suas promessas,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são mui ricas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infalíveis pra te valer.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193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que te abates,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Ó, minha alma?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 comoves,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Perdendo a calma?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tenhas medo,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Deus espera,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bem cedo, Jesus virá!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193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intercede, por ti minha alma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Espera Nele com fé e calma;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de todos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Teus males salva,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E te abençoa dos altos céus.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193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que te abates,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Oh, minha alma?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te comoves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Perdendo a calma?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tenhas medo,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Deus espera,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bem cedo, Jesus virá!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193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Terás em breve,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dores findas,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dia alegre da Sua vinda;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Cristo tarda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Espera ainda,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um pouquinho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verás.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193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que te abates,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Oh, minha alma?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te comoves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Perdendo a calma?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tenhas medo,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Deus espera,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bem cedo, Jesus virá!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