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120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Noite de paz, noite de amor; Tudo dorme, em derredor! Entre os astros que espargem a luz Bela, indicando o menino Jesus, Brilha a estrela da paz, Brilha a estrela da paz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Noite de paz, noite de amor;                          Ouve o fiel pastor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Coros celestes que cantam a paz,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nesta noite sublime nos traz,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nosso bom redentor,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nosso bom redentor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Noite de paz, noite de amor;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Que belo resplendor,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Paira no rosto do meigo Jesus!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no presépio do mundo, a luz!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Astro de eterno fulgor,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Astro de eterno fulgor.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