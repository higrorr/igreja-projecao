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IRMÃOS AMADOS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 amados - E resgatados, Segui avante - E triunfantes, Combateremos - E venceremos, No nome santo de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nome santo - alegre canto: Eu fui lavado - Santificado;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 perdido - Mas sou remido. No nome santo de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 amados - Santificados,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Vivei unidos - Pois sois remidos,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mais temendo - O bem fazendo,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nome santo de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nome santo - alegre canto: Eu fui lavado - Santificado;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 perdido - Mas sou remido. No nome santo de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 amados - Purificados,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Sede valentes - E mui prudentes, Estais lavados - E libertados,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nome santo de Jesus!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nome santo - alegre canto: Eu fui lavado - Santificado;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Vivi perdido - Mas sou remido. No nome santo de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