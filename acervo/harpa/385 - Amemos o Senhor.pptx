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Amemos 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divinal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nossa culpa expiou,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que derramou.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Já nos 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pecado enganador,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nos lavou.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ensinador;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a fonte do saber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todo que nEle crer.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Já nos 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pecado enganador,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nos lavou.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bom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consumador daquela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desce do Deus, que “É”.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Já nos 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pecado enganador,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nos lavou.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o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nosso Pai Celestial,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paz nos dá eternal.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amemos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Já nos 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pecado enganador,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nos lavou.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