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É Meu 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agora, é meu o céu,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rasgou o sagrado véu;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condenação não mais temerei,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Redentor sempre louvarei.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eu descansarei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nosso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 céu te espera com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eu solitário andei,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 de Sodoma o céu avistei,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olhei pra cima, p’ra meu Jesus, Que por mim morreu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sangrenta cruz.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eu descansarei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nosso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 céu te espera com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um soldado pra combater.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Deus irei todo o mal vencer;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bandeira é 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vertido foi lá na cruz.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eu descansarei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nosso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 céu te espera com amor.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dia eu venha a perecer, Sim, meu coração cesse de bater, Subirei ao céu, sem nenhum temor, Descansado nos braços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eu descansarei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nosso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 céu te espera com amor.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 o trono alegre eu estarei,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Deus irei todo o mal vencer;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ver as palmas da multIdão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aleluias à Deus, sempre cantarão.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eu descansarei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nosso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ó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 céu te espera com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