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Riqueza Divinal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dom real Deus despertou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seus fiéis - Dom de curar!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doença Deus sarou,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sara ainda e vai sarar;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Jesus,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falhou, nem vai falhar!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riqueza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gozo já por fé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visão triunfal,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gozarei com meu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cego? Crê, que tu verás, És mudo? Crê, que vais falar; És surdo?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que ouvirás, És coxo?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Crê, que vais andar;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Fé em Deus, fé em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Crê que Jesus te vai curar!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riqueza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gozo já por fé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visão triunfal,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gozarei com meu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sofreis? Dos rins, pulmões?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febre, gripe, ou coração?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tosse, nervos, ou lesões?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pele, dentes, defluxão?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Sarareis, sarareis,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poder da oração!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riqueza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gozo já por fé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visão triunfal,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gozarei com meu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Deixai as capas e vereis,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maravilhas do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Tirai a pedra e gozareis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grandes bênçãos do amor!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Fé em Deus, Fé em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rendemos o louvor!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riqueza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gozo já por fé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visão triunfal,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gozarei com meu Jesus!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doença a nós vem ter,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devemos confiar,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Cristo tem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num momento nos curar;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Deus, glória a Deus.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poderoso pra sarar.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riqueza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gozo já por fé 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visão triunfal,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gozarei com meu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