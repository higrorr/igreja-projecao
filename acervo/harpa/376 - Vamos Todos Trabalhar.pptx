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376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Vamos Todos Trabalhar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 todos trabalhar para o Senhor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guia Ele é, para o campo nos conduz,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Prontos nós devemos 'star,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não vai tardar.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Subiremos para o céu, onde vamos habitar.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Reunidos em amor, com Jesus, o Salvador, Vamos sempre nos lembrar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palavras do Senhor: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“Orfãos não vos deixarei, mas ao Pai,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rogarei, Dar-vos o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do céu enviarei”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discípulos ordenou, logo após ressuscitar: O Evangelho de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 a todos, sim, pregar,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crê se salvará, e sinais receberá,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Espírito de Deus, novas línguas falará”.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selo de amor foi mandado por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cenác’lo todo encheu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poder do céu, de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Compungidos, os judeus,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Creram no Rei divinal;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Aceitaram a Jesus pelo poder do sinal.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