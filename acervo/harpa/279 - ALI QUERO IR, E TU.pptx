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279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ALI QUERO IR, E TU?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me falou dum formoso lugar;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quero ir, e tu?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Aonde os salvos irão desfrutar;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quero ir; e tu?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Jesus as mansões nos foi preparar;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quero ir; e tu?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Aonde a morte não pode chegar;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quero ir; e tu?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céu quero Ir Ao céu quero Ir,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céu quero ir; e tu?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céu quero ir; Não queres tu ir? No céu quero ver Jesus!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portas são jóias, o mar de cristal;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quero ir; e tu?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Cristo a luz do país celestial;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quero ir; e tu?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lá vão entrar, jamais morrerão; Ali quero ir; e tu?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Aonde termina a tribulação.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quero ir; e tu?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céu quero Ir Ao céu quero Ir,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céu quero ir; e tu?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céu quero ir; Não queres tu ir? No céu quero ver Jesus!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quando navegue a nau de Sião,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quero ir; e tu?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dar-se à vela, pra essa mansão,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quero ir; e tu?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vão coroar a Cristo, também, Ali quero ir; e tu?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quando os coros disserem: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"Amém". Ali quero ir; e tu?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céu quero Ir Ao céu quero Ir,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céu quero ir; e tu?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céu quero ir; Não queres tu ir? No céu quero ver Jesus!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