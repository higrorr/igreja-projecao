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542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História de Cristo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Conta-me a história de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Grava-a no meu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linda história inaudita,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graça, paz e perdão!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 como Ele, encarnando,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Veio no mundo morar,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pecadores, indignos,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Deus o amor revelar!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 como Ele, bondoso,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a ninguém rejeitou,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Como, de mãos estendidas,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a si convidou!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não pode o bom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Mestre, Seja a quem for, recusar,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Se, convencido e contrito,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convite aceitar.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Conta-me quando no monte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cidade chorou,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orgulhosa e rebelde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amor rejeitou!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 como Ele ainda chora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os que seguem o mal;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endurecidos, resistem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seu amor divinal.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 também como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Mesmo na cruz, se lembrou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seus cruéis inimigos,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Pai por eles rogou!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ao ladrão moribundo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prontamente escutou,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nesse dia, consigo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descanso o levou!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Conta-me as duras afrontas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mansamente sofreu: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Como, na cruz levantado,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por ímpios morreu!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Dá-me o viver na certeza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que foi mesmo por mim!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seu amor inefável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 mudança nem fim!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