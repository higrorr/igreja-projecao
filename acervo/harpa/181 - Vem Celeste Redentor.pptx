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181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Vem Celeste Redentor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Senhor, do bem a fonte,_x000D_Vem, Celeste Redentor,_x000D_Ajudar-me a entoar-te_x000D_Dignos hinos de louvor;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Jesus, por mim morreste,_x000D_Quero só pra Ti viver;_x000D_Quero em todos os momentos _x000D_Tua benção receber.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pobre desgarrado_x000D_Quando Cristo me buscou;_x000D_Para me salvar do inferno _x000D_O seu sangue derramou;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sua morte tão penosa,_x000D_Paz, perdão e vida achei,_x000D_E com Ele eternamente_x000D_Sua glória fluirei.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tua graça, ó meu amado,_x000D_Sou contínuo devedor;_x000D_Mais e mais a Ti me atrai_x000D_Pelo teu divino amor;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ingrato, e bem conheço,_x000D_Peço, meu Senhor, perdão;_x000D_Tira-me do vil pecado,_x000D_Rege Tu meu coração.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