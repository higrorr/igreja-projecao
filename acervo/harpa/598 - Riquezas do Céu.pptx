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Riquezas do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buscai, não as riquezas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de incertezas!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 Céu não têm tristezas: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buscai-as, sim, buscai!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buscai. não as loucuras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trazem amarguras.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eternais venturas: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buscai-as, sim. buscai!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 Jesus primeiro,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real, fiel Cordeiro!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há gozo verdadeiro: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buscai-o, sim, buscai!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buscai Jesus bendito,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é infinito, Inefável, inaudito: Oh! buscai-o, sim, buscai!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 a santidade,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pureza, a caridade!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temor, com humildade,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buscai-as! sim, buscai!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 imitadores,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 bons trabalhadores!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buscai os pecadores: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buscai-os, sim, buscai!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amor, a convidá-los.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agora procurá-los,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manda chamá-los: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buscai-os, sim, buscai!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