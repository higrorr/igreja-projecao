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PENDÃO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pendão real vos entregou o 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vós, soldados Seus;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Corajosos, pois, em tudo o defendei,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Marchando para 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valor! Sem temor!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prontos a sofrer!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alto erguei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pendão,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formados já os negros Batalhões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grande usurpador!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Declarai-vos, hoje, bravos campeões: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Avante sem temor.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valor! Sem temor!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prontos a sofrer!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alto erguei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pendão,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receio sente no seu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fraco se mostrar.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receberá o eterno galardão,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Cristo tem p`ra 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valor! Sem temor!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prontos a sofrer!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alto erguei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pendão,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 sempre, até morrer!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sejamos, todos, a Jesus leais,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Seu real pendão;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na batalha sempre são fiéis,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reinarão.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valor! Sem temor!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prontos a sofrer!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alto erguei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pendão,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 sempre, até morrer!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