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NA ROCHA ETERNA FIRMADO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Salvador meigo é Cristo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minh'alma salvou;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meus pecados tomou sobre Si,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quando me resgatou.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rocha eterna firmado estou 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tenho a salvação;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esconde Jesus Cristo no manto Seu,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Velando-me com Sua mão.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Velando-me com Sua mão.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bênçãos do céu desfrutando eu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o Filho de Deus;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eu vivo e ando na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Prossigo na senda do céu.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cargas que eu tive Jesus as tomou,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liberto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me basta que Cristo me deu,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para o céu presto eu vou.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Findando a lida então O verei,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anjos e santos no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hinos de glória eu entoarei,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Aquele que por mim morreu.	J.A.S.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