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Larga o Mundo!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um convite te queremos dar. Um convite divino e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queres à casa paternal voltar, Onde Cristo te espera cheio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Larga o mundo já, vem após Jesus; O qual pode agora mesmo te salvar! Tudo pronto está, que divina luz! Cristo hoje te convida para vir cear!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Cristo sofreu pregado lá na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Preparou pra teu ser um divinal manjar;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te chama para Sua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tua alma faminta Ele quer fartar!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Larga o mundo já, vem após Jesus; O qual pode agora mesmo te salvar! Tudo pronto está, que divina luz! Cristo hoje te convida para vir cear!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aceita o convite que Jesus te 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franqueia a entrada na mansão de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gozo divino que te satisfaz,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aceita o convite do Senhor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Larga o mundo já, vem após Jesus; O qual pode agora mesmo te salvar! Tudo pronto está, que divina luz! Cristo hoje te convida para vir cear!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 que o convite santo recusar,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tiver por profano o sangue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banquete celeste não vai desfrutar, Quem despreza o convite feito lá na cruz!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Larga o mundo já, vem após Jesus; O qual pode agora mesmo te salvar! Tudo pronto está, que divina luz! Cristo hoje te convida para vir cear!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