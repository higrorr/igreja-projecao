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506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Bíblia Sagrada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Bíblia Sagrada, de Deus mandada; Celeste tocha, de vera luz, Torna minh'alma cheia de calma, Pois nela ouço a voz de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Bíblia gloriosa, jóia preciosa, É meu tesouro do coração. Que me enriquece, me fortalece; Mostra-me em Cristo a salvação!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Bíblia bendita, graça infinita, De Deus revela, o Seu poder! Dom verdadeiro ao mundo inteiro, Dela obtenho sumo saber!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