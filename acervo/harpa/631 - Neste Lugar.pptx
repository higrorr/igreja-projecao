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631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Neste Lugar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plantada neste dia,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semente singular,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pedra - que alegria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 o povo aqui cantar!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Ouvi, oh! Terra e toda gente,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louvor, a gratidão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 e ao Pai somente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Pelas almas que virão!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Tantas vidas tão vazias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repletas de aflição,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Neste templo, novos dias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Senhor desfrutarão!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Ouvi, oh! Terra e toda gente,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louvor, a gratidão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 e ao Pai somente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Pelas almas que virão!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Quantos jovens sem futuro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esta Casa hão de chegar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desfeito o negro muro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 e amor vão respirar!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Ouvi, oh! Terra e toda gente,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louvor, a gratidão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 e ao Pai somente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Pelas almas que virão!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Mães e esposas suspirosas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clamar, aqui virão;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Logo após. vitoriosas,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e glória ao Rei darão!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Ouvi, oh! Terra e toda gente,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louvor, a gratidão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 e ao Pai somente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Pelas almas que virão!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Muitos seres quebrantados,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Nesta Casa de Oração,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Espírito visitados,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“Aleluia!” exclamarão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Ouvi, oh! Terra e toda gente,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louvor, a gratidão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 e ao Pai somente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Pelas almas que virão!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