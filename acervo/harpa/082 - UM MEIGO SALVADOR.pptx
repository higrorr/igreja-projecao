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82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UM MEIGO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Salvador meigo eu tenho,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antes não conheci;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alegre, eu venho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Contando a todos que O vi.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Todos, todos verão,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Todos, todos verão;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glorioso e bondoso,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todos, todos verão.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todos, é o mais formoso, Imagem da glória de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Tornou-me alegre e ditoso,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herdeiro da glória dos céus.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Todos, todos verão,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Todos, todos verão;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glorioso e bondoso,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todos, todos verão.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os ímpios me armarem cilada, Na senda que hei de trilhar,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dará boa espada,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laços eu hei de cortar.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Todos, todos verão,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Todos, todos verão;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glorioso e bondoso,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todos, todos verão.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vida e o amor Tu me deste,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 amaste a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Tornou, sim, a glória celeste,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Minha sorte bendita, enfim.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                                                 S.N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Todos, todos verão,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Todos, todos verão;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glorioso e bondoso,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todos, todos verão.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