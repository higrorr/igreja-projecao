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128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ENTREGA TEU CORAÇÃO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alma triste, perdida,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vagas sem teireção!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de Deus 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Entrega teu coração!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Dá, hoje, a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coração,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nEle acharás a paz, o perdão, Entrega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Dá, hoje, a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coração,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nEle acharás a paz, o perdão, Entrega teu coração.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não quer teu dinheiro;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graça te dá salvação!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gozo mui verdadeiro: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Entrega teu coração!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Dá, hoje, a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coração,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nEle acharás a paz, o perdão, Entrega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Dá, hoje, a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coração,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nEle acharás a paz, o perdão, Entrega teu coração.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 ressuscitado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o vero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queres ser libertado,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Entrega teu coração.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Dá, hoje, a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coração,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nEle acharás a paz, o perdão, Entrega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Dá, hoje, a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coração,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nEle acharás a paz, o perdão, Entrega teu coração.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é o tempo aceitável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dia em que há salvação.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Cristo, meigo, adorável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Entrega teu coração.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J.T.L.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Dá, hoje, a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coração,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nEle acharás a paz, o perdão, Entrega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Dá, hoje, a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coração,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nEle acharás a paz, o perdão, Entrega teu coração.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