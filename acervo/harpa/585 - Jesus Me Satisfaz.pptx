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585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Jesus Me Satisfaz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585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satisfaz.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gozo sua paz;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Ele vou,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Contente estou: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me satisfaz.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