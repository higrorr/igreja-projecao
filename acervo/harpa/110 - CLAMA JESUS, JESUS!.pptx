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CLAMA: JESUS, JESUS!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clama na tribulação: Jesus,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o teu coração: 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certo, te socorrerá: 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e paz te dará: Jesus,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queres um bom Salvador? 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ama o vil pecador? 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tem poder p’ra salvar? Jesus,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céu te levar? Jesus,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que te pode curar: Jesus, Jesus. E da corrupção te guardar: Jesus. Jesus Só um nome dá salvação: Jesus, Jesus. O gozo, a paz, o perdão: Jesus,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Aceita, no teu coração: Jesus, Jesus; Assim, tu terás salvação, Jesus, Jesus; Abraça, com terno amor: Jesus, Jesus; Que chora por ti, pecador, Jesus,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