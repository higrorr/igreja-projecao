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SANTO ÉS TU,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Santo! Santo! Grande eterno Deus, Com alegria nós Te louvamos.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 dos reis e Criador dos céus. Humilhados Te adoramos;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em Ti miramos,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foi rasgado, na cruz, o véu.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para sempre és Tu,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Nas batalhas és vencedor!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Adorai-O terra, céu e mar;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Igreja, seus mensageiros, Reunidos, vinde suplicar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Dons celestes, pois sois herdeiros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Deus, e com Jesus coherdeiros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glória que jamais vai findar.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para sempre és Tu,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Nas batalhas és vencedor!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 doa séc'los, grande eterno Deus! Tu és veraz e incompreensível,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Criador da terra e 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o Ancião invisível,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Habitas na luz inacessível,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morarão os remidos Teus.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para sempre és Tu,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Nas batalhas és vencedor!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