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188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GOZO DO CÉU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sei, muitos não podem compreender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feliz é o meu viver;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Entrar na Canaã de santo prazer,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gozo do céu para mim.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gozo do céu para mim;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gozo do céu para mim;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Entrar na Canaã de santo prazer,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gozo do céu para mim.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lindos acordes celestes ouvir,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Evangelho que recebi;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Confiar em Jesus e segui-Lo aqui,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gozo do céu para mim.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gozo do céu para mim;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gozo do céu para mim;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Confiar em Jesus e segui-Lo aqui,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gozo do céu para mim.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Possuir o meu ser transformado em luz Ter o ‘spírito de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Negar a mim mesmo e tomar minha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gozo do céu para mim.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gozo do céu para mim;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gozo do céu para mim;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Negar a mim mesmo e tomar minha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gozo do céu para mim.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vida eterna, em Cristo, gozar,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é “lá de cima” buscar,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Deixar meu Jesus em minha alma reinar,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gozo do céu para mim.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gozo do céu para mim;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gozo do céu para mim;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Deixar meu Jesus em minh'alma reinar,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gozo do céu para mim.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