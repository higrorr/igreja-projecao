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Porque Ele Vive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enviou seu Filho amado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perdoar, pra me salvar.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morreu por meu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ressurgiu e vivo com o Pai está.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Ele vive,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crer no amanhã.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Ele vive, temor não há.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bem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minha vida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nas mãos da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vivo está.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quando, enfim, chegar a hora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a morte enfrentarei,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medo, então, terei vitória: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Irei à Glória, ao meu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que vivo esta.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Ele vive,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crer no amanhã.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Ele vive, temor não há.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bem sei, eu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minha vida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nas mãos da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vivo está.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