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UM CAMINHO SANTO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caminho santo, ao céu de plena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vezes espinhoso, à glória nos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caminho certo pra todo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paz inabalável pra quem está na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preço incomparável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Comprou-me a mim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do Pai amado minh'alma satisfaz,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minha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minha paz.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poder que sara o triste coração, Que dá alívio à alma, paz e consolação,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 minha veste,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nívea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de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de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fim glorioso, além do escuro véu;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fim do espinhoso caminho está 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for tirado o véu da escuridão, Verei Jesus,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Verei Jesus, então.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