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220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IDE SEGAR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campos a segar,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o trigo a lourejar,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ceifar, ide segar;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dia trabalhai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só de Jesus falai;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ceifar, ide pregar!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segar, ide ceifar!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trabalhai, e proclamai!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amor do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 impele ao Seu labor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demorar, ide segar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vale, monte ou 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vos quer mandar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proclamar, anunciar;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perdidos procurar,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os quer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falar, e proclamar!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segar, ide ceifar!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trabalhai, e proclamai!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amor do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 impele ao Seu labor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demorar, ide segar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Falaremos com fervor.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poder do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pecador, ao sof redor;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Pronto chegará o 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Soará do céu o clarim,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Tereis, então, o galardão.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segar, ide ceifar!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trabalhai, e proclamai!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amor do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 impele ao Seu labor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demorar, ide segar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