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541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Calvário, Revelação de Amor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Calvário contemplamos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meigo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revelação de amor!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mistério há tanto oculto,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em Cristo revelou!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revelação de amor!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Calvário! Calvário!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grande 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Calvário! Calvário!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revelação de amor!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amou a este mundo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Filho ofereceu.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revelação de amor!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Senhor, na cruz morrendo,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nós se compadeceu!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revelação de amor!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Calvário! Calvário!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grande 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Calvário! Calvário!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revelação de amor!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Deus, o Pai, olhou o Calvário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Filho abandonou!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revelação de amor!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sofrendo este abandono,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deu-nos seu perdão!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revelação de amor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Calvário! Calvário!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grande 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Calvário! Calvário!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revelação de amor!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