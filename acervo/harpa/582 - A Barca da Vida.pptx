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582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Barca da Vida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tenho de andar neste mundo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barca vogando no 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sei o segredo profundo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nele jamais naufragar: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o Piloto para me guiar,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vida a barca, até no Céu chegar.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luz que ao Céu me dirige,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Santa Palavra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Desvios e faltas corrige,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Mostrando o caminho dos céus.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o Piloto para me guiar,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vida a barca, até no Céu chegar.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mar tormentoso da vida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Rugindo, me busca perder,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sempre por Cristo mantida, Minh’alma bonança há de 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o Piloto para me guiar,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vida a barca, até no Céu chegar.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eu não temo perigo: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vou naufragar neste mar.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Cristo Jesus vai comigo,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céu, sim, eu hei de entrar.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 o Piloto para me guiar,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vida a barca, até no Céu chegar.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