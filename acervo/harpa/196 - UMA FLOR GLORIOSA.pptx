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UMA FLOR GLORIOSA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achei uma flor gloriosa,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deseja a mesma terá;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rosa de Saron preciosa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mil mais beleza terá;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vale de sombra e morte,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alturas de glória e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rosa será a minha sorte,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p’ra mim é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pra mim é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pra mim é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confesso na vida e na morte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tudo pra mim é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 muitos foi achada a rosa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provado o excelente odor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poder desta flor gloriosa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dá vida ao vil pecador.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zeloso pela lei foi Saulo,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Perseguia o povo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transformado foi em um Paulo. Pois achou ele a rosa dos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pra mim é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pra mim é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confesso na vida e na morte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tudo pra mim é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buscar a Jesus precioso,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depressa, a noite já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perdes o amor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triste pra ti o além;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flor hoje é ofertada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humildemente a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logo da terra tirada,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brilhar em outro lugar.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pra mim é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pra mim é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confesso na vida e na morte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tudo pra mim é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