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418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SOU UM SOLDADO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soldado de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servo do Senhor;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temerei levar 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Sofrendo grande 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da batalha me coroará,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me coroará;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me coroará;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da batalha me coroará,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celestial mansão;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verei o meu 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terei meu galardão,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da batalha me coroará,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cidade de Sião!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Lutaram outros sem temor,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forte hei de ser;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Pelejarei por meu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Confiando em Seu poder.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da batalha me coroará,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me coroará;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me coroará;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da batalha me coroará,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celestial mansão;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verei o meu 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terei meu galardão,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da batalha me coroará,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cidade de Sião!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for fiel ao meu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voltar p'ra trás,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Alcançarei no céu de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Lugar de santa paz.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da batalha me coroará,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me coroará;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me coroará;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da batalha me coroará,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celestial mansão;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verei o meu 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terei meu galardão,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da batalha me coroará,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cidade de Sião!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