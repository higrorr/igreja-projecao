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 Cristo Comigo Vai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pelos vales, 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Peregrino vou andar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na luz Gloriosa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habitar,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com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onde Ele for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 na graça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Salvador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comigo vai, eu irei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temerei, com gozo irei;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vai;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grato servir a Jesus, levar 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comigo vai, eu irei.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lá para o deserto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quer mandar;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Levando boas novas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salvação sem par;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lidarei, então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paz no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seguindo,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mais dilação.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comigo vai, eu irei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temerei, com gozo irei;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vai;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grato servir a Jesus, levar 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comigo vai, eu irei.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a minha sorte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dura cruz levar,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e Seu poder,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sempre aqui contar.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Contente com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Levando a minha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falo de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a minha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comigo vai, eu irei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temerei, com gozo irei;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vai;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grato servir a Jesus, levar 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comigo vai, eu irei.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Salvador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 obedecer,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na Sua palavra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Encontro o meu saber;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Fiel a Deus serei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vencerei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vai comigo,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mais temerei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comigo vai, eu irei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temerei, com gozo irei;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vai;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grato servir a Jesus, levar 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comigo vai, eu irei.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