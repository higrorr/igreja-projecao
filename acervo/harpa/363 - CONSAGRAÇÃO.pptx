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CONSAGRAÇÃO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vida dou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pois lá na cruz, por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Verteste sangue carmezim;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 e Salvador!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vida dou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foste à cruz sofrer por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vida dou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meu Salvador!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salvaste, isto sei;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fé em Ti porei;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Feliz, agora viverei!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Contigo,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vida dou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foste à cruz sofrer por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vida dou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meu Salvador!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morreste sobre 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Concede-me, Senhor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ande na Tua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santificação. 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vida dou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foste à cruz sofrer por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vida dou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meu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