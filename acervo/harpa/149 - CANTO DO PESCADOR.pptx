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CANTO DO PESCADOR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barco a remar,_x000D_Sobre as ondas, pelo mar,_x000D_Mesmo  bonança ou no furacão_x000D_Não desejo mais parar; _x000D_Com a rede vou pescar,_x000D_Muitos peixes para o reino de Sião.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pescar os pecadores para Cristo_x000D_Neste mundo cheio de horror,_x000D_Não mais desanimarei;_x000D_Minha rede lançarei;_x000D_Muitos peixes apanhando pra 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barco não é bom, _x000D_De pescar não tenho o dom,_x000D_E me dizem que não devo continuar Mas Jesus me quis mandar,_x000D_E por isso vou pescar,_x000D_Até que Ele se apraze a me chamar.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pescar os pecadores para Cristo_x000D_Neste mundo cheio de horror,_x000D_Não mais desanimarei;_x000D_Minha rede lançarei;_x000D_Muitos peixes apanhando pra 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um modo o Senhor, _x000D_Que é próprio do amor,_x000D_Ele usa dos remidos o menor,_x000D_Todo mundo me deixou,_x000D_E de mim se envergonhou,_x000D_Mas alegre vou pescar pois é melhor.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pescar os pecadores para Cristo_x000D_Neste mundo cheio de horror,_x000D_Não mais desanimarei;_x000D_Minha rede lançarei;_x000D_Muitos peixes apanhando pra 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há coisas de valor,_x000D_É a rede de amor,_x000D_Cujo fio é a obra de Jesus_x000D_Que puxada sempre trás,_x000D_Os perdidos e sem paz_x000D_Para receberem do Senhor, 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pescar os pecadores para Cristo_x000D_Neste mundo cheio de horror,_x000D_Não mais desanimarei;_x000D_Minha rede lançarei;_x000D_Muitos peixes apanhando pra 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há um temporal,_x000D_E a pesca corre mal,_x000D_Novamente no meu barco vou pescar! Pode ser que desta vez,_x000D_Eu não tenha mais revés,_x000D_Pois Jesus eu levo para m’ensinar.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pescar os pecadores para Cristo_x000D_Neste mundo cheio de horror,_x000D_Não mais desanimarei;_x000D_Minha rede lançarei;_x000D_Muitos peixes apanhando pra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Acabando de pescar,_x000D_E deitado a pensar,_x000D_Tenho gozo que gastei;_x000D_Pois terei um galardão_x000D_Pela pesca em Sião,_x000D_Pelas almas que no mundo eu ganhei.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pescar os pecadores para Cristo_x000D_Neste mundo cheio de horror,_x000D_Não mais desanimarei;_x000D_Minha rede lançarei;_x000D_Muitos peixes apanhando pra o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