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Sossegai!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Mestre! O mar se revolta: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ondas nos dão pavor: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céu se reveste de trevas: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temos um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te dá que morramos?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assim dormir.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cada momento nos vemos,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prestes a submergir?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“As ondas atendem ao meu mandar: Sossegai! Seja o encapelado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ira dos homens, o gênio do mal: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Tais águas não podem a nau tragar,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leva o Senhor, Rei do Céu e mar, Pois todos ouvem o meu mandar: Sossegai! sossegai!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Convosco estou para vos salvar: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sossegai!”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na minha tristeza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quase a sucumbir: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dor que perturba minha alma,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Peço-te, vem banir!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ondas do mal que me encobrem,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fará sair?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Pereço, sem ti, oh! meu Mestre!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logo, vem me acudir!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“As ondas atendem ao meu mandar: Sossegai! Seja o encapelado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ira dos homens, o gênio do mal: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Tais águas não podem a nau tragar,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leva o Senhor, Rei do Céu e mar, Pois todos ouvem o meu mandar: Sossegai! sossegai!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Convosco estou para vos salvar: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sossegai!”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chegou a bonança,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paz eis o céu e o mar!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goza calma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poderá findar.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 comigo, oh! meu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Mestre, Dono da Terra e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chegarei bem seguro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porto, destino meu.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“As ondas atendem ao meu mandar: Sossegai! Seja o encapelado 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ira dos homens, o gênio do mal: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Tais águas não podem a nau tragar,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leva o Senhor, Rei do Céu e mar, Pois todos ouvem o meu mandar: Sossegai! sossegai!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Convosco estou para vos salvar: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sossegai!”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