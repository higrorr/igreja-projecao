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CANTA, Ó CRENTE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com vida, ó crente!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Doce será cantar!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 só para a frente,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o teu pesar;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nas noites tristes,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no sol, na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assim resistes: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p'ra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com vida, ó crente,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 o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 ao Deus clemente,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feliz canção!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está o mundo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turbação e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o amor profundo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com vida, ó crente!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teu socorro é;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 a mão potente,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tiveres fé.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sim, te levanta,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medroso estás,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confiando cantas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veraz.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