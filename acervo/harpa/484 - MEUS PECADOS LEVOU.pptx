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MEUS PECADOS LEVOU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um que morreu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meus crimes na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indigno e vil como sou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feliz pois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Verteu meu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este, meus crimes lavou.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pecados levou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onde morreu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sublime e meigo Jesus: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desprezos sofreu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minh’alma salvou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mudou minhas trevas em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terno e amável,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outro igual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converte o infiel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essa paciência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amor divinal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livre da condenação.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pecados levou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onde morreu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sublime e meigo Jesus: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desprezos sofreu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minh’alma salvou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mudou minhas trevas em luz.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anelo constante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em Cristo viver,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caminho,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exemplo marcou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 p’ra dar-me a vida,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quis morrer;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 meus pecados levou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pecados levou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onde morreu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sublime e meigo Jesus: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desprezos sofreu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minh’alma salvou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mudou minhas trevas em luz.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