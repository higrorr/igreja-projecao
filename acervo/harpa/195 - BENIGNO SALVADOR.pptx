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195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BENIGNO SALVADOR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195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Benigno Salvador!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Tua aprovação,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Consagra em doce amor esta feliz união,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sobre os noivos faz descer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graça que lhes é mister.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195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Fá-los em paz andar unidos no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vida aqui passar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terno e santo amor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Ligados no amor de Deus;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Caminhem juntos para os céus.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195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digna-Te reger sua casa como Rei; Seus corações manter dóceis, à Tua lei;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Livra-os de toda a tentação,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Consola-os na tribulação.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195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o Salvador cumprir a nossa petição, Podemos descobrir nesta bendita união A sombra do celeste amor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Dos salvos e seu Salvador.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