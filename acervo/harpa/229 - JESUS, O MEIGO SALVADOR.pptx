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O MEIGO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á meigo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céu, à terra és vindo,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Teus braços com dulçor,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vai-me conduzindo;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eu vou seguindo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luz perfeita,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sempre me deleita;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Palavra, oh, Senhor!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grande gozo foi pra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quando me encontraste!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coração, abriu enfim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porta e logo entraste;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Tu me levaste,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Tua luz perfeita,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sempre me deleita;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Palavra, que amor, sim!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livraste,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miserável sorte,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guardarás por Teu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Fiel até à morte;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Desejo que me exortes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Tua luz perfeita,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sempre me deleita;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Palavra, meu Senhor!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Salvador, e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pés na rocha fundas;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Tua mão, a mim conduz,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águas mui profundas,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trono oriundas,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luz perfeita,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sempre me deleita;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Palavra, ó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seja louvado.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