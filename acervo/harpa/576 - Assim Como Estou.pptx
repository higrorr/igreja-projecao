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576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Assim Como Estou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576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como estou: sem nada dizer, Senão que por mim vieste a morrer.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 convidaste a ti recorrer: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Bendito Jesus, me chego a ti!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576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como estou: sem mais demorar, Minha alma do mal querendo limpar,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ti, que de tudo me podes lavar: Bendito Jesus, me chego a ti!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576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como estou: em grande aflição. Tão digno de morte e da perdição, Rogando-te vida, com paz e perdão: Bendito Jesus, me chego a ti!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576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como estou: o teu grande amor Me vence: e crendo em ti, sem temor, Eu quero servir-te, divino Senhor!  Bendito Jesus, me chego a ti!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