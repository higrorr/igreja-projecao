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556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Lê a Bíblia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desejas conhecer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mensagem do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alma enriquecer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 e no Amor,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Lê a Bíblia! Teu fervor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Nela vem alimentar!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redimida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vai exultar.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Lê a Bíblia! Teu fervor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Nela vem alimentar!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vida redimida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Senhor vai exultar.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almejas alcançar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promessas de Jesus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pretendes caminhar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 a proteção da Cruz,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556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em verdade queres 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Habitar com 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Junto dele usufruir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Do mais rico e pleno amor.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