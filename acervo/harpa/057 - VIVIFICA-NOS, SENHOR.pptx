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VIVIFICA-NOS,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presente está conosco.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Pronto todos a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as almas sequiosas,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Sua bênção derramar.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manda as ricas chuvas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Tua bênção, Salvador! Imploramos! Esperamos!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Vivifica-nos,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 Ti, Senhor, erguemos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Nossos pobres corações;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grande e rica graça,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as nossas petições!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manda as ricas chuvas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Tua bênção, Salvador! Imploramos! Esperamos!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Vivifica-nos, Senhor!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a nossa fé mais viva,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ardente o nosso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Enche-nos de santo zelo,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coragem e fervor.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manda as ricas chuvas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Tua bênção, Salvador! Imploramos! Esperamos!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Vivifica-nos,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