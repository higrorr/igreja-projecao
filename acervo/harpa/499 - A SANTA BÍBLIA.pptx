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499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SANTA BÍBLIA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Santa Bíblia, para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 o meu tesouro, sim;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conténs a lei de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mostras lindos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dizes quem eu sou,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Donde vim, p'ra onde vou!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repreendes meu falar,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exortas sem cessar.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Alumias os meus pés,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guias, pela fé,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as fontes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bendito Salvador!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a voz dos altos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Espírito de Deus.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vigor p'ra alma dá,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em aflição está;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ensinas triunfar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Dentre os mortos, do pecar!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Tua santa letra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com Cristo reinarei;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 tão indigno sou,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Tua luz, ao céu eu vou;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Santa Bíblia para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 o meu tesouro, sim!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