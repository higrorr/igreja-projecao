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GUARDA O CONTACTO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neste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ser um vencedor?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nas lutas e na 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ser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qual bom lutador?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com teu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nuvem do mal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não te cobrirá;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senda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tu caminharás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Indo em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vivem muitos a penar,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Cujos corações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transbordam de pesar;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a mensagem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de amor sem par;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Deus o contacto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deves tu guardar!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nuvem do mal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não te cobrirá;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senda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tu caminharás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Indo em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tu, com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a comunhão obter?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glória em ti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sempre permanecer?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mundo possa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Cristo em ti ver!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co’o supremo 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nuvem do mal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não te cobrirá;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senda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tu caminharás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Indo em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que o Espírito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implante em teu ser,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divinal prazer;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neste mundo,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todo o mal vencer?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e terás poder!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nuvem do mal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não te cobrirá;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senda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tu caminharás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Indo em contacto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com teu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