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105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GLORIOSA ESPERANÇA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Possuis em ti. á pecador,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gloriosa esperança?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Cristo tua confiança,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 sustenta com vigor?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é Jesus, á Jesus, é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é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 concede segurança.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nada mais te satisfaz,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Aqui no mundo, ó perdido,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te sentes abatido,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há de ser a tua paz?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é Jesus, é Jesus, á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é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não me deixa desvalido.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o teu fim chegar,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cobrir o véu da morte,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há de ser a tua sorte?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Irás sofrer? Irás gozar?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é Jesus, é Jesus, é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é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 tornou, de fraco, forte.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Jesus, vem pecador,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dar o teu primeiro passo;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é a força do teu braço,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 fará um vencedor?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é Jesus, é Jesus, é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é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ela quebro todos os laços.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