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Juntos, no Céu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Iremos juntos viver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Felizes vamos ser.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Felizes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Iremos juntos viver no Céu: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 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