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MEU REI GLORIOSO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meu Rei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grato cantar-Lhe louvor;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Rei, mas me torna ditoso,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Enchendo-me do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Deixando  Seu trono de glória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veio livrar desta escória.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sou mui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sou mui feliz com Deus!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meu Rei mui amado,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lutas, na dor, sempre está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Paciente e humilde ao meu lado,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Ajuda e consolo me dá;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constante O sigo,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 meu Pastor e amigo.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sou mui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sou mui feliz com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que pudera eu dar-Te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tanto amor para mim?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bastante é servir-Te e amar-Te?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entregar-me a Ti?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Aceita, então, minha vida,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Ti só, se prostra rendida.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sou mui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sou mui feliz com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