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317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JESUS VEM TRIUNFANTE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brilha do oriente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0 relâmpago ao ocidente,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Deste mundo voltará do céu, Jesus;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Levará Sua Noiva em gozo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Seu lado mui ditoso,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 lar eterno de celeste luz.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breve, do céu, Jesus virá nos buscar;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gran poder, virá Jesus.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nós devemos todos preparados estar,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vestes brancas, e brilhando como a luz.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a porta está aberta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a alma que desperta,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Aceitando a Jesus, 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Seu sangue derramado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 vencido o vil pecado,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Carregando, no madeiro nossa dor!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breve, do céu, Jesus virá nos buscar;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gran poder, virá Jesus.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nós devemos todos preparados estar,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vestes brancas, e brilhando como a luz.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vem, vem triunfante,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Seus olhos chamejantes,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Sua face brilhará qual luz do soll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 felizes os que clamam,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vinda, pois O amam,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céu, os nomes escritos têm no rol.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breve, do céu, Jesus virá nos buscar;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gran poder, virá Jesus.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nós devemos todos preparados estar,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vestes brancas, e brilhando como a luz.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vem, qual sol raiando,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mundo iluminando,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Igreja subirá ao encontro Seu;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Sua mão traz luz brilhante,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estrela cintilante,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louvores se ouvirão nos altos céus! P.L.M.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breve, do céu, Jesus virá nos buscar;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gran poder, virá Jesus.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nós devemos todos preparados estar,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vestes brancas, e brilhando como a luz.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