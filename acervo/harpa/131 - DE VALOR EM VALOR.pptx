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 VALOR EM VALOR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meu Senhor eu desejo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receber Tua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valor em valor só por Ti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 traz junto a Ti, meu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desejo, ó Deus, em Jesus habitar;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minh'alma suspira por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valor em valor, e na fé aumentar, Para que vejam Cristo em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caminho, Senhor, faz-me mais conhecer,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leva à santa Sião;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 grande favor, e com muito prazer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Entrarei na eternal mansão.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desejo, ó Deus, em Jesus habitar;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minh'alma suspira por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valor em valor, e na fé aumentar, Para que vejam Cristo em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mão, ó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 me proteger,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males daqui me livrar;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manhã d'esplendor, eu também quero ser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fiéis, que vão ressuscitar.				           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desejo, ó Deus, em Jesus habitar;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minh'alma suspira por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valor em valor, e na fé aumentar, Para que vejam Cristo em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