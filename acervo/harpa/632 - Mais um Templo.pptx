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632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Mais um Templo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Hoje, inaugura-se aqui, santo Deus, Mais um padrão de teu amor: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novo templo, fanal para os céus, Causa de mais louvor!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Deus! glória a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Cantem os filhos teus!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Deus! glória a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nos altos céus!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Casa de cultos e fonte de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Onde, Senhor, dás salvação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Evangelho que trouxe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tanta compaixão!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Deus! glória a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Cantem os filhos teus!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Deus! glória a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nos altos céus!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Marco sublime da proclamação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teu amor - do teu querer: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pecadores aqui ouvirão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Qual é o seu dever.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Deus! glória a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Cantem os filhos teus!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Deus! glória a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nos altos céus!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Seja esta casa lugar de oração, Habitação tua, oh!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porta do Céu, lugar de perdão,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Vida de paz nos céus!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Deus! glória a Deus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Cantem os filhos teus!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a Deus! glória a Deus!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Glória nos altos céus!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