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319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AINDA HÁ LUGAR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Inda há lugar, p'ra ti, á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o convite do teu Salvador.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Entra, entra, `inda há p'ra ti lugar.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tua vida breve vai findar,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sombras crescem, onde vais morar?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Entra, entra, `inda há p'ra ti lugar.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lá no céu, Jesus nos preparou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Bodas festivas, e nos convidou,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Entra, entra, `inda há p'ra ti lugar.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multidão que salva Iá já está,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Vem, pois t'espera a ela te ajuntar.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Entra, entra, `inda há p'ra ti lugar.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Vês tu a porta aberta por Jesus?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te chama, vem p'ra Sua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Entra, entra, `inda há p'ra ti lugar.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Enche-se a sala, vem sem demorar;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Quem se descuida, perde o seu lugar;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Entra, entra, `inda há p'ra ti lugar.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319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se encontra gozo, paz sem 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te espera; a luta terá fim.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Entra, entra, `inda há p'ra ti lugar. Ja.S.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