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Teu Nome Precioso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Cristo, o Teu nome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tão doce para mim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Tua doçura incomparável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Enche-me de amor sem fim.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doçura incomparável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Enche-me de amor sem fim.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estrela resplendente,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rebrilha com fulgor,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dirige os meus passos,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de horror.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dirige os meus passos,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de horror.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são os eternos braços,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Protegendo o seguidor,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fique enlaçado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maligno tentador.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fique enlaçado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maligno tentador.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Salvador amado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alegre prosseguir,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Ele eterno gozo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terei lá no porvir.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Ele eterno gozo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terei lá no porvir.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Teu nome precioso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Continua a soar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mundo de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as almas despertar!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mundo de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as almas despertar!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