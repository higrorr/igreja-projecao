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Evangelho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Salvador, por seu grande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céu, veio aqui morrer,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Pra, salvo, levar quem nele confiar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ir sempre com Ele viver.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