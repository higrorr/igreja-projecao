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MEU ETERNO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Filho de Deus é descido do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obra perfeita na cruz consumou;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Sua carne, rasgada qual véu,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caminho para 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consagrou.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eterno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lá remido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poder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contente, pois Ele me amou.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Adão, o pecado no mundo entrou;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Ninguém dessa lei se podia libertar;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Filho do homem por nós triunfou,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podemos do mal ressuscitar.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eterno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lá remido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poder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contente, pois Ele me amou.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inferno, que paga aos maus,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medo da morte, esse dardo cruel,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abismo eterno te pode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 Cristo, o bom Emanuel.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eterno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lá remido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poder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contente, pois Ele me amou.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alegres buscamos a pátria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Deus no céu para nós preparou, Onde sempre veremos o nosso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Jesus, que do mal nos libertou.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meu eterno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sangue lá remido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poder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contente, pois Ele me amou.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