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608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Se em Teu Caminho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608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em teu caminho aqui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escuridão e as sombras vêm,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nenhum fulgor sorri,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Trazendo luz do vasto além,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Terás a luz do Céu.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608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em teu viver aqui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Perseguição trouxera 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Trouxer o sofrimento a ti,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Oh, sim então, em teu favor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Virás paz do Céu.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608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oh! se o teu sofrer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luta atroz findar aqui,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paz, enfim, puderes ter.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Quão calmo e bom, quão doce a ti Serão lar do Céu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