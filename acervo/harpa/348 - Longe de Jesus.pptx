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348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Longe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Vagava longe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plena solidão,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a preciosa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Encheu meu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Assim, os meus pecados vi,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negra escuridão;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pé da cruz, então,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Caí, e recebi perdão.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por mim sofrendo,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cruz morrendo,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 salvou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meus grilhôes já quebrou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Cristo por mim sofrendo,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cruz morrendo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paz,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meu coração.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morreu em grande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fim de me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Verteu Seu sangue expiador,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pôde me lavar: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murmurar,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Sofreu Jesus por mim, vil pecador;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vim ao pé da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Vencido pelo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por mim sofrendo,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cruz morrendo,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 salvou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meus grilhôes já quebrou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Cristo por mim sofrendo,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cruz morrendo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paz,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meu coração.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 a voz do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chama-te pra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Confessa-te um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vem ao bom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dará real poder,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gozo e paz de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tudo fenecer,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viverás no céu. Deus seja louva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por mim sofrendo,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cruz morrendo,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Minh’alma salvou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meus grilhôes já quebrou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Cristo por mim sofrendo,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cruz morrendo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paz,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meu coração.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