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574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Ó Pai Bondoso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574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Pai bondoso, vem nos guiar!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novo ano vem nos guardar!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