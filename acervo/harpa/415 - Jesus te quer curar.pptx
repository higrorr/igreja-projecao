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te quer curar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terna voz do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fala comovida;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"Ó vem ao médico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dá aos mortos vida"!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te quer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 poder p’ra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males todos te livrar,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nEle confiares!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tu, a quem já Satanás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anos tem ligado;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fé te salva, vai-te em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o mal curado!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te quer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 poder p’ra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males todos te livrar,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nEle confiares!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surdos ouvem, cegos vêem,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Cristo é poderoso!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coxos saram e andam bem.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poder glorioso!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te quer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 poder p’ra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males todos te livrar,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nEle confiares!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Sinais pra sempre seguirão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verdadeiros crentes!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Demônios, sim, expulsarão,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curarão as gentes.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te quer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 poder p’ra te 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males todos te livrar,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nEle confiares!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