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353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Vem, ó Pródigo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tu qu’inda vagas no mundo d’horror, Nas trevas e na escuridão,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não descansas em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trouxe do céu Salvação.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ó pródigo, ó vem a Jesus; Parti foi erguido no alto da cruz; Aceita agora de Deus o favor;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vem, sem demora 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mundo jazia na dura prisão,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Cristo, a porta abriu;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crê na mensagem que dá salvação, Pois Cristo na cruz te remiu!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ó pródigo, ó vem a Jesus; Parti foi erguido no alto da cruz; Aceita agora de Deus o favor;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vem, sem demora 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gozo completo terás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aceitares o Seu perdão;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deixa o pecado e vem para a luz; Entrega o teu coração.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ó pródigo, ó vem a Jesus; Parti foi erguido no alto da cruz; Aceita agora de Deus o favor;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vem, sem demora 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