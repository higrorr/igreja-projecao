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411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NOS SOMOS TEUS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do eterno Deus, nós somos Teus!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Compraste-nos, Jesus, por Tua cruz,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Rendemo-nos, Senhor, cheios de fé e amor;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somos Teus, Filho de Deus!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Teu caminho, ó Deus que leva ao céu,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Faze-nos percorrer até morrer.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tem que recear todo o que nele andar;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és, Senhor, o bom Pastor.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quem nos quis salvar vamos louvar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voz e coração, em santa união,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Aceita, pois, Senhor, nosso veraz louvor!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Graças, oh! Deus, que somos Teus!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