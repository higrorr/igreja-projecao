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526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Grandioso És Tu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 meu Deus,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eu maravilhado,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Contemplo a Tua imensa criação.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terra e o mar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céu todo estrelado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vêm falar da Tua perfeição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minha alma canta a Ti Senhor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Grandioso és Tu! Grandioso és Tu!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Então minha alma canta a Ti Senhor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Grandioso és Tu! Grandioso és Tu!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as estrelas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Tão de mim distantes,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Vejo a brilhar com vívido esplendor,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Relembro, oh!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glórias cintilantes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meu Jesus deixou,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meu amor!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minha alma canta a Ti Senhor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Grandioso és Tu! Grandioso és Tu!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Então minha alma canta a Ti Senhor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Grandioso és Tu! Grandioso és Tu!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Olho as florestas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Murmurando ao vento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ao ver que Tu plantaste cada pé,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Recordo a cruz, o lenho tão cruento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Teu Filho afirmo a minha fé.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minha alma canta a Ti Senhor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Grandioso és Tu! Grandioso és Tu!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Então minha alma canta a Ti Senhor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Grandioso és Tu! Grandioso és Tu!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quando penso que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não poupaste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Filho amado por amor a mim,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coração,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nele Tu ganhas-te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Transborda,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Pai, de amor que não tem fim!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minha alma canta a Ti Senhor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Grandioso és Tu! Grandioso és Tu!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Então minha alma canta a Ti Senhor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Grandioso és Tu! Grandioso és Tu!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quando Cristo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amado meu voltando,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Vier dos céus o povo Seu buscar,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lar eterno quero jubilando,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Tua santa face contemplar.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minha alma canta a Ti Senhor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Grandioso és Tu! Grandioso és Tu!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Então minha alma canta a Ti Senhor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Grandioso és Tu! Grandioso és Tu!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