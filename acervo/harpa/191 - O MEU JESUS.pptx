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191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MEU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Jesus, por mim, morreu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cruz, com dor horrenda;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em meu lugar sofreu,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Angustia mui tremenda!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poderei no mundo achar.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 meu Jesus vá comparar?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Jesus. Jesus, somente vou amar!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Jesus está no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Intercessor potente,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mim, pedindo sempre a Deus.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graça, amor fervente.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Ninguém jamais ao Pai conduz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pecador, senão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Jesus, a Deus, ó me introduz!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Jesus ressuscitou,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corpo glorioso,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Também, por mim, a Deus pagou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preço fabuloso!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dos mortais vou encontrar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 meu Jesus vou igualar?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Jesus, não posso comparar!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do céu há de voltar,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majestade e glória,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Seus anjos irão cantar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hino da vitória,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Enfim, vai suplantar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Anticristo, e reinar.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Jesus, ó vem me arrebatar!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