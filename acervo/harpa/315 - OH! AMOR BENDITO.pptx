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OH! AMOR BENDITO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Amor bendito, Tu possues 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Enches o infinito, oh! amor sem fim!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hoje em Cristo, vivo no Fiel;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Deus sou benquisto no Emanuel.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Amor bendito: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possues 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Enches o infinito,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amor sem fim!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glória eterna, p'ra mim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sempiterna com o nosso Deus.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sinto vida no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céu pressinto gozo e esplendor!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Amor bendito: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possues 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Enches o infinito,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amor sem fim!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Coração, desfruta deste grande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paz ou na luta, faz-te vencedor;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este amor é forte, viu-se ali na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Forte mais que a morte: O amor de Jesus! 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Amor bendito: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possues 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Enches o infinito,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amor sem fim!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