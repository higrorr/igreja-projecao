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537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Sempre Comigo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Sempre comigo está Jesus.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Seja nas trevas, seja na luz;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protege-me, cuida de mim;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Eu quero amar a quem me guarda assim.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