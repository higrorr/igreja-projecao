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TE CHAMA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a ti,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chama a ti, com voz de amor; Deixa os pecados, e vem ao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te chama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ó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com voz de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as sendas do mundo d'horror,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Jesus, vem com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salva, ó vem,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te chama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ó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com voz de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glorioso virá com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Pronta estás para scender?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por Seu sangue tu podes vencer.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te chama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ó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com voz de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compassiva voz do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Chama-te já com santo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para a fonte, ó vem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P.L,M.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te chama a ti!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chama, ó vem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com voz de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chama a ti!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