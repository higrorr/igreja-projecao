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BENDITO CRISTO, EIS-ME AQUI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sou, vou decidir,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outro eu não posso ir;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convidas para 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Cristo, eis-me aqui.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sou, sem demorar,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mal, querendo me livrar;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podes Tu me perdoar: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Cristo, eis-me aqui.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sou, em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Exposto à morte, e perdição, Buscando vida e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Cristo, eis-me aqui.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sou, Teu grande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vence, e busco Teu favor, Servir-Te quero com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Bendito Cristo, eis-me aqui.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