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ACEITA O PERDÃO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cansado já estás de pecar,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perdão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vida nova quiseres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perdão de Jesus,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morreu lá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tempo, vem sem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Aceite o perdão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vida pura desejas obter,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perdão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a fonte que limpa teu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o perdão de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morreu lá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tempo, vem sem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Aceite o perdão de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tu não podes tuas lutas calmar, Aceita o perdão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teus desejos não podes domar, Aceita o perdão de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morreu lá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tempo, vem sem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Aceite o perdão de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 os santos te queres unir, Aceita o perdão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para os céus tu desejas partir, Aceita o perdão de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 morreu lá na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tempo, vem sem temor;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Aceite o perdão de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