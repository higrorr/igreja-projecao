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Estou Seguro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seguro em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ti sou vencedor,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estás comigo!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