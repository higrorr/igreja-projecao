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605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Quero Te Servir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Quero, Jesus, fazer o teu querer; Quero servir-te, sim.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palavra sempre obedecer,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tens amado a mim.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Te servir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meu Salvador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Te servir,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és o meu Pastor.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Nesta jornada sempre confiarei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grandioso amor.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mensagem sempre levarei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que padecem 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Te servir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meu Salvador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Te servir,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és o meu Pastor.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dia, aqui, as lutas findarão;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Contigo estarei.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 irei, sim, à feliz Sião,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tua santa grei.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Te servir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meu Salvador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Te servir,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és o meu Pastor.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