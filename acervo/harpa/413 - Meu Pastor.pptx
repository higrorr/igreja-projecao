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Pastor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Pastor é Jesus Cristo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quero confiar;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não tenho falta,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a Ele eu quEro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conduz ao bom descanso;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campo verde em flor,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Refrigera, sim, minh’alma,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Saciando-me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meu companheiro;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desejo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dá vigor e força,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que eu possa caminhar;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quem dá coragem,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nada eu temer;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próximo à morte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Certo estou que vou vencer.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Caminhando ao Seu lado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maia temerei 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bordão e Seu cajado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Dão-me proteção real;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 meu inimigo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sempre virá;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prepara uma mesa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comigo nela está.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Unge a cabeça minha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óleo do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gozo é transbordante,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meu cálice tem dulçor;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misericórdia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Seu sublime bem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Habitarei em Sua casa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Eternamente, amém?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