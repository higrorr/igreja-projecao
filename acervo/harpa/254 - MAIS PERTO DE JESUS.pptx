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MAIS PERTO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profundo no amor de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estar!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humilde no meu ser, eu quero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aqui andar.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aqui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santo, meu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sempre 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profunda a Tua vontade,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conhecer;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minha vida, por inteiro,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Mostre o Teu 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aqui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santo, meu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sempre 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profundo, com dor, não importa,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quero estar,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divinal amor firmado,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fruto 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aqui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santo, meu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sempre 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profundo, dia após dia,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eu estar,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o alvo, o Mestre, aqui, me faça,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alcançar.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aqui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santo, meu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sempre 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