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458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GUIA MEUS PASSOS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 meus passos, Senhor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 de consolação,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Leva-me à estrada da Tua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fonte do Teu perdão.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fora, eis a chorar,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Deus, sem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lar O pecador...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queixa do pecador.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Tuas ovelhas fiéis conduz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vales, vergéis em flor,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Teu aprisco, Senhor Jesus...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nosso bom Pastor.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fora, eis a chorar,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Deus, sem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lar O pecador...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queixa do pecador.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larga estrada vai triste e só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filho de Belial...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Triste, faminto, envolto em pó,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Escravo infeliz do mal.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fora, eis a chorar,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Deus, sem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lar O pecador...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queixa do pecador.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 dos simples, Senhor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Glorioso Deus de amor!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ovelha errante atrai, conduz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Teu redil, bom Pastor.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fora, eis a chorar,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Deus, sem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lar O pecador...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queixa do pecador.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