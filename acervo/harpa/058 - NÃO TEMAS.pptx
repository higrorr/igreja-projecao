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NÃO 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"Não temas!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Contigo, Eu sempre estarei!"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rica promessa do bondoso 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estrela que brilha,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escuridão,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linda promessa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 no meu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estar! Comigo estar! Sim, Jesus me promete,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estar! Comigo estar! Sim, Jesus me promete,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lírios mais alvos,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Ei-los murchos estão!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dias mais belos,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depressa vão!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Cristo, o lírio dos vales, nunca mudará: Cristo, a luz celeste,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estará!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estar! Comigo estar! Sim, Jesus me promete,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estar! Comigo estar! Sim, Jesus me promete,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pelas águas tiver de passar,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braços eternos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Hão de me guardar;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mesmo no fogo,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me provar,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 me promete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H.M.W.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estar! Comigo estar! Sim, Jesus me promete,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Comigo estar! Comigo estar! Sim, Jesus me promete,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comigo estar.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