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Creio Eu na Bíblia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 eu na bíblia, o livro do Senhor,_x000D_Pois Jesus Cristo mostra o doce amor;_x000D_Todos meus pecados apagados estão,_x000D_Paz e gozo tenho em meu coração.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Coro:_x000D_Creio eu na Bíblia, livro de meu Deus;_x000D_Para mim a bíblia é o maná dos céus!_x000D_Mostra-me o caminho para o lar celestial;_x000D_Acho eu na bíblia, graça divinal!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Creio eu na bíblia, ensina-me a cantar_x000D_Cantos de vitória, e de amor sem par;_x000D_Lindas melodias, eu cantando vou,_x000D_Porque redimido pelo sangue estou!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Coro:_x000D_Creio eu na Bíblia, livro de meu Deus;_x000D_Para mim a bíblia é o maná dos céus!_x000D_Mostra-me o caminho para o lar celestial;_x000D_Acho eu na bíblia, graça divinal!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a Santa Bíblia a santidade dá,_x000D_Este dom de Cristo, prometido já;_x000D_Todos os que buscam plena salvação,_x000D_Estas bênçãos, só em Cristo acharão.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Coro:_x000D_Creio eu na bíblia, livro de meu deus;_x000D_Para mim a bíblia é o maná dos céus!_x000D_Mostra-me o caminho para o lar celestial;_x000D_Acho eu na bíblia, graça divinal!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Lemos hoje a bíblia pra todo o pecador,_x000D_Para que encontra cristo, o salvador;_x000D_Sendo sua vida, livre de pecar,_x000D_O divino livro, ele vai honrar!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Coro:_x000D_Creio eu na Bíblia, livro de meu Deus;_x000D_Para mim a bíblia é o maná dos céus!_x000D_Mostra-me o caminho para o lar celestial;_x000D_Acho eu na bíblia, graça divinal!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