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SEU PRECIOSO SANGUE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salvou com Seu precioso sangue;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comprou com Seu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poder já me curou;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pecado já cravou na cruz!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Jesus p'ra sempre me salvou!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