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TEU SANTO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Teu Santo amor deste para mim Nada pra Ti, Senhor, negarei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prostro em gratidão,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Cumpro com prontidão,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guia Tua mão, oh! me rendo a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Perante o trono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 Tu, por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Pai eu vou, só Jesus, por Ti; A cruz hei de levar,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proclamar,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a Deus cantar,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coração de amor, quero,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igual,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Espalhando 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eu vou servir, O tempo redimir,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almas conduzir, quero eu 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que tenho ou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por Teu favor;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sempre vou, junto ali, Senhor; Teu rosto, sim, verei,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eu estarei,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viverei, ia no céu por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