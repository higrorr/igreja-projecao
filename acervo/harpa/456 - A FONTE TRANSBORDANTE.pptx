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FONTE TRANSBORDANTE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fonte transbordante!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profunda que 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Deus, o amor imenso,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me veio 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 abriu a porta,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reconciliou,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derramado;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Deus me consagrou.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pomba perseguida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cansada estava 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jamais rejeita,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buscar abrigo Seu.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 abriu a porta,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reconciliou,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derramado;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Deus me consagrou.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abundantemente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mim já derramou;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abundou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superabundou.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 abriu a porta,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reconciliou,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derramado;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Deus me consagrou.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alvorecer meu dia.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irei p'ro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 exaltarei p'ra sempre,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salvou um perdido réu.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 abriu a porta,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reconciliou,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derramado;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Deus me consagrou.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