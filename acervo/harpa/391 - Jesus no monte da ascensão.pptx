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391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no monte da ascensão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disse aos discípulos,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monte, ao subir: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"Detei-vos em Jerusalém,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há de se cumprir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vinda gloriosa do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revestir as testemunhas do Senhor".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Descendo o fogo do altar,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vento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Depressa foram proclamar o Salvador.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Encheu-se o cenác'lo de gloriosa luz; Descendo o fogo divina!,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nós voltou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todos, revestidos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poder do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Falaram noutras línguas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louvor a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Descendo o fogo do altar,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vento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Depressa foram proclamar o Salvador.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povo, assustado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poder do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compreendeu que isto foi o que Deus prometeu.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Pedro lhes proclama: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"Assim diz o Senhor: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fim dos dias,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Vos darei Consolador".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Descendo o fogo do altar,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vento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Depressa foram proclamar o Salvador.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Jesus te manda orar e esperar O Santo Espírito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vem pra t’ensinar;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a gloriosa unção, te mandará,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amor sublime, proclamar irás.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Descendo o fogo do altar,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vento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Depressa foram proclamar o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