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Espero em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só espero em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Cordeiro, que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 à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minha oração.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tua 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meu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santa luz!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amor, T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sangue carmesim,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na cruz por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viva para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muito ardor!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trilha seguirei,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provas eu terei.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guia sê.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mal vem me livrar: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Puro me conservar!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sempre vou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