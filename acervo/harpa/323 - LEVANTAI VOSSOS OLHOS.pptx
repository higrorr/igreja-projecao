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323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LEVANTAI VOSSOS OLHOS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Levantai os vossos olhos para cima,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remidos do Senhor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figueira mostra que se aproxima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0 verão: Brotos já produz!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Levantai, levantai!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Vossos olhos para o céu donde Jesus virá;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Levantai, levantai!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redenção breve se fará.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dizem que Jesus está tardando,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vir buscar o povo Seu;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nos dias de Noé, estão pecando,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temer o bondoso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Levantai, levantai!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Vossos olhos para o céu donde Jesus virá;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Levantai, levantai!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redenção breve se fará.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Muitos, como Faraó, estão dizendo: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"Quem é o Senhor p'ra lhe ouvir?"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o coração endurecendo: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pragas estão p'ra vir.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Levantai, levantai!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Vossos olhos para o céu donde Jesus virá;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Levantai, levantai!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redenção breve se fará.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 arrebatado, eu, p'ro céu, quem dera!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 Igreja Cristo levará.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figueira está em flor, é primavera,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Levantai os vossos olhos já.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Levantai, levantai!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Vossos olhos para o céu donde Jesus virá;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Levantai, levantai!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redenção breve se fará.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