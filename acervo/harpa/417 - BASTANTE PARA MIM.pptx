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417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BASTANTE PARA MIM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meio duma grande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cruz de Cristo eu vi,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viva fonte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Bastante para mim!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da cruz corre sem cessar,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Insondável como é o mar.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graça, que brota assim,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Basta para mim!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coração, a vacilar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apenas, pude assim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graça crer; mas fui achar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Bastante para mim!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da cruz corre sem cessar,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Insondável como é o mar.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graça, que brota assim,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Basta para mim!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Cravados já, então, na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pecados vi;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graça achei de meu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Bastante para mim!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da cruz corre sem cessar,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Insondável como é o mar.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graça, que brota assim,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Basta para mim!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meu Jesus eu cantarei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céu, alegre, enfim;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Sua graça foi, direi: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Bastante para mim!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da cruz corre sem cessar,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Insondável como é o mar.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graça, que brota assim,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Basta para mim!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