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143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O VERDADEIRO AMIGO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143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Tu és pra mim o verdadeiro amigo,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Só em Ti, meu Redentor, vou confiar,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Defende-me do mundo, do perigo;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Ansioso, eu Te quero encontrar.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143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Vem levar me para perto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Do Teu grande e bondoso coração; Sempre avante e bem certo,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Jesus, eu vou andando p'ra Sião.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143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Vem já, Senhor, com Tua graça imensa Ajudar-me a levar a minha cruz, Fazendo-me sentir real presença,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Do Consolador divino, ó Jesus!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143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Vem levar me para perto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Do Teu grande e bondoso coração; Sempre avante e bem certo,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Jesus, eu vou andando p'ra Sião.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143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Jesus, Tu és a minha esperança,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contente eu desejo Te seguir;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Ti orando, com perseverança,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que me guardes sempre de cair.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143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Vem levar me para perto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Do Teu grande e bondoso coração; Sempre avante e bem certo,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Jesus, eu vou andando p'ra Sião.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