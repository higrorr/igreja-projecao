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498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GUIA-ME, ó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Guia-me, ó Salvador, pela senda divinal,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Teu fado, sem temor, tenho gozo perenal!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Cristo! Cristo! Não me deixes, ó Senhor!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Guia-me por Teu amor, e serei um vencedor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deixes, á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horrendo e forte mar;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Leva-me por Teu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meu eterno 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a minha salvação,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querido Redentor;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terrível corrupção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salvaste com amor!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Teu somente ser,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 amar e Te servir,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é, para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viver e morrer, o céu fruir.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