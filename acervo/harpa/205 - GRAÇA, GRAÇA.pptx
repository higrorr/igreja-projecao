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205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GRAÇA, GRAÇA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de Deus revelada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 Jesus, meu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mundo perdido é dada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Deus d’infinito favor.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Graça, graça,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mim basta a graça de Deus: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Graça, graça,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eu achei em Jesus.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de Deus é mais doce,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que bens terrestres daqui;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gozo meu choro tornou-se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Correndo Sua graça pra mim.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Graça, graça,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mim basta a graça de Deus: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Graça, graça,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eu achei em Jesus.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alta que nuvens celestes,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funda que profundo mar,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fonte da vida fizeste,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qual nos podemos fartar.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Graça, graça,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mim basta a graça de Deus: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Graça, graça,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eu achei em Jesus.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de Deus hoje prova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que vives na perdição,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te salva, renova,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limpa teu coração.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Graça, graça,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mim basta a graça de Deus: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Graça, graça,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eu achei em Jesus.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