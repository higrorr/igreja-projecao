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QUEM IRÁ?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OS MILHÕES,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QUE EM TREVAS TÃO MEDONHAS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JAZEM PERDIDOS, SEM O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QUEM, QUEM IRÁ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NOVAS PROCLAMANDO,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DEUS, EM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 O PECADOR?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PODER O PAI ME DEU,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TERRA COMO LÁ NO CÉU!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IDE, POIS, ANUNCIAR O EVANGELHO,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EIS-ME CONVOSCO SEMPRE!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PORTAS ABERTAS,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EIS POR TODO O MUNDO!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CRISTÃOS, ERGUEI-VOS!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AVANTE ANDAI!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CRENTES EM CRISTO!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UNI AS VOSSAS FORÇAS.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ESCRAVIDÃO OS POVOS LIBERTAI.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PODER O PAI ME DEU,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TERRA COMO LÁ NO CÉU!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IDE, POIS, ANUNCIAR O EVANGELHO,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EIS-ME CONVOSCO SEMPRE!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VINDE A MIM! A VOZ DIVINA CLAMA,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VINDE! CLAMAI EM NOME DE JESUS: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NOS SALVAR DA MALDIÇÃO ETERNA,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SANGUE DERRAMOU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NÓS NA CRUZ.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PODER O PAI ME DEU,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TERRA COMO LÁ NO CÉU!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IDE, POIS, ANUNCIAR O EVANGELHO,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EIS-ME CONVOSCO SEMPRE!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 APRESSA O DIA GLORIOSO,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OS REMIDOS TODOS SE UNIRÃO,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EM CORO EXCELSO, SANTO, JUBILOSO,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TODO O SEMPRE,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TI DARÃO.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PODER O PAI ME DEU,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TERRA COMO LÁ NO CÉU!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IDE, POIS, ANUNCIAR O EVANGELHO,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EIS-ME CONVOSCO SEMPRE!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PODER O PAI ME DEU,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TERRA COMO LÁ NO CÉU!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IDE, POIS, ANUNCIAR O EVANGELHO,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EIS-ME CONVOSCO SEMPRE!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