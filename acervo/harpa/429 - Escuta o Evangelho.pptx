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429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Escuta o Evangelho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pecador desejoso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verdadeiro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de Cristo, ditoso,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 com atenção!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 o Evangelho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Filho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divinal conselho,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vem dos mais altos céus!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Hoje, com fé e de graça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aceitar o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Cristo, pois te abraça,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Dando-te a salvação!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 o Evangelho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Filho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divinal conselho,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vem dos mais altos céus!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tem vertido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com grande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salvar-te, perdido,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encher de amor!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 o Evangelho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Filho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divinal conselho,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vem dos mais altos céus!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contrito aceitas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Cristo, o Seu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Terás então paz perfeita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gozo da salvação.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 o Evangelho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Filho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divinal conselho,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vem dos mais altos céus!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