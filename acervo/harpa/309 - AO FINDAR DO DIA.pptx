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309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AO FINDAR DO DIA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309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Finda a lida deste dia,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bendito Salvador;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Eis-nos todos reunidos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cantar o Teu louvor;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encher-nos do Teu santo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doce amor!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309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leitura da Palavra, vem,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Senhor, abençoar,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no coração dos crentes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Teus ensinos vem gravar.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Tuas bênçãos continua a derramar!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309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Congregados nos achamos constrangidos pelo amor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emana do Teu nome,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á amado Salvador;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Aprendendo no Teu livro,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á Senhor! Amém. A.T.O.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