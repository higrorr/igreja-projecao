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PASSAR O JORDÃO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Jordão passarmos unidos,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entrarmos no céu, veremos lá, Como areia da praia os remidos, Oh! Que gloriosa vista será!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Tantos como a areia da praia! Tantos como a areia do 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gozo sentirá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salvo pois 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tantos como a areia da praia!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virmos os salvos do mundo, Que a morte jamais alcançará,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saudarem com gozo profundo,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gloriosa vista será!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Tantos como a areia da praia! Tantos como a areia do 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gozo sentirá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salvo pois 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tantos como a areia da praia!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margem do rio da vida,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paz e justiça haverá,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veremos a terra prometida;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gloriosa vista será!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Tantos como a areia da praia! Tantos como a areia do 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gozo sentirá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salvo pois 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tantos como a areia da praia!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Cristo Jesus contemplarmos, Coroado no céu como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prostrado aos Seus pés adorarmos, Oh! Que gloriosa vista será!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Tantos como a areia da praia! Tantos como a areia do 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gozo sentirá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salvo pois 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tantos como a areia da praia!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