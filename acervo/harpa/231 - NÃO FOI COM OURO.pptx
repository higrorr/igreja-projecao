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231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NÃO FOI COM OURO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Nós, os salvos do Senhor, Caminhemos com valor;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guarda o coração,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é a nossa salvação.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foi com ouro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nos comprou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com Seu sangue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Vertido lá na cruz;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Nós, que somos salvos,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Vamos sem temer,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Sempre por Seu sangue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mal vencer.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morte de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Recebemos vida e luz;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abismo de horror,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temos mais nenhum temor.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foi com ouro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nos comprou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com Seu sangue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Vertido lá na cruz;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Nós, que somos salvos,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Vamos sem temer,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Sempre por Seu sangue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mal vencer.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Seguiremos o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nos guia ao Criador;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 concede paz real,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 dá repouso eternal!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foi com ouro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nos comprou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com Seu sangue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Vertido lá na cruz;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Nós, que somos salvos,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Vamos sem temer,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Sempre por Seu sangue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mal vencer.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que não tens salvação,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Abre já teu coração.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Deixa Cristo te salvar,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para o céu te preparar.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foi com ouro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nos comprou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com Seu sangue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Vertido lá na cruz;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Nós, que somos salvos,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Vamos sem temer,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Sempre por Seu sangue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mal vencer.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