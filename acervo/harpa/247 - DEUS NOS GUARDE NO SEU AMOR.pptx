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NOS GUARDE NO SEU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bem no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quer que nos achemos,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nome louvaremos;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bem no Seu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voltar Jesus vamos nós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Livres de qualquer separação;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U'a coroa, então vamos, sim, formar,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na eternal mansão.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em santificação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agruras da jornada,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mui breve terminada!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em santificação!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voltar Jesus vamos nós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Livres de qualquer separação;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U'a coroa, então vamos, sim, formar,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na eternal mansão.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e nos conceda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tanto carecemos;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O, enquanto aqui vivemos,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guarde e nos conceda paz. 	                                             E.C.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voltar Jesus vamos nós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Livres de qualquer separação;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U'a coroa, então vamos, sim, formar,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na eternal mansão.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