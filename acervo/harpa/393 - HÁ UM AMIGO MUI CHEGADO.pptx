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393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HÁ UM AMIGO MUI CHEGADO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um amigo mui chegado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salvou-nos do pecado e do temor;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amigo agonizava,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mundo resgatava,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Deus o amor mostrava;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dai-Lhe louvor!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Conhecê-Lo é ter vida, Cristo Senhor.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NEle nos é permitida paz no labor;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sobre nós derrama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graça, pois nos ama,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p'ra Si a todos chama; dai-Lhe louvor!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é o mesmo, nunca muda, Cristo Senhor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pedra de ajuda; vem, pecador!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Bom maná é no deserto,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Nosso guia, amigo certo,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amoré céu aberto; dai-Lhe louvor!	P.L.M.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