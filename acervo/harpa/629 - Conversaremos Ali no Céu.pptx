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Conversaremos Ali no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Conversaremos ali no Céu, Conversaremos: Jesus e 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Dirá o porquê do meu sofrer.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Naquele dia eu entenderei.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