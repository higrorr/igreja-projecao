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 GOZO DOS SANTOS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gozo dos santos é o amor de Jesus. Grande é este amor que paz nos produz!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fonte da vida, que nos dá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 o sangue de Cristo vertido em dor!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Vê ali na cruz a graça de Jesus, Amor potente, que gozo produz!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vê, "eis o Homem" que padece ali, Coberto de sangue, ferido por ti.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Estampa na face tão enorme 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‘spinhos coroa possui meu Senhor!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Vê ali na cruz a graça de Jesus, Amor potente, que gozo produz!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cravos, furados tem os pés e as mãos;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Pregado no lenho, em grande aflição; Aberto Seu lado co'a lança Cruel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 água e sangue do Emanuel!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Vê ali na cruz a graça de Jesus, Amor potente, que gozo produz!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Cumprida foi a obra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Morreu qual Cordeiro, por ti pecador; Confiando agora na obra da Cruz,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vida nós temos por Cristo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Vê ali na cruz a graça de Jesus, Amor potente, que gozo produz!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