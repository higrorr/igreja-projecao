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Marchemos sem temor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Sião marchamos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algum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fé nos chamamos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Filhos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Presto caminhamos,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pra trás olhar,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nós vamos,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podemos errar.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Marchemos sem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Repletos de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Marchemos nas pisadas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bom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Depressa,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céu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podemos sempre triunfar.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Sião marchamos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desanimar,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verdade, vamos todos proclamar; Presto caminhamos,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Carregando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nós desejamos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 no céu a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Marchemos sem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Repletos de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Marchemos nas pisadas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bom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Depressa,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céu entrar;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podemos sempre triunfar.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Sião marchamos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celeste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Dirigidos vamos p'Io Senhor Jesus; Presto caminhamos,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Rasga-se o véu; J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daqui estamos,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fé, vendo o céu.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Marchemos sem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Repletos de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Marchemos nas pisadas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bom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Depressa,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no céu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podemos sempre triunfar.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