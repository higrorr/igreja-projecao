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481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Cristo e sua humilhação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deixaste,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glória, esplendor,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ao mundo quiseste descer, Não puderam achar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Belém um lugar,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Num presépio Tu foste nascer.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ao meu coração, ó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tenho p’ra Ti um lugar!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ao meu coração, ó Cristo vem! Nele podes p’ra sempre morar!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Hinos de adoração, Anjos no céu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dão, Te rendendo excelso louvor. Mas humilde o Senhor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Veio ao mundo de horror,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dar vida ao mais vil pecador!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ao meu coração, ó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tenho p’ra Ti um lugar!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ao meu coração, ó Cristo vem! Nele podes p’ra sempre morar!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raposas aqui Covas têm para si,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ninhos as aves do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não teve um lugar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cabeça pousar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Cristo, o Filho de Deus.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ao meu coração, ó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tenho p’ra Ti um lugar!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ao meu coração, ó Cristo vem! Nele podes p’ra sempre morar!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céu vieste Jesus, Nos trazendo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luz, Que nos dá eternal salvação; E com ódio e furor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cravaram,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cruz, donde deste o perdão!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ao meu coração, ó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tenho p’ra Ti um lugar!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ao meu coração, ó Cristo vem! Nele podes p’ra sempre morar!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Aleluias nos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Cordeiro de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vier o Seu povo buscar;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voz se ouvirá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pra mim, oh! Dirá: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“Vem, Eu tenho pra ti um lugar”.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ao meu coração, ó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tenho p’ra Ti um lugar!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ao meu coração, ó Cristo vem! Nele podes p’ra sempre morar!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