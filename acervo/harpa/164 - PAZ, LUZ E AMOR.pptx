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PAZ, LUZ 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Recebi de graça, abundante paz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Deus concedida, que me satisfaz;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recebê-la no teu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 o Senhor e Sua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Sua paz, mais de Sua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receber de Deus, que é veraz.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Sua paz, mais de Sua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receber de Deus, que é veraz.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Recebi de graça, abundante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maravilhosa, que me deu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recebê-la, pobre pecador?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Deixa, hoje mesmo, o mundo de horror.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Sua luz, mais de Sua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receber do Salvador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Sua luz, mais de Sua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receber do Salvador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Recebi de graça abundante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divino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recebê-Io? Abre 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mais gozo e veraz perdão.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Seu amor, mais de Seu amor, Quero receber do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 Seu amor, mais de Seu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receber do bom Consolador.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	                 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