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CONFIANTE EM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tu, em Deus confiante;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muito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alegre, triunfante,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 sempre tua cruz.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tem esperança;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 guia Sua mão;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Ele, sem tardança,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consolação.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Aleluia, aleluia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Aleluia, aleluia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ao Redentor! Amém.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aqui és perseguido,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a glória do porvir;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estás enfraquecido,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Novas forças hão de vir;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que o sol se turve,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Haja forte furacão,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fiel, não te perturbes,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em Deus, de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Aleluia, aleluia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Aleluia, aleluia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ao Redentor!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