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332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Para o Céu Eu Vou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céu eu vou, embora, for nublado; O caminho, às vezes, espinhoso está, Por Jesus, meu Mestre,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bem guiado,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Em Seus passos sigo,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chegue lá.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P’ro céu vou caminhando, Nada me desanimará!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céu eu me vou aproximando, Sempre meu Jesus me guiará!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céu eu vou, ainda que lutando Contra tentações, que surgem ante mim: Sob o sangue de Jesus me abrigando, Escondido e bem seguro, estou assim.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P’ro céu vou caminhando, Nada me desanimará!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céu eu me vou aproximando, Sempre meu Jesus me guiará!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céu eu vou, embora, mui cansado, E amigos velhos, voltem-se pra trás. Forte sigo co'o Senhor Jesus ao lado, Convidando a outros aceitar a paz.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P’ro céu vou caminhando, Nada me desanimará!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céu eu me vou aproximando, Sempre meu Jesus me guiará!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céu eu vou, alegre caminhando: Breve findará a peregrinação,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cansado, neste mundo vou andando, Eu repousarei na divina! mansão.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P’ro céu vou caminhando, Nada me desanimará!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céu eu me vou aproximando, Sempre meu Jesus me guiará!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