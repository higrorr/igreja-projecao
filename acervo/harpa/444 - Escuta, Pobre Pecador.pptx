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444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Escuta, Pobre Pecador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Escuta, pobre pecador,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Cristo há perdão;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Aceita agora o Salvador,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nEle há salvação!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a Cristo sem tardança,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Receber perdão,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vida d’esperança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Fruirás, então!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Pra redimir-te, o Redentor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Seu sangue derramou!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cruz; sofrendo grande 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te resgatou!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a Cristo sem tardança,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Receber perdão,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vida d’esperança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Fruirás, então!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Caminho certo é Jesus;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Achamos nEle paz!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Caminho santo e de luz,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sempre satisfaz!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a Cristo sem tardança,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Receber perdão,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vida d’esperança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Fruirás, então!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hoje, vem te entregar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Deixando todo mal,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Deus quer agora te salvar,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vem pra luz real!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a Cristo sem tardança,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Receber perdão,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vida d’esperança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Fruirás, então!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