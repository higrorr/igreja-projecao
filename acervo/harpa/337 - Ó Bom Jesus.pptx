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Bom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bom Jesus, tesouro de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sentir-Te. sempre no meu ser! Faz-me andar, oh, sempre nesta luz, Pois dentro de mim vives,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bom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enfim, ressuscitou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trevas livre estou assim, por Sua luz!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Jesus, ó fonte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ouvir a Tua voz, Senhor; Sempre viver deli eu quero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manifesta mais o Teu poder em mim!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enfim, ressuscitou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trevas livre estou assim, por Sua luz!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Jesus, real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Ti está 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Vives em mim, és minha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é feliz, o que Te tem no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enfim, ressuscitou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trevas livre estou assim, por Sua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