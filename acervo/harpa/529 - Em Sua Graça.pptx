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529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Em Sua Graça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sua graça, seu rico amor.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Veio do Céu a Belém meu Senhor.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maravilha! Meu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na cruz morreu!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