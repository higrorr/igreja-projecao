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PODER PENTECOSTAL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Pentecostes sucedeu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Jesus falou,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de repente lá do céu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vento assoprou,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veio a casa toda encher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corações com mui poder.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Poder, poder, poder pentecostal.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 nos Inflamar,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Também nos renovar;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vem, sim, vem, ó chama divinal,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Teus servos batizar.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cada um veio repousar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preciosa luz,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Preceptor que veio ficar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Co'os servos de Jesus;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o fogo santo do Senhor.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Poder, poder, poder pentecostal.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 nos Inflamar,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Também nos renovar;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vem, sim, vem, ó chama divinal,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Teus servos batizar.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começaram a falar,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Repletos de poder,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outras línguas exaltar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que mandou trazer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ricos dons do Seu amor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poder consolador.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Poder, poder, poder pentecostal.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 nos Inflamar,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Também nos renovar;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vem, sim, vem, ó chama divinal,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Teus servos batizar.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quem deseja receber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água salutar.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é prometida ao que crer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humilde esperar,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Perseverando em 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Terá poder seu coração.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Poder, poder, poder pentecostal.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 nos Inflamar,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Também nos renovar;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vem, sim, vem, ó chama divinal,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Teus servos batizar.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