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452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Seguirei a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Sempre! Sempre!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Seguirei a Cristo!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quer que Ele for,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seguirei,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Sempre! Sempre!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Seguirei a Cristo!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quer que Ele for,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seguirei!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