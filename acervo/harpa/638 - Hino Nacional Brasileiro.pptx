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Hino Nacional Brasileiro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Ouviram do Ipiranga as margens plácidas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um povo heróico o brado retumbante,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sol da liberdade, em raios fúlgidos,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Brilhou no céu da Pátria nesse instante.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penhor dessa igualdade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Conseguimos conquistar com braço forte,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 seio, ó liberdade,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Desafia o nosso peito á própria morte!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Pátria amada, idolatrada, salve! salve!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Brasil, um sonho intenso, um raio vívido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amor e de esperança à terra desce,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em teu formoso céu, risonho e límpido, A imagem do Cruzeiro resplandece. Gigante pela própria natureza,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belo, és forte, impávido, colosso,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teu futuro espelha essa grandeza.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adorada, entre outras mil és tu, Brasil,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Pátria amada!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deste solo és mãe gentil,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Pátria amada, Brasil!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Deitado eternamente em berço esplêndido, Ao som do mar e à luz do céu profundo, Fulguras, ó Brasil, florão da América, Iluminado ao sol do Novo Mundo!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a terra mais garrida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risonhos, lindos campos têm mais flores,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“Nossos bosques têm mais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vida”, no teu seio, “mais amores”.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Pátria amada, idolatrada, salve! salve!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Brasil, de amor eterno seja símbolo O lábaro que ostentas estrelado, E diga o verde louro desta flâmula: “Paz no futuro e glória no passado". Mas, se ergues da justiça a clava forte, Verás que um filho teu não foge à luta, Nem teme, quem te adora, a própria morte.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adorada, entre outras mil és tu, Brasil,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Pátria amada!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deste solo és mãe gentil,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Pátria amada, Brasil!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