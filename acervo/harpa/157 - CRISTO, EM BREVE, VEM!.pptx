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157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CRISTO, EM BREVE, VEM!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dia vem, a clarear,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fugiu a noite, brilha a luz dalém; Um grito soa: aprontar!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em breve, vem!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forte vendaval, rugindo sobre o 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Escuta-se a mensagem, que do céu provém;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 grande nova, que alegria traz;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"Cristo, em breve, vem!"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povos, tribos e nações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escravizados no pecado estais, Ó preparai os corações!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Por que demorais?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forte vendaval, rugindo sobre o 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Escuta-se a mensagem, que do céu provém;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 grande nova, que alegria traz;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"Cristo, em breve, vem!"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morte queiram acordar;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Trevas e pecados, à luz, hão de fugir;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breve iremos encontrar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que há de vir.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E.J. e F.S.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forte vendaval, rugindo sobre o 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Escuta-se a mensagem, que do céu provém;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 grande nova, que alegria traz;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"Cristo, em breve, vem!"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