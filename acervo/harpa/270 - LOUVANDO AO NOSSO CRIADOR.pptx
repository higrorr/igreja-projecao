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LOUVANDO AO NOSSO CRIADOR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prazer louvando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Criador,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celebrando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feitos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Saber que sou lavado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de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que sou guiado,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divina luz!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irei avante,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Unido ao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Cantando triunfante,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Criador!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tenho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paz, celeste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obra, eu repouso,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Cumprida lá na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graça revestido,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me faltará;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tem prometido,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tudo suprirá!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irei avante,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Unido ao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Cantando triunfante,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Criador!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sigo avante,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senda que conduz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porta fulgurante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mansão de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Deus aqui eu 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 guiará,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fim me tomando,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me levará!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irei avante,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Unido ao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Cantando triunfante,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Criador!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