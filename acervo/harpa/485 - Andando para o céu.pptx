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485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Andando para o céu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'Stou andando para o céu Onde os santos já estão: 'Stou alegre e satisfeito! Minha pátria é Sião, Morte lá não entrará; Que alegria ali será!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Glória! Aleluia! Meu desejo é estar no céu; ‘Stou alegre é satisfeito; Oh! Glória! AleluIa! Meu desejo é estar no céu; Que alegria ali será!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'Stou andando para o céu, Onde as ruas de ouro são; 'Stou alegre e satisfeito! Tenho ali feliz mansão, Meu Jesus lá estará! Que alegria ali será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'Stou andando para o céu, Onde reina gozo e paz, ‘Stou alegre e satisfeito! Gozo santo e veraz Todo o crente ali terá, Que alegria ali será!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4 ‘Stou andando para o céu, Para ver meu Salvador; ‘Stou alegre e satisfeito! Cantarei o Seu louvor, Pois minh’alma alegre está; Que alegria ali será!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