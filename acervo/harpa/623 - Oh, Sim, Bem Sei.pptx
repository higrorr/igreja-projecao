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Oh, Sim, Bem Sei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sim, bem sei que o Redentor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altos céus está;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vê-lo-ei ao regressar,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me dará.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plena luz dos olhos meus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Verei o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carne, sim, verei a Deus,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paz do céu 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sim, bem sei, bem certo estou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vive, além, meu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 seu eterno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viverei.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