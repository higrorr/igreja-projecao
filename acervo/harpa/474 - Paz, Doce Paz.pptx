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Paz, Doce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brota, lá da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trouxe paz o sangue de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 no Teu querer,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a nós a paz vai nos trazer.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todo 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Descanso e paz tereis no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na separação,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de Cristo dá consolação!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ao meu porvir,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paz, sempre me fará fruir.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temo a morte, 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venceu a morte e seu terror.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Paz, doce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tardará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dará celeste paz e luz.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