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492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Jesus Virá do céu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em breve virá do céu, Cumprir o que subindo prometeu, Tudo revela que virá presto, Com Ele iremos pra o reino Seu.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com sangue me tem comprado, E pelo Espírito me tem selado; ‘Stou remido, tenho o penhor Da minha herança em meu Senhor.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2 E, pelo mundo sem descansar, Os mensageiros 'stão a anunciar O Evangelho do Filho amado, Que a este mundo quis resgatar!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3 Do mundo inteiro já vão chegar! Em breve tu não achas mais lugar; Se vir desejas, não te demores, Mas vem depressa pra te salvar.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4 Já vem o dia, clareando está, Pois a trombeta em breve soará, A Sua Noiva em vestes brancas, Jesus pra glória conduzirá.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