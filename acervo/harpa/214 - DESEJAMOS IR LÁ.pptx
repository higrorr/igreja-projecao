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DESEJAMOS IR LÁ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Redentor foi preparar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lugar de repouso e esplendor; Brevemente chamará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casa a descansar,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os salvos, do mundo enganador.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Desejamos Ir lá, Desejamos Ir lá; Que alegria será,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nós nos encontrarmos lá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terra tesouros não há,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possam aqui segurar; Desejamos ir ao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Cristo já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lugar onde iremos descansar.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Desejamos Ir lá, Desejamos Ir lá; Que alegria será,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nós nos encontrarmos lá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lar com Jesus,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havemos de sempre reinar.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nós ali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Novos hinos de louvor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 que veio nos salvar.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Desejamos Ir lá, Desejamos Ir lá; Que alegria será,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nós nos encontrarmos lá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