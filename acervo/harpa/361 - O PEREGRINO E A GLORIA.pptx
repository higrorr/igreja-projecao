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PEREGRINO E A GLORIA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Peregrino segue para a glória,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Pois no céu em breve entrarás!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Ouves já os cantos de vitória?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voz também lá unirás.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entoar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cântico dos salvos, lá 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céus há de sempre soar?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tu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gloriosos hinos de vitória?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mil louvores entoar?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do céu um som de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escura noite te chamar,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suave e cheio de harmonia.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minh'alma, volta p'ra teu lar!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entoar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cântico dos salvos, lá 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céus há de sempre soar?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tu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gloriosos hinos de vitória?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mil louvores entoar?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Raios últimos do sol se escondem,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dourada porta de Sião;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Terminada a luta estarei onde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saudades não mais chegarão.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entoar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cântico dos salvos, lá 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céus há de sempre soar?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tu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gloriosos hinos de vitória?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mil louvores entoar?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sangue, dá entrada;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a porta aberta está!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no céu feliz morada?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será mui triste não ir lá. 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entoar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cântico dos salvos, lá 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céus há de sempre soar?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queres tu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gloriosos hinos de vitória?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mil louvores entoar?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