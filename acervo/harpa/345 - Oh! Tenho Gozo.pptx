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Oh! Tenho Gozo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Tenho gozo no meu coração, Também a vida, e santo fervor;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Cristo me deu real salvação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certeza dum reino de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nunca irás conhecer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gozo santo do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já desfruta, sim, todo o que crer,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vive sempre repleto de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juntos o Rei de Israel,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graça, que nos dá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esconde o crente fiel,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Suas asas de paz 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Pai Eterno Seu povo selou,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promessa do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Foi de graça, que Deus me salvou Por Seu imenso e santo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