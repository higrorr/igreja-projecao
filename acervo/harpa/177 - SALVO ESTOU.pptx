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177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SALVO ESTOU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estou, Jesus comprou-me Do pecado e perdição;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espírito já selou-me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paz no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glória, aleluia,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achei a salvação;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glória, aleluia,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deu-me redenção.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Cantarei com alegria,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Jubiloso som do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Louvarei com harmonia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Jesus, o amado meu.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glória, aleluia,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achei a salvação;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glória, aleluia,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deu-me redenção.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mensagem gloriosa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Duma eterna salvação,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Forte, sim, e poderosa,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Digna é de aceitação.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glória, aleluia,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achei a salvação;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glória, aleluia,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deu-me redenção.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chegar o fim da lida,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recebes,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concede eterna vida,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reino de amor.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                                                                                          F.V.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glória, aleluia,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achei a salvação;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glória, aleluia,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deu-me redenção.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