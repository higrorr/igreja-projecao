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FACE A 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presença estar de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Sua glória, que será;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em pleno gozo,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alma O verá.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Face, espero vê-lo;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além do céu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 em plena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ver o meu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 será vê-Lo;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possa eu mirar!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Eis, em breve, vem o dia;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Sua glória há de mostrar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Face, espero vê-lo;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além do céu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 em plena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ver o meu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gozo há em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não houver mais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cessar o perigo,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gozarmos pleno amor.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Face, espero vê-lo;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além do céu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 em plena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ver o meu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Face, quão glorioso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de ser o existir,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o rosto de quem veio,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Nossas almas redimir.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Face, espero vê-lo;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além do céu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Face a Face em plena glória,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Hei de ver o meu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