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416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QUANDO O POVO SALVO ENTRAR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Anjos aos milhares, no céu, verão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povo salvo entrar;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Crentes coroados também serão,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povo salvo entrar.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povo salvo entrar,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povo salvo entrar;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 grande alegria no céu haverá,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povo salvo entrar.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remidos lá hão de se encontrar,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povo salvo entrar;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Vestes brancas todos hão de trajar,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povo salvo entrar.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povo salvo entrar,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povo salvo entrar;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 grande alegria no céu haverá,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povo salvo entrar.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vencedores, lá hão de estar,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povo salvo entrar;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tribulação não terá lugar,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povo salvo entrar.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povo salvo entrar,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povo salvo entrar;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 grande alegria no céu haverá,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povo salvo entrar.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"Cordeiro morto", (que vivo está)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povo salvo entrar;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sempre em glória dominará,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Quando o povo salvo entrar.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povo salvo entrar,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povo salvo entrar;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 grande alegria no céu haverá,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povo salvo entrar.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