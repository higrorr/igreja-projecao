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ABRE OS MEUS OLHOS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 os meus olhos em Tua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rosto quero ver,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em meu coração Teu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dá-me a paz e Teu fervor;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Humildemente acudo a Ti,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Tua terna voz ouvi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guia sê, Espírito Consolador.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Abro os ouvidos para ouvir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Palavra a me ungir,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Belas palavras de doce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Óh! Meu bendito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Consagro a Ti meu frágil ser!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cumprir o Teu querer,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 meu ser, Espírito Consolador.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Abre-me a mente para ver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 em gran poder;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Dá-me Tua graça, dá-me vigor;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Faz-me na luta, vencedor;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Tu o meu refúgio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Aumenta minha fé em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Sustenta-me, Espírito Consolador.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Abre-me a porta divinal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palácio de cristal,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Teu lindo rosto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no céu ver, d'esplendor;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lá enfim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santo nome vou louvar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teu bom Espírito Consolador.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