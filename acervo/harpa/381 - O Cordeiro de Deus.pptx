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381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Cordeiro de Deus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Vejo um homem na cruz pendurado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derramar sangue, por meu pecado,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Cordeiro de Deus imolado,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por mim sofre grandíssima dor; Quanto padece na cruz, no altar,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Jesus, o meu bom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fazer-me um tesouro herdar.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santo reino do Senhor!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oração, quando rompe a alva,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Sinto remorsos no fundo da alma,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na cruz sofreu Cristo com calma, Todo castigo, por mim pecador;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Quis o supremo Pai determinar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Tão cruel morte ao meu Salvador;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no céu conceder-me lugar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Junto de Cristo Redentor.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Quanta dor não sentiu o Eterno, Quando nos deu Cristo meigo e terno! Para minh’alma salvar do inferno,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mim morreu o meu bom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meus pecados na cruz expiou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morte horrenda sofreu com amor.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sobre Si minha culpa tomou,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amado Redentor.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 Jesus Cristo. que eu mais Te ame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mais e mais Tua graça proclame;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Livra-me de todos fortes liames,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sempre tece o vil tentador;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o altar, por mim Cristo subiu, Oferecendo holocausto de amor: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um cordeiro, na cruz sucumbiu Cristo Jesus, meu Salvador.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