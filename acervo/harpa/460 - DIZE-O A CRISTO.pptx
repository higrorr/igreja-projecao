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DIZE-O A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estás cansado e abatido,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 Cristo; Dize-o a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 sentes débil, confundido,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ao teu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 Cristo; dize-o a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amigo mais fiel;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outro amigo como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ao Emanuel.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estás de tentação cercado,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p'ra Cristo; olha p'ra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rugem hostes do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p'ra teu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 Cristo; dize-o a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amigo mais fiel;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outro amigo como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ao Emanuel.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saíram outros já da senda,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Segue a Cristo; segue a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aumenta em torno a contenda,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Segue a teu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 Cristo; dize-o a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amigo mais fiel;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outro amigo como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ao Emanuel.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chegares ao fim da jornada,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 em Cristo; confia em Cristo;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no céu feliz entrada, Confia em teu Salvador.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 Cristo; dize-o a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amigo mais fiel;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outro amigo como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Dize-o ao Emanuel.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