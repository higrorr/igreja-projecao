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451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Meu Jesus Vem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451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testemunhos indicam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breve Cristo virá;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os sinais testificam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Ele vem, não tardará.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Dia de grande glória,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os remidos será!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Dia será de vitória;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em breve virá.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451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Jesus vem, meu Jesus vem; Vou encontrá-Lo no céu!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anjos nas harpas tangem,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Dando louvores a Deus!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451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Tudo é trevas no mundo,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noite chegada está,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voz de amor mui profundo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Diz que Jesus voltará.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corpo já transformado,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 céu aberto achará!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anjos mil a Seu lado,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em breve virá!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451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Jesus vem, meu Jesus vem; Vou encontrá-Lo no céu!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anjos nas harpas tangem,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Dando louvores a Deus!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451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Tristezas desaparecem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dores não haverá;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Estrelas já resplandecem;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festa começará!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Descanso ali prometido,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Minh'alma então gozará;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Ouve a mensagem, perdido;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em breve virá!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451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Jesus vem, meu Jesus vem; Vou encontrá-Lo no céu!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anjos nas harpas tangem,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Dando louvores a Deus!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