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JESUS, Ó PERDIDO!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Jesus; ó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 como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na cruz vertido,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graça e paz.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sem demora;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no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salva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te guiar para 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demoras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 tua vida a Jesus?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quando tudo aqui finda,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há de ser tua luz?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sem demora;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no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salva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te guiar para o céu.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quer enganar-te,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tua alma perder,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 será a tua parte;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t'espera o sofrer.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sem demora;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no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salva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te guiar para o céu.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horas passam depressa,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jamais as terás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tua vida aqui cessa,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tua alma estará?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sem demora;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no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salva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te guiar para o céu.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Portas abertas aos libertos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de luz sempre estão;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anjos assertos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ver tua entrada estarão!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sem demora;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no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salva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te guiar para o céu.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