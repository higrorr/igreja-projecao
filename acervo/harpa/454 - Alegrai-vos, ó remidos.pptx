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454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Alegrai-vos, ó remidos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Glorioso é o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digno de louvor;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resgate verdadeiro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 e do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Alegrai-vos, ó remidos;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 glória ao Redentor!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 glória e dai louvor!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 glória ao Redentor!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Honra, glória e domínio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o Rei dos reis!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santo vaticínio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a luz dos Seus fiéis.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Alegrai-vos, ó remidos: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 glória, e vencereis!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 glória e dai louvor!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Cantai glória ao Redentor!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