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1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Chuvas de Graça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Deus prometeu com certeza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Chuvas de graça mandar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Ele nos dá fortaleza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ricas bênçãos sem par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Chuvas de graça,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Chuvas pedimos, Senhor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Manda-nos chuvas constantes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Chuvas do Consolador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nos tem concedido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Santo Consolador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plena paz nos enchido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o reinado de amor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Chuvas de graça,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Chuvas pedimos, Senhor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Manda-nos chuvas constantes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Chuvas do Consolador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Dá-nos, Senhor, amplamente,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Teu grande gozo e poder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Fonte de amor permanente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Põe dentro de nosso ser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Chuvas de graça,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Chuvas pedimos, Senhor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Manda-nos chuvas constantes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Chuvas do Consolador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Faze os Teus servos piedosos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Dá-lhes virtude e valor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Dando os Teus dons preciosos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Santo Preceptor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								J.R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Chuvas de graça,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Chuvas pedimos, Senhor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Manda-nos chuvas constantes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Chuvas do Consolador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Chuvas de graça,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Chuvas pedimos, Senhor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Manda-nos chuvas constantes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Chuvas do Consolador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