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outro culto, não faltar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vinde todos pra louvar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nome santo do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dá vida e fervor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separamos em amor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Levando a paz do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breve vinde, não falteis,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pecadores sim, trazei.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pudermos reunir,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Veremos santos no porvir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culto do Senhor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vai haver no Céu de luz.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