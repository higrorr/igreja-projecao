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GLORIOSA PAZ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Crendo em Cristo Jesus vim obter Gloriosa paz, perfeita, paz: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que dores açoitei meu ser,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doce paz!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paz, gloriosa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paz, perfeita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Cristo minh'alma salvou, Tenho doce paz!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insondável, qual um grande 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Gloriosa paz, perfeita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nos braços de Deus repousar,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doce paz!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paz, gloriosa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paz, perfeita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Cristo minh'alma salvou, Tenho doce paz!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inefável de Deus, que faz bem, Gloriosa paz, perfeita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dá alento à alma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doce paz!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paz, gloriosa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paz, perfeita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Cristo minh'alma salvou, Tenho doce paz!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nos conflitos com o tentador,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Gloriosa paz, perfeita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me fará vencedor,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doce paz!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paz, gloriosa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paz, perfeita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Cristo minh'alma salvou, Tenho doce paz!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