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Amor que Vence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Amor, que por amor desceste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Amor que por amor morreste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Quanta dor não padeceste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coração pra conquistar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meu amor ganhar.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Amor, que com a mor seguias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mim, que sem amor Tu vias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Ah! Quanto amor por mim sentias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Salvador, meu bom Jesus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Sofrendo sobre a cruz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Amor, que tudo me perdoas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Amor, que até mesmo abençoas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réu de quem te afeiçoas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Ti vencido, ó Salvador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Eis-me a Teus pés Senhor!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Amor, que nunca, nunca muda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nos Teus braços me seguras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Cercando-me de mil venturas!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Aceita agora, Salvador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humilde amor.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