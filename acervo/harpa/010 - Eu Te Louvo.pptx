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Eu Te Louvo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Deus, o Pai Eterno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Cujo trono é os céus;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universo Lhe pertence,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Glória, sim, ao nosso Deus.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Te louvo! Eu Te louvo!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Jesus, meu Salvador!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Dai-Lhe glórias, ó remidos!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Seu sangue limpa o pecador.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ao Filho, mui amado,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merece o louvor,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Demos glória ao Seu nome,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Cordeiro, ao Redentor.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Te louvo! Eu Te louvo!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Jesus, meu Salvador!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Dai-Lhe glórias, ó remidos!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Seu sangue limpa o pecador.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Demos nós, ao Santo Espírito,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Mil louvores por Seu dom;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Sua graça tão imensa,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Ele, Ele é bom!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Te louvo! Eu Te louvo!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Jesus, meu Salvador!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Dai-Lhe glórias, ó remidos!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Seu sangue limpa o pecador.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Glória, glória ao Pai bendito,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Glória, glória a Jesus;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daí ao Santo Espírito,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Deus trino, nossa luz.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Te louvo! Eu Te louvo!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Jesus, meu Salvador!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Dai-Lhe glórias, ó remidos!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Seu sangue limpa o pecador.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