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84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GRANDE “EU SOU”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perturbeis o coração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sempre sou fiel;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fecho a boca do “leão”,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cova estou com Daniel.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Sou Eu aquele,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grande “EU SOU”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onde estais, também estou;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disse, Eu há muito já: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“Pedi, pedi... Dar-se-vos-á?”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Pedi com fé e com fervor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vos darei o Consolador.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tem a fé de Abraão.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mundo sempre há de vencer;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quer ter firme o coração,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Precisa igualmente crer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Sou Eu aquele,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grande “EU SOU”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onde estais, também estou;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disse, Eu há muito já: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“Pedi, pedi... Dar-se-vos-á?”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Pedi com fé e com fervor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vos darei o Consolador.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terremoto e vento, após,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céu, um fogo e mui furor,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Ouviu Elias a minha voz,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Voz do Eterno, voz de amor.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Sou Eu aquele,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grande “EU SOU”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onde estais, também estou;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disse, Eu há muito já: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“Pedi, pedi... Dar-se-vos-á?”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Pedi com fé e com fervor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vos darei o Consolador.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certo dia, Estêvão viu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céu aberto e viu-me a mim;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Apedrejado, sucumbiu,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foi fiel, até o fim.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Sou Eu aquele,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grande “EU SOU”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onde estais, também estou;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disse, Eu há muito já: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“Pedi, pedi... Dar-se-vos-á?”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Pedi com fé e com fervor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vos darei o Consolador.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Firmado em Mim, Rocha Eternal,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jamais o crente cai;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Buscai o dom celestial,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vem da casa de Meu Pai.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Sou Eu aquele,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grande “EU SOU”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onde estais, também estou;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disse, Eu há muito já: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“Pedi, pedi... Dar-se-vos-á?”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Pedi com fé e com fervor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vos darei o Consolador.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