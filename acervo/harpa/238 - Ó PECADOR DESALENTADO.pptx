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238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Ó PECADOR DESALENTADO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pecador desalentado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Jesus, teu Salvador;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que viver atribulado?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Jesus, teu Salvador;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o Cristo te chamando,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quer te dar Seu grande amor,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nos Seus braços te lançando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Jesus, o teu Salvador.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não rejeites a liberdade,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Jesus, teu Salvador;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Recebe hoje a santidade;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Jesus, teu Salvador;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aqui no mundo passa;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morrerás, ó pecador,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aceitar a vera graça,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Jesus, o teu Salvador.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queres paz, também o gozo,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Jesus, teu Salvador.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nEle tu terás repouso,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Jesus, teu Salvador;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terás senão tristeza,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Cá neste mundo de horror,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em Jesus há fortaleza,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Jesus, o teu Salvador.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Jesus, teu Salvador.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Seu amor é irresistível,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Jesus, teu Salvador.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Tuas horas vão passando,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não desprezes, pecador;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voz de Deus te convidando.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Jesus, o teu Salvador.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