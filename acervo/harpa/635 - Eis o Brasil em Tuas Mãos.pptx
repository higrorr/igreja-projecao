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Eis o Brasil em Tuas Mãos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nosso Rei e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atender-nos a 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o supremo Protetor,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Brasil em tua mão.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compreensão e bênçãos mil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dirigem a nação;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neles zelo mais febril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Lei e retidão.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Pai, quando, enfim, voltar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 para dar-nos galardão,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remidos lá 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ao Brasil a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