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280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JESUS, TE SUPLICO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Jesus, no Teu caminho,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suplico com fervor,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Tem-me mais a Ti vizinho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gozar do Teu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ó vem guardar-me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Tua proteção;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céu, ó vem guiar-me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Tua forte mão.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Teu celeste gozo,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vitória sobre o mal;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a graça, Teu repouso,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paz celestial!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vem consolar-me,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divinal amor!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vida queiras dar-me,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amado Redentor!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