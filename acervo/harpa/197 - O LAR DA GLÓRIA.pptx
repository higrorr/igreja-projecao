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LAR DA GLÓRIA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foi Jesus preparar-nos lugar.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breve, mui breve Ele há de voltar,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um lar na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lar no céu!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os olhos e conta o que há.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pedras preciosas o lar brilha lá,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um lar na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lar no céu!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não vi, mas os anjos estão,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ruas cobertas de ouro serão,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um lar na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lar no céu!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dia, feliz para o céu seguirei, P’ra.glória,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a reinar, eu depois voltarei, Em glória.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um lar na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lar no céu!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Amigos espero no céu encontrar,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juntos havemos de sempre ficar,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um lar na glória!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lar no céu!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