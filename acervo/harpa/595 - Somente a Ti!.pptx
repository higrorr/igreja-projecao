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Somente a Ti!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tenho, ó Deus, no céu aí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Senão a ti - somente a 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ninguém adoro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de ti, somente a ti!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Rocha deste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tu, Senhor, e meu quinhão.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olhar guiar-me-ás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glória me receberás.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