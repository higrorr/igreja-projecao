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606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Triunfo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606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triunfarei pelo sangue de Jesus; Sim, triunfarei pela sua cruz.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