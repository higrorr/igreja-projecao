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Trabalhadores do Evangelho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Trabalhadores do Evangelho,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breve ceifareis;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fracos vós sejais, ou velhos,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vigor tereis.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esperam no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Novas forças obterão;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águias voarão,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Subirão para as alturas;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fatigar hão de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fatigar hão de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no céu chegar!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bom trabalho, quantas vezes,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Estamos a falhar,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devemos nos revezes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confiar.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esperam no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Novas forças obterão;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águias voarão,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Subirão para as alturas;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fatigar hão de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fatigar hão de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no céu chegar!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está ao nosso lado,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força nos dará;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Salvador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tudo suprirá.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esperam no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Novas forças obterão;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águias voarão,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Subirão para as alturas;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fatigar hão de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fatigar hão de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no céu chegar!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sempre confiando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Socorro vamos ter;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Salvador do céu baixando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Virá nos socorrer!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esperam no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Novas forças obterão;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águias voarão,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Subirão para as alturas;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fatigar hão de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fatigar hão de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Correrão sem se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no céu chegar!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