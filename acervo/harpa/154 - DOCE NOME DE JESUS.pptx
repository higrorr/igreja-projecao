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DOCE NOME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doce nome de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belo é a Ti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Co'a alma cheia proclamar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nome bom de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ó meu doce Rei!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verdadeiro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sempre louvarei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coração, Teu nome.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Adoro o nome de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me falta Seu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põe, à parte, minha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nome bom de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ó meu doce Rei!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verdadeiro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sempre louvarei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coração, Teu nome.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puro o nome de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meu pesar pôde tirar.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grata paz também me dá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nome bom de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ó meu doce Rei!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verdadeiro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sempre louvarei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coração, Teu nome.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doce nome de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salva está,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nEle tu te salvarás;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nome bom de Jesus.	 							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ó meu doce Rei!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verdadeiro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sempre louvarei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coração, Teu nome.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