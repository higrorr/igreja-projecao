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311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JESUS, MEU SALVADOR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salvou-me do mundo,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é tão doce p’ra mim;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Amor, Lhe tenho, profundo,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Sua graça sem fim;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ia eu no deserto,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gozo, paz e sem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buscou-me, por certo,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que achou-me Jesus!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és meu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Teu serei, Senhor.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senda mui verdadeira,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Guia-me Tua mão,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findar minha carreira,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Receberei galardão.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de Saron é a rosa,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Lírio suave é p’ra mim;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é a rocha preciosa,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há gozo sem fim;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da manhã a estrela,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noite escura e sem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doçura em vê-la,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ela é meu Jesus!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és meu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Teu serei, Senhor.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senda mui verdadeira,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Guia-me Tua mão,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findar minha carreira,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Receberei galardão.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manjedoura nascendo,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mundo, só batalhou;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meu lugar padecendo,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Sangue por mim derramou,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Ressurgiu da sepultura,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Subindo à destra de Deus;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virá das alturas,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Descendo em nuvens dos céus.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és meu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Teu serei, Senhor.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senda mui verdadeira,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Guia-me Tua mão,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findar minha carreira,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Receberei galardão.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