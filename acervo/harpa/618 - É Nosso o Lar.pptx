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618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É Nosso o 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nosso lar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não entra o mal,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Morada, junto ao santo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 divinal.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mão do amante Pai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conduz-nos para o lar: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lar que sempre foi de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lugar.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de Jesus já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no-lo assegurou;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morte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título firmou.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bom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penhor da redenção.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o céu nos leva com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 satisfação.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Consolador sem par aqui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pra nós,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ouvirmos nesse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lar de Cristo a terna voz.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Eternamente, então,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folgando no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lar faremos, em canção,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soar o seu louvor.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