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PALAVRA DE DEUS UM TESOURO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de Deus é para mim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tesouro sem igual em valor!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do amor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amor que não tem fim;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precioso do que ouro é este amor!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de Deus é doce,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que o mel,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 toma pela fé há de ser fiel,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nos concedeu o Emanuel,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Rocha viva donde mana leite e mel.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Luz que guia pela senda da paz,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alumia os que em trevas estão;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Lâmpada que nos faz ver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ardis de Satanás,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brilha mesmo na escuridão.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de Deus é doce,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que o mel,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 toma pela fé há de ser fiel,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nos concedeu o Emanuel,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Rocha viva donde mana leite e mel.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um farol que sempre resplandeceu,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mostra o porto da salvação;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na arca já entrou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mundo se esqueceu,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Chegará por certo à eternal mansão.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E.C.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de Deus é doce,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que o mel,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 toma pela fé há de ser fiel,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nos concedeu o Emanuel,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Rocha viva donde mana leite e mel.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