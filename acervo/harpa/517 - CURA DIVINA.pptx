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517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CURA DIVINA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Jesus hoje vai te curar,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podes crer, se podes crer.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tem virtude e graça sem par,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curar teu ser!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Vem, para te curar,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Crê, crê, que hás de ver;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Cura divina se manifestar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fraco ser!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Crendo em Cristo irás receber. Cura do céu, cura do céu;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tem ‘inda o mesmo poder, O poder de Deus!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Vem, para te curar,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Crê, crê, que hás de ver;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Cura divina se manifestar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fraco ser!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 poderoso é Cristo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te curar, pra te curar.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doenças cravou sobre a cruz, Para te sarar!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Vem, para te curar,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Crê, crê, que hás de ver;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Cura divina se manifestar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fraco ser!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“Não te hei dito: Se creres em Mim, Que hás de ver, que hás de ver;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Cura divina manando enfim,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puderes crer!”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Vem, para te curar,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Crê, crê, que hás de ver;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Cura divina se manifestar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fraco ser!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