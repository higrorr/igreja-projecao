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396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ALEM DO NOSSO ENTENDIMENTO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Muito além do nosso entendimento,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Alto mais que todo o pensamento,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Glorioso em seu sublime intento,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amor de Deus, sem par.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Grande amor! Amor de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 a terra e enche os céus!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Grande amor! Amor que abrange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todo o mundo e atinge a mim!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um sacrifício infinito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Dum valor imenso, inaudito;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Dando-nos o Filho Seu bendito;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Calculai o amor de Deus!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Grande amor! Amor de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 a terra e enche os céus!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Grande amor! Amor que abrange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todo o mundo e atinge a mim!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Grande, foi mui grande o meu pecado;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Triste, perigoso o meu estado;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amor que nunca foi sondado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salvou - o amor de Deus!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Grande amor! Amor de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 a terra e enche os céus!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Grande amor! Amor que abrange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todo o mundo e atinge a mim!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quem perdoou os pecadores,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Rogos atendeu de malfeitores,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sarou os pobres sofredores,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Esse imenso amor de Deus! E.W.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Grande amor! Amor de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 a terra e enche os céus!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Grande amor! Amor que abrange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todo o mundo e atinge a mim!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