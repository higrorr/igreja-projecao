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531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Nome Precioso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 tu contigo o nome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nome dá conforto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Hoje, sempre e onde for.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Nome bom! - doce à fé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esperança do porvir!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Nome bom! - doce à fé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esperança do porvir!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nome leva sempre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bem te defender: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a arma ao teu alcance,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mal te aparecer.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Nome bom! - doce à fé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esperança do porvir!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Nome bom! - doce à fé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esperança do porvir!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nome precioso!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traz ao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por Jesus aceito,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terás o seu perdão.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Nome bom! - doce à fé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esperança do porvir!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Nome bom! - doce à fé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esperança do porvir!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Santo nome! adorável!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Jesus, o amado teu: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"Rei dos reis”, "Senhor eterno”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 aclamarás no Céu.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Nome bom! - doce à fé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esperança do porvir!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Nome bom! - doce à fé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esperança do porvir!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