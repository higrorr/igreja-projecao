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Fervente 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fervente oração, vem o teu coração_x000D_Na presença de Deus derramar!_x000D_Mas só podes fruir o que estás a pedir,_x000D_Quando tudo deixares no altar.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tudo perante o Senhor estiver,_x000D_E todo o teu ser Ele controlar,_x000D_Só, então, hás de ver _x000D_Que o Senhor tem poder,_x000D_Quando tudo deixares no Altar.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Maravilhas de amor te fará o Senhor,_x000D_Atendendo à oração que aceitar._x000D_Seu imenso poder, te vira socorrer,_x000D_Quando tudo deixares no Altar.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tudo perante o Senhor estiver,_x000D_E todo o teu ser Ele controlar,_x000D_Só, então, hás de ver _x000D_Que o Senhor tem poder,_x000D_Quando tudo deixares no Altar.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orares, porem, sem o teu coração_x000D_Ter a paz que o Senhor pode dar,_x000D_Foi por Deus não sentir _x000D_Que tua alma se abriu,_x000D_Tudo, tudo, deixando no Altar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tudo perante o Senhor estiver,_x000D_E todo o teu ser Ele controlar,_x000D_Só, então, hás de ver _x000D_Que o Senhor tem poder,_x000D_Quando tudo deixares no Altar.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