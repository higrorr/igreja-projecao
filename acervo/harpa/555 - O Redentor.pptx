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6000">
                <a:solidFill>
                  <a:srgbClr val="FFFFFF"/>
                </a:solidFill>
                <a:latin typeface="Arial"/>
              </a:rPr>
              <a:t>Harpa 555</a:t>
            </a:r>
          </a:p>
          <a:p>
            <a:pPr algn="ctr"/>
            <a:r>
              <a:rPr sz="6000">
                <a:solidFill>
                  <a:srgbClr val="FFFFFF"/>
                </a:solidFill>
                <a:latin typeface="Arial"/>
              </a:rPr>
              <a:t>O Redentor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>
                <a:solidFill>
                  <a:srgbClr val="FFFFFF"/>
                </a:solidFill>
                <a:latin typeface="Arial"/>
              </a:rPr>
              <a:t>Harpa 555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Sei que vive o Redentor, 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Sei que há vida em seu favor. 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Ele aqui na cruz morreu: 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Reina em glória lá no Céu.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>
                <a:solidFill>
                  <a:srgbClr val="FFFFFF"/>
                </a:solidFill>
                <a:latin typeface="Arial"/>
              </a:rPr>
              <a:t>Harpa 555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Vive para interceder 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nas lutas me valer, 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Vive pra me sustentar, 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do mal me resguardar.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>
                <a:solidFill>
                  <a:srgbClr val="FFFFFF"/>
                </a:solidFill>
                <a:latin typeface="Arial"/>
              </a:rPr>
              <a:t>Harpa 555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Deus me livra do temor, 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Minorando a minha dor. 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A tristeza me desfaz, 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Dá-me gozo, vida e paz.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>
                <a:solidFill>
                  <a:srgbClr val="FFFFFF"/>
                </a:solidFill>
                <a:latin typeface="Arial"/>
              </a:rPr>
              <a:t>Harpa 555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Vive! Hosanas eu lhe dou! 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Vive! reina! e salvo eu sou! 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Vivo nele, o Redentor, 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Sempre firme em seu amor!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