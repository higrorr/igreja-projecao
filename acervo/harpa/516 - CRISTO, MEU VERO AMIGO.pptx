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CRISTO, MEU VERO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eu não conhecia a Jesus o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vivia em pecados e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achei que minhas culpas, sobre Si Jesus levou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gozo nunca mais aqui cessou.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Cristo meu vero amigo, Que minhas culpas perdoou. É Jesus Cristo meu vero amigo, Pois a minh’alma libertou.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Antes, eu não conhecia essa purificação E o poder que desejava o coração. Mas vigor das promessas a minh’a!ma transformou E Jesus á fonte viva me levou.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Pronto estou pra ir com Cristo a mensagem proclamar, Pelas vinhas onde vou a trabalhar; Bem eu sei que é poderoso; Sua graça me dará; E vitória plena me concederá.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