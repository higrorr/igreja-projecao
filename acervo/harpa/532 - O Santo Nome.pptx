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532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Santo Nome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nome santo,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Nome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Doce melodia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meu coração produz.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