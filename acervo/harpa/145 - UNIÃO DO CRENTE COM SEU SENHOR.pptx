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UNIÃO DO CRENTE COM SEU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 ama, ó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desfalece sedenta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meu consolo na aflição,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luz perfeita na escuridão;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verdadeiro pão.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ama-Te, Senhor, De Ti só recebe vida e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 ama, á Senhor! Almeja sempre andar no Teu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vives já no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guias-me pela Tua mão;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 minha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ama-Te, Senhor, De Ti só recebe vida e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 ama, á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face procura com fervor; Desejo ter a celeste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santo, que satifaz,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salvação veraz.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ama-Te, Senhor, De Ti só recebe vida e amor!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 ama, á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sofreste incomparável 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quero, aqui louvar;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preceitos e leis honrar,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em Ti pensar.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ama-Te, Senhor, De Ti só recebe vida 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