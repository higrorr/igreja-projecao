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NÓS VOGAMOS NESTA NAU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vogamos, o mar vencemos,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nau que nos conduz,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naufrágio não tememos,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ao leme vai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amigo, pois te amamos,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que nós já vamos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nossa feliz morada,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 hora de partir;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mesmo se faz chamada;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“Quem com Cristo quer seguir?”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amigo, pois te amamos,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que nós já vamos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findar da travessia,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vamos ancorar;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presteza, com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havemos de saltar.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amigo, pois te amamos,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que nós já vamos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 nós, vemos a cidade,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porto se abrirá.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cheio de bondade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chegados sorrirá.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amigo, pois te amamos,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que nós já vamos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tormenta não olhamos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rumamos para o céu.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