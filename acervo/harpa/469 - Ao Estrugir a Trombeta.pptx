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Estrugir a Trombeta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angelical trombeta _x000D_Neste mundo estrugir,_x000D_O meu nome ouvirei Jesus chamar;_x000D_Pois eu creio na promessa _x000D_E que Deus a vai cumprir,_x000D_Quando ouvir Jesus _x000D_Meu nome proclamar!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Aleluia!_x000D_O meu nome ouvirei Jesus chamar;_x000D_Glória! Glória! Aleluia!_x000D_Eu espero ouvir Jesus a me chamar;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céu for enrolado _x000D_E o sol não der mais luz,_x000D_O meu nome ouvirei Jesus chamar;_x000D_Passarão a terra, o mar, _x000D_Mas permanecerá Jesus,_x000D_Que meu nome _x000D_Vai na glória pronunciar.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Aleluia!_x000D_O meu nome ouvirei Jesus chamar;_x000D_Glória! Glória! Aleluia!_x000D_Eu espero ouvir Jesus a me chamar;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música suave _x000D_Há de ser pra mim ouvir_x000D_O meu nome Jesus cristo anunciar,_x000D_Oh! Que goze vai minha alma _x000D_Lá nos altos céus fluir_x000D_Quando o cristo _x000D_O meu nome proclamar!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Aleluia!_x000D_O meu nome ouvirei Jesus chamar;_x000D_Glória! Glória! Aleluia!_x000D_Eu espero ouvir Jesus a me chamar;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