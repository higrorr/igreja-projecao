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Tríplice Amém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Amém, Amém, Amém!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