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BENDIREI A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meu Guie sábio,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Louvarei, louvarei;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Bendirei, com alma e lábios,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Bendirei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Louvo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salvação na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 a quem me conduz!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meu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a quem me ampara,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Louvarei, louvarei;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dEle me separa;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Bendirei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Louvo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salvação na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 a quem me conduz!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meu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leva os meus cuidados, Louvarei, louvarei;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sustenta os pés cansados,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Bendirei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Louvo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salvação na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 a quem me conduz!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meu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dá-me aqui vitória,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Louvarei, louvarei;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Dar-me-à coroa e glória;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Bendirei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Louvo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salvação na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 a quem me conduz!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meu Jesus!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sublime Rei glorioso,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Louvarei, louvarei;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celeste coro e gozo.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Bendirei Jesus.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Louvo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Deu-me salvação na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 a quem me conduz!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meu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