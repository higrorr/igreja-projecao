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Rende o Coração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Rende o coração agora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está á tua espera, com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 entrega a Cristo goza paz 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Vem ao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