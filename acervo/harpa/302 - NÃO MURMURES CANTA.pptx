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302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NÃO MURMURES: CANTA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mundo murmura-se tanto,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os que cristãos dizem ser;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vez de louvores há pranto,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Fraqueza em lugar de poder.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Murmuram - assim no deserto,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Mara, Israel murmurou;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Não vêem que Deus está perto;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Seu auxílio negou.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vez de murmurares, canta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hino de louvor a Deus;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quer te dar vida santa,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noiva levar-te p'ra os céus.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vives, irmão, murmurando,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Tal como um escravo do mal;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Deus a tua fé `stá provando,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não tens razão para tal.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castiga aquele a quem 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ti, também não se esqueceu;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pai amoroso te chama,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cuida, sim, do que é Seu.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mesmo se as ondas rugirem,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revolto e bravio mar,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céus poderás ver se abrirem,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um hino tua alma cantar,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temas ciladas, nem morte,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cima tu deves olhar;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0 leme segura bem forte,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do céu a luz raiar.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um hino cantar tu puderes,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horas de grande aflição,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voarás, se quiseres,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a celeste mansão;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asas da águia levado,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perto do mar de cristal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fim então libertado,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terra, chegar, celestial.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E.K. e E.C.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