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151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FALA, JESUS QUERIDO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Fala, Jesus querido;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Fala-me, hoje sim!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com Tua bondade;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Fica ao pé de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aberto `stá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Tua voz ouvir;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Enche-me de louvores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gozo p'ra Te servir.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Fala-me suavemente!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Fala, com muito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Vencedor para sempre,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te hei de por,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Fala-me cada dia, sempre em terno tom;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Ouvir Tua voz eu quero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neste mesmo som.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teus filhos fala,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no caminho bom,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bondade os guia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pedir o santo dom;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Quererão consagrar-se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suas vidas dar.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Obedecendo a Cristo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fervor O amar.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Fala-me suavemente!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Fala, com muito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Vencedor para sempre,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te hei de por,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Fala-me cada dia, sempre em terno tom;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Ouvir Tua voz eu quero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neste mesmo som.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no tempo antigo,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revelaste a lei,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Mostra-me Tua vontade,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à Tua santa grei;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Deixa-me gloriar-Te,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 Ti louvar,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Cantar alegremente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Te honrar.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Fala-me suavemente!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Fala, com muito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Vencedor para sempre,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te hei de por,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Fala-me cada dia, sempre em terno tom;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Ouvir Tua voz eu quero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neste mesmo som.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