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Finda-se Minha Prisão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Lá, eu verei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Coros de anjos quero ouvir;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também hei de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 Jesus me quis remir.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