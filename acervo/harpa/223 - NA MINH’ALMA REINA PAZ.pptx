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MINH’ALMA REINA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escuridão, sem Jesus, me vi,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mil penas e grande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chamou: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"Vem, sim, vem 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ser teu Salvador".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 ‘alma reina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vim a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sempre paz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avistei de Deus,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mui veraz.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grandes ondas da perdição,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cercado no alto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ter um piloto no furacão,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pudesse me guiar.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 ‘alma reina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vim a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sempre paz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avistei de Deus,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mui veraz.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te encontrares a pelejar,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auxilio ter eficaz,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ao Salvador, clama sem tardar, Sua graça é mui veraz.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 ‘alma reina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vim a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sempre paz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avistei de Deus,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mui veraz.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