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Pura, Sim, Mais Pura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Pura, sim, mais pura quero a mente ter! Gozo, sim, mais gozo possa eu conhecer!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 Bendito, ouve esta oração, Pois a ti pertence o meu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Calmo, sim, mais calmo sempre quero estar.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sim, mais firme possa eu sempre andar!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me esmoreça este coração, Pois em Cristo tenho toda a perfeição.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Alto, sim, mais alto que as estrelas vou. Perto, sim, mais perto de Jesus estou. Cristo é meu modelo, sempre o seguirei: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anelo nele encontrarei.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seja louvado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