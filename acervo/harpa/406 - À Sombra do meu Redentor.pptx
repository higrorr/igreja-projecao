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À Sombra do meu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Preciso sempre encostar-me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pés do meu bom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Presto virá pra levar-me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céus, minha pátria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sempre lançar-me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braços do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vou também abrigar-me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sublime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Preciso sempre deter-me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sombra do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só defender-me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alçar a bandeira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sempre lançar-me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braços do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vou também abrigar-me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sublime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Preciso sempre chegar-me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Contrito aos pés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poder consolar-me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abundante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sempre lançar-me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braços do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 vou também abrigar-me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sublime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