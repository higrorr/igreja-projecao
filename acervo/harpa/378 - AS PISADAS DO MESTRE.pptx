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378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AS PISADAS DO MESTRE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seguir as pisadas do Mestre,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ir após o meu Rei e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no Seu poder me adestre,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vou orando ao meu Redentor.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doce é seguir as pisadas do Mestre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bendita luz, perto de Jesus!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doce é seguir as pisadas do Mestre,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levar a cruz!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Ando mais perto de Um que me guia,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maligno me vem enganar;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sustenta na grande porfia,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Devo por isso, o Seu nome exaltar!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Sigo Seus passsos de terno carinho,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Misericórdia, amor e mansidão;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ave que vai em busca do ninho,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me dirijo à santa Sião.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seguir as pisadas de Cristo,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acima desejo galgar.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Sião, que por fé eu avisto,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Onde p'ra sempre eu vou descansar.	P.L.M.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