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596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Gratidão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 agradeço, Jesus, meu Senhor, As tuas bênçãos a flux.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me enlevo por teu grande amor Manifestado na cruz!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lado estou das riquezas dos céus, Fluídas de tuas mãos.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cantar mil cantares!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Oferta profunda do meu coração!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Louvemos, pois, o nosso Rei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amor morreu na dura cruz!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Ele nos dá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satisfaz: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Louvemos, pois, o nosso Rei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bondade é sublime e real,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Eternamente pra mim.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agora o meu voto leal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tua graça sem fim!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nos provês da fartura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tuas divinas mãos.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isto canto mil cantos,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jorram de dentro do meu coração!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Louvemos, pois, o nosso Rei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amor morreu na dura cruz!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Ele nos dá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satisfaz: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Louvemos, pois, o nosso Rei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amoroso és, Cristo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Calvário de 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abriu-se a fonte da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sara o sofredor.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gratidão, quero sempre cantar Louvores de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cantar mil cantares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gozo imenso do meu coração!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Louvemos, pois, o nosso Rei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amor morreu na dura cruz!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Ele nos dá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graça satisfaz: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Louvemos, pois, o nosso Rei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