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79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SUA GRAÇA ME BASTA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me sinto fraco,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tenho mais vigor,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vendo mais o brilho do sol,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clara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está comigo, é meu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jamais me deixa,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sempre me conduz.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me basta a mim, 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me basta a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vida d'aquém, no céu também, Sua graça me basta a 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tempestade vem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mim feroz,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trevas navegando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minha embarcação,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me anima,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Ouço a Sua voz;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"Eis que estou contigo,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temer, então?"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me basta a mim, 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me basta a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vida d'aquém, no céu também, Sua graça me basta a mim.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m'atingem os dardos do inimigo audaz,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busca com astúcia a vida me tirar,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clamo, então, 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Salvador veraz,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me dá vitória,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nEle eu confiar.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G.V.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me basta a mim, 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me basta a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vida d'aquém, no céu também, Sua graça me basta a mim.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