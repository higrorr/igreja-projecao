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Campeões da Luz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Soldados somos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campeões do bem, da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exércitos de Deus,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Batalhamos pelos céus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Cantando vamos combater;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vil pecado e seu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batalha ganha está;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Deus nos dá.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vamos terminar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batalha aqui,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 sempre descansar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ali;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são fiéis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bom capitão,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receber lauréis,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galardão.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Levai o escudo, sim, da fé,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peleja dura 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promessas temos nós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jamais estarmos sós.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flechas do mal não temer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combater até vencer;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Olham os campeões p’ros céus,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vem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vamos terminar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batalha aqui,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 sempre descansar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ali;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são fiéis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bom capitão,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receber lauréis,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galardão.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cansado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encontrar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forças para pelejar,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quer te ajudar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alcançar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vencendo avançai,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hinos a Jesus cantai,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salvação falai;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almas ao senhor levai.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vamos terminar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batalha aqui,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 sempre descansar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ali;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são fiéis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bom capitão,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receber lauréis,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galardão.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