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111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QUE MUDANÇA!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mudança em mim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o meu bom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Vindo Ele ao meu coração,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Deu-me paz divinal,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Deu-me gozo e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Entrando no meu coração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Entrando no meu coração!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Entrando no meu coração!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mudança em mim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o meu bom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Vindo Ele ao meu coração.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andava perdido Jesus me salvou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Entrando no meu coração.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Meus pecados sem conta,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sangue lavou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Vindo Ele ao meu coração!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Entrando no meu coração!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Entrando no meu coração!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mudança em mim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o meu bom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Vindo Ele ao meu coração.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agora, do céu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certeza me deu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Entrando no meu coração.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Espírito, o selo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penhor concedeu,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Vindo Ele ao meu coração.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Entrando no meu coração!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Entrando no meu coração!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mudança em mim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o meu bom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Vindo Ele ao meu coração.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vale da morte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temo passar!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Ele no meu coração;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cidade celeste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vai transportar,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guarda do meu coração.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Entrando no meu coração!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Entrando no meu coração!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mudança em mim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o meu bom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Vindo Ele ao meu coração.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