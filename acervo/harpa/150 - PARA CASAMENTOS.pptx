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150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PARA CASAMENTOS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Cheios de contentamento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Estamos, Senhor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o casamento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Teu bom mandado.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noivos dá proteção, Concedendo o Teu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eles em união,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Viverem p’ra Teu louvor.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viverem guardados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santa doutrina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só andarem guiados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Tua mão divina.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noivos dá proteção, Concedendo o Teu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eles em união,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Viverem p’ra Teu louvor.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Confirma esta aliança,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Te pedimos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Enchendo-os da esperança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Tua santa vinda.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noivos dá proteção, Concedendo o Teu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eles em união,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Viverem p’ra Teu louvor.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