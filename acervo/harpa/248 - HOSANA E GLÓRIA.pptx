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HOSANA E GLÓRIA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perto de Betfagé, o Mestre ordenou: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"O ide à aldeia, que avistando estou,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Trazei-Me um jumentinho, no qual ninguém montou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 aos que perguntem: "Jesus requisitou".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Hosana e glória davam ao Senhor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que vem trazendo amor, poder 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vem concedendo eficaz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 louvam de todo o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Trouxeram o jumentinho, no qual Jesus montou,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ramos o caminho o povo enfeitou;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 de Sião é filha, ó logo lhe dizei: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 mas exulta, aí vem o Rei".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Hosana e glória davam ao Senhor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que vem trazendo amor, poder 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vem concedendo eficaz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 louvam de todo o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monte das Oliveiras, ouviu-se um clamor: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"Bendito o Rei que é vindo em nome do Senhor";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diz aos que o mandam calar a multidão: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"Se estes se calarem, as pedras clamarão". 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Hosana e glória davam ao Senhor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que vem trazendo amor, poder 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vem concedendo eficaz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 louvam de todo o coração.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