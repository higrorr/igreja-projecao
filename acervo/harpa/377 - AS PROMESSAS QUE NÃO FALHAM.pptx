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AS PROMESSAS QUE NÃO FALHAM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Deus as santas promessas,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se cumprirão.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que a Deus sempre peças,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Crendo de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 céus ardendo,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`stão tremendo,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nas promessas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sempre as vai cumprir!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Contando Abraão as estrelas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vastidão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Vendo-as brilhantes, tão belas!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Creu inda mais em Deus!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 céus ardendo,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`stão tremendo,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nas promessas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sempre as vai cumprir!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tens em ti amargura,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Firma-te, sim, em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Breve, a noite escura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 findar p'ros Seus.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 céus ardendo,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`stão tremendo,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nas promessas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sempre as vai cumprir!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fores tu perseguido,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Deus te livrará;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de Deus, o Ungido,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combaterá.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 céus ardendo,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`stão tremendo,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nas promessas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sempre as vai cumprir!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os teus se tornam inimigos,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Querem te abandonar,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o melhor dos amigos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ao teu lado estar.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 céus ardendo,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`stão tremendo,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nas promessas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sempre as vai cumprir!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Crê, pois a fé alivia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sofrimento e 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nas promessas confia,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dará louvor!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P.L.M.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 céus ardendo,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`stão tremendo,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nas promessas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sempre as vai cumprir!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