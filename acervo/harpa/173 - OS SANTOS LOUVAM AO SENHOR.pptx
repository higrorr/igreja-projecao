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173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OS SANTOS LOUVAM AO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Pronto 'stamos p’ra louvar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Salvador, Glória a Jesus e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havemos de cantar ao nosso Redentor, Glória a Jesus e aleluia!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Têm os santos do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direito de cantar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Jesus, com grande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Veio à terra p ‘ra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alma resgatou,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sangue nos lavou;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 e aleluia!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certeza temos já da nossa redenção, Glória a Jesus e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cantando, vamos indo p’ra feliz Sião; Glória a Jesus e aleluia!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Têm os santos do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direito de cantar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Jesus, com grande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Veio à terra p ‘ra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alma resgatou,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sangue nos lavou;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 e aleluia!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Temos firmes as promessas que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nos quis 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 e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Jesus, aqui,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Podemos sempre triunfar,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 e aleluia!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Têm os santos do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poder de exaltar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veio resgatar;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vivemos pela fé,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palácio do que “É”;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Jesus. aleluia!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