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428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Estrela da alva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Mostra-Te, estrela da manhã,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bondoso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Tua luz, a vida é vã,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Tua luz não temos vigor!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Tua luz não temos vigor!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estrela da alva, estrela que salva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perdida alma que vaga sem ter direção!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é, do fiel,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estrela de fulgor,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o bom Emanuel,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 manhã nos enche de amor, Que de manhã nos enche de amor.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estrela da alva, estrela que salva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perdida alma que vaga sem ter direção!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Bendita estrela dos hebreus,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 mundo iluminou.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 mandou os raios Seus,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Raios d’amor, que já nos salvou,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Raios d’amor, que já nos salvou.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estrela da alva, estrela que salva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perdida alma que vaga sem ter direção!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