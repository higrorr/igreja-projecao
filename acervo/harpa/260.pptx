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avante, avante com nosso Capitão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Seremos triunfantes, não lutareis em vão!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Vitória esperamos, vitória Deus dará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firmes pelejarmos, sim, contra Goliá.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avante,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dissipai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Supremo Capitão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Avante! Vitória alcançai!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Lugares deleitosos, a sorte nos tocou;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jugos tão penosos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nos libertou;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Herança foi-nos dada, herança de valor;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é conservada por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avante,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dissipai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Supremo Capitão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Avante! Vitória alcançai!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nosso Comandante, avante, pelejai!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Alegres, exultantes, por Cristo, avançai!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temos a Espada, não temos que temer!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Bíblia Sagrada p´ra todo mal vencer.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	J.A.S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avante,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dissipai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Supremo Capitão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Avante! Vitória alcançai!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