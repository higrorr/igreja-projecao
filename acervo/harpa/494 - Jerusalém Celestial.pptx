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Jerusalém Celestial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 celestial, Mansão de paz tão divinal! De jaspe tem muro em redor; Onde é a luz, o meu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mansão de luz, Jerusalém de meu Jesus! Cidade que p’ra nós fez Deus; Eterna glória para os filhos seus.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Um rio tem. e qual cristal, Cuja água faz ser imortal; As árvores lá mui belas são, E pra curar oh! servirão.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Ali não há mais pranto e dor; A maldição não tem vigor; A noite foi e não vem mais; O sol raiou, passaram os "ais".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Ali verei o meu Senhor, Contemplarei seu resplendor, E cantarei o seu louvor Em gratidão e com fervor.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