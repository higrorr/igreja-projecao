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GOZO DE ESTAR PREPARADO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Noivo estamos prontos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encontrar,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do céu virá.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nossas luzes vamos esperar,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não tardará!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preparado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servos do Senhor Jesus; Breve Cristo do céu voltará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gloriosa luz!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Coroa nós teremos lá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em nós viver;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breve Ele vem rompendo o véu,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 vem desfazer!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preparado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servos do Senhor Jesus; Breve Cristo do céu voltará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gloriosa luz!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em Sião nós vamos encontrar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nosso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 eterna vamos desfrutar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divinal amor!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preparado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servos do Senhor Jesus; Breve Cristo do céu voltará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gloriosa luz!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