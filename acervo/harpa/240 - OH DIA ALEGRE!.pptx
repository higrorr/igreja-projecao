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 DIA ALEGRE!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pode hoje 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alegre! Irei amigos 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 terá o seu fim.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do céu descer!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alegre, da vinda de Jesus! Jesus vem buscar-me para os céus; Ele vem breve para os Seus;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alegre! Da vinda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hoje for pra meu lar, Oh dia alegre! Parece-me ouvir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salvos cantando: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“Vem!’ Quem dera pra o céu partir!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alegre, da vinda de Jesus! Jesus vem buscar-me para os céus; Ele vem breve para os Seus;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alegre! Da vinda de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ansioso estar? Oh dia alegreI Há luz na margem além;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Temporal nunca haverá;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breve Cristo vem!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alegre, da vinda de Jesus! Jesus vem buscar-me para os céus; Ele vem breve para os Seus;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alegre! Da vinda de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Fiel a Jesus estou, Oh dia alegre!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estou pra dizer: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"Cristo é tudo p’ra mim”;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virá com poder!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alegre, da vinda de Jesus! Jesus vem buscar-me para os céus; Ele vem breve para os Seus;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dia alegre! Da vinda de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