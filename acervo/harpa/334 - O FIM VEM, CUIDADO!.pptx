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FIM VEM, CUIDADO!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fim de todas coisas vem, _x000D_não tarda, cuidado! _x000D_Não queiras hoje recusar _x000D_a graça do Salvador;_x000D_Procura bem depressa, _x000D_ficar abrigado,_x000D_No sangue do Cordeiro, _x000D_no sangue remidor.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sangue precioso,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de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sangue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vertido foi, na cruz!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fundamento do cristão _x000D_é a rocha eleita, _x000D_Por isso pode resistir _x000D_os ventos da tentação. _x000D_A todo o que sincero, _x000D_a Cristo aceita, _x000D_O sangue do Cordeiro _x000D_garante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sangue precioso,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de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sangue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vertido foi, na cruz!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pois ouvir,_x000D_há de viver com Cristo na glória,_x000D_Quem não ouvir há de morrer, _x000D_tormentos padecerá,_x000D_Pois quem deseja _x000D_sobre o mal a vitória,_x000D_No sangue do cordeiro _x000D_poder encontrará.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sangue precioso,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de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sangue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vertido foi, na cruz!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