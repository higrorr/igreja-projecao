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NAVEGANDO P'RA TERRA CELESTE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terra celeste meu barco andará,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Ali, onde os santos já estão;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Findando a noite, manhã romperá; Então, os remidos entrarão.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vou pelas terras, pelos mares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Alerta, Jesus me guiará;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prometeu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deixar-me no mundo, porém,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levar-me ao porto, co'alegria sem fim.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jubiloso esse dia p'ra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eu chegar ao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paz e descanso, com Deus, lá sem fim! Saúdo-Te já, ó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vou pelas terras, pelos mares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Alerta, Jesus me guiará;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prometeu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deixar-me no mundo, porém,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levar-me ao porto, co'alegria sem fim.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que jazes no vil tentador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quero jamais em ti morar,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festa celeste eu vou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Louvores a Cristo irei cantar!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vou pelas terras, pelos mares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Alerta, Jesus me guiará;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prometeu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deixar-me no mundo, porém,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levar-me ao porto, co'alegria sem fim.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Amigos, lembrai-vos que o naufragar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fácil p'ra qualquer um de vós;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Convite, p'ras bodas,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vos quer 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Lugar há bastante para nós.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                         J.Car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vou pelas terras, pelos mares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Alerta, Jesus me guiará;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prometeu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deixar-me no mundo, porém,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levar-me ao porto, co'alegria sem fim.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