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 Bênção!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a lua brilhando no espaço!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as ondas que rolam no 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as flores brotando nos campos!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maior bênção eu vou te contar: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salvou, dos pecados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bênção, Jesus! que bênção,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salvou, dos pecados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bênção, Jesus! que bênção,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as aves que cantam e encantam!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crianças em simples brincar! Que bênção: rebanhos pastando entre os rios!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maior bênção eu vou te contar: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salvou, dos pecados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bênção, Jesus! que bênção,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salvou, dos pecados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bênção, Jesus! que bênção,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amigos que a mim procuram!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a Pátria, a qual posso amar!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bênção: família, saúde, fartura!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maior bênção eu vou te contar: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salvou, dos pecados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bênção, Jesus! que bênção,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salvou, dos pecados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bênção, Jesus! que bênção,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