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Sê Tu Meu Guia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ó Cristo: estou medroso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andar sozinho pela solidão!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e o ermo pavoroso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será lugar de escuridão!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leva-me a teu lado, Pois, junto a ti desejo estar, Senhor! Pois por teu braço, estando assim firmado,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hei de tropeçar nem ter temor.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em tempo radiante, Ou na bonança, ou mesmo em temporal!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que eu prossiga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 afastar do rumo divina!.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meu Guia, até que tenha entrada na casa paternal, no Céu além;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Ali, enfim. minha alma descansada Terá contigo seu eterno bem.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