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PEREGRINO NA TERRA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peregrino na terra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longe estou do meu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Mlnh'alma anelante espera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Cristo a venha buscar;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só há descrença,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lutas não têm 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 Jesus, a presença,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será para mim!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de luz vou descansar,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Jesus hei de morar.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tendo já crido,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pela fé viverei,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Deus me tem prometido,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céu descansarei!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permanente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Guiando-me brandamente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fonte viva 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de luz vou descansar,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Jesus hei de morar.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Embora às vezes o crente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dores sofra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terá permanente,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no céu vir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glória coroado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trono divinal!,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anjos sempre louvado,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coro celestial.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de luz vou descansar,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Jesus hei de morar.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