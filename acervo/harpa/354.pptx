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354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tenho que guardar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Minh´alma imortal.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prepará-la para entrar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reino celestial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isso eu fazer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Deus vem me ajudar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Teu serviço sim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ser Te quero consagrar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filho quero ser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todo coração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pra sempre obter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eterba proteção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Ajuda-me a velar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fé me firmar bem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em Ti posso confiar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descançar também.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