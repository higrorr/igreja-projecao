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Lugar de Bênção e Paz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estou no lugar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sinto comigo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humildes seu sangue assegura perdão: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Espírito os enche de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no lugar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Cristo nos mostra afeição. Descansai! exulta!! confessai-o!  PublIcai que nele há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estar onde há bênção 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riqueza de amor sem igual: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cansado recebe alimento e vigor: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triste há consolo real!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no lugar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Cristo nos mostra afeição. Descansai! exulta!! confessai-o!  PublIcai que nele há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ternura estar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perdão de inefável valor!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somente os fiéis é que podem contar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graça do bom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no lugar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Cristo nos mostra afeição. Descansai! exulta!! confessai-o!  PublIcai que nele há salvação.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louvor sem igual onde há bênção e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os anjos desejam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homens, em coro, a bendita mercê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nos veio salvar!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no lugar onde há bênção 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Cristo nos mostra afeição. Descansai! exulta!! confessai-o!  PublIcai que nele há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