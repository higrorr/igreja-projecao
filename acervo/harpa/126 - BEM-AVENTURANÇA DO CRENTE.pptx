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126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BEM-AVENTURANÇA DO CRENTE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Bem-aventurado o que confia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Senhor, como fez Abraão;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creu, ainda que não via,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assim, a fé não foi em vão.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feliz quem segue, fielmente,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caminhos santos do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tribulação é paciente,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Esperando no seu Salvador.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heróis da Bíblia Sagrada,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fruíram logo seus troféus;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levaram sempre a cruz pesada,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obter poder dos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depois, saíram pelo mundo,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mensageiros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coragem e amor profundo, Proclamando Cristo, o Salvador.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quiser de Deus ter a coroa, Passará por mais tribulação;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Às alturas santas ninguém voa,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as asas da humilhação;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tem dado aos Seus queridos, Parte do Seu glorioso ser;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no coração for mais ferido,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daquela glória há de 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aqui as flores já fenecem,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do céu começam a brilhar;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as esperanças desvanecem,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aflito crente vai orar;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mais belos hinos e poesias,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escritos em tribulação,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céu, as lindas melodias,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ouviram, na escuridão.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confia tu, inteiramente;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imensa graça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de ti longe o desalento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confia no Seu santo amor.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 seja a divisa,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herói e todo o vencedor;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céu mais forte vem a brisa,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 leva ao seio do Senhor.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