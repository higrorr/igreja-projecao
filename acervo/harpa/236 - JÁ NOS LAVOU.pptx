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JÁ NOS LAVOU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o bom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Dura morte já provou,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 todos no madeiro,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Deus Pai nos comprou;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tem lavado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alma imortal,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nos resgatado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poder do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nos lavou, Já nos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libertou, nos libertou,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 do vil tentador.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derramado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entrada se nos dá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lugar santificado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Pai celeste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sangue nos indica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infinito, imenso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pois purifica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pecador!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nos lavou, Já nos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libertou, nos libertou,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 do vil tentador.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Fomos nós predestinados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crermos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Espírito selados,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desfrutar na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 hoje mesmo crerdes,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Deus, feitos vós sereis,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dons Lhe oferecerdes, Sacerdotes, reis.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nos lavou, Já nos lavou,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libertou, nos libertou,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precioso sangue do vil tentador.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