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SÊ VALENTE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batalha contra o mal, sê valente! Segue em marcha triunfal, sê valente! Olha o alvo que é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à vitória te conduz;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não deixes tua cruz, Sê valente!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valente! Pelejando por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valente! Nunca rejeitando a cruz! Firme sempre no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indômito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 do Consolador, Sê valente!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maligno t’enfrentar, sê valente! Lutarás sem recuar, sÊ valente!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aqui, ou onde for,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Escudado no Senhor.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Mostrarás o teu valor; Sê valente!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valente! Pelejando por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valente! Nunca rejeitando a cruz! Firme sempre no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indômito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 do Consolador, Sê valente!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Co'altruísmo, com poder,sê valente! Franco, sem o mal temer, sê valente! Aos caídos em redor.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Manifesta-lhes 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um vencedor; Sê valente!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valente! Pelejando por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valente! Nunca rejeitando a cruz! Firme sempre no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indômito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 do Consolador, Sê valente!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Evangelho a proclamar, sê valente! No Brasil, em terra ou mar, sê valente! Tua vida enobrecer!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com Jesus viver,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ti também vencer; Sê valente!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valente! Pelejando por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valente! Nunca rejeitando a cruz! Firme sempre no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indômito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 do Consolador, Sê valente!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