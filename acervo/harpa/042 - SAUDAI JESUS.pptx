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SAUDAI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Saudai o nome de Jesus! _x000D_Arcanjos, vos prostrai; _x000D_Arcanjos, vos prostrai; _x000D_Ao Filho do eterno Deus, _x000D_Com glória, glória,_x000D_Glória, glória,_x000D_Com glória, coroai!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escolhida geração _x000D_Do bom eterno Pai, _x000D_Do bom eterno Pai;_x000D_Ao grande autor da salvação,_x000D_Com glória, glória, _x000D_Glória, glória,_x000D_Com glória, coroai!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perdoados, cujo amor _x000D_Bem triunfante vai, _x000D_Bem triunfante vai,_x000D_Ao Deus Varão, Conquistador,_x000D_Com glória, glória, _x000D_Glória glária_x000D_Com glória, coroai 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raças, tribos e nações, _x000D_Ao Rei dos reis honrai! _x000D_Ao Rei dos reis honrai!_x000D_A quem quebrou vossos grilhões,_x000D_Com glória, glória,_x000D_Glória, glória,_x000D_Com glória, coroai!	J.H.N.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