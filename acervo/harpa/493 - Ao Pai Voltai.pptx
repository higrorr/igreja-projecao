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Ao Pai Voltai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Pai voltai, vós que chorais, Voltai ao lar paterno; Pois lá Jesus, em santa luz, Vos dá um gozo eterno!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Pai voltai, voltai ao lar eterno; A Deus tomai, ao vosso lar paterno.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2 O Pai está ansioso lá, Pois quer vos ver a salvo; Tereis então a salvação Se Cristo for o alvo!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3 O mal deixai e regressei Pra o lar do Pai glorioso, Então, assim, sereis enfim Pra sempre mui ditoso.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493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4 Não recuseis, mas escolhei A Cristo, o vero trilho; Voltai ao lar, pra lá morar, Com Deus e com Seu Filho.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