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Avançai, Fiéis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Avançai, fiéis soldados,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as hostes infernais;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Ouve-se de guerra, brados,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Homens de Gideão sejais;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mundo, a ilusão,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terror da própria morte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turba 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Deus, o fraco - forte.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do Cordeiro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vamos, sim, triunfar,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ao vencedor vai coroar; Hei de vencer Com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vencer, Pelo Seu poder.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Avançai, fiéis soldados,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seguir o pavilhão;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Ei-lo na frente arvorado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Jesus, nosso Capitão;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Escutemos o clamor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que foram abatidos;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Vamos, logo sem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socorro dos feridos.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do Cordeiro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vamos, sim, triunfar,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ao vencedor vai coroar; Hei de vencer Com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vencer, Pelo Seu poder.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Avançai, fiéis soldados,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fortes, a lutar,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povos escravizados,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avante, a libertar,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 Cristo avançar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vanguarda dos remidos;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Galardão hão de alcançar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forem destemidos!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do Cordeiro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vamos, sim, triunfar,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ao vencedor vai coroar; Hei de vencer Com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verdadeiro,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vencer, Pelo Seu poder.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