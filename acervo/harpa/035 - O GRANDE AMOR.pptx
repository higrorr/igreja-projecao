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GRANDE AMOR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grande amor de mau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mim morrendo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perdição, pra me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poderá contar?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pode o Seu amor contar? Quem pode o Seu amor contar? O grande amor do Salvador, Quem poderá contar?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cálice que Jesus bebeu,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maldição que padeceu,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por mim, p'ra me salvar, Quem poderá contar?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pode o Seu amor contar? Quem pode o Seu amor contar? O grande amor do Salvador, Quem poderá contar?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zombaria tão cruel,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cruz sangrenta, o amargo fel, Que Ele sofreu pra me salvar; Quem poderá contar?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pode o Seu amor contar? Quem pode o Seu amor contar? O grande amor do Salvador, Quem poderá contar?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Incomparável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inefável Teu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impossível de sondar!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Imenso e sem par!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pode o Seu amor contar? Quem pode o Seu amor contar? O grande amor do Salvador, Quem poderá contar?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