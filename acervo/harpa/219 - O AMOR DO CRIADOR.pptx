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AMOR DO CRIADOR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raios do amor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Brilharam na minh’alma,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fim eu vi dos dias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um que me salva;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já do céu a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trevas fui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Cristo me conduz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plagas do deserto!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amor, ó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revelou ali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expirou em meu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salvou: - o meu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Jesus darei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hoje compreendo,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amor do grande Redentor,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me provendo;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dantes desta criação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preparava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mais perfeita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a mim amava!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amor, ó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revelou ali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expirou em meu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salvou: - o meu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precioso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Deus, me revelaste!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amor, celeste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mim Tu derramaste!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medirá o amor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santo, insondável,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enche os mais altos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inesgotável!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amor, ó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revelou ali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expirou em meu lugar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salvou: - o meu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