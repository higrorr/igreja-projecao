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CIDADE DO BOM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diz dos teus encantos,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cidade do bom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soberba te levantas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as glórias desses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mundo preparada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Cristo e para os Seus.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de jaspe adamantino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muros, ó Sião!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douradas essas ruas,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os remidos pisarão!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celeste luz banhadas,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Refulgentes sempre estão!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próprio Deus fundada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rocha secular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seguras tuas portas!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as pode ameaçar?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Igualmente, quão seguro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por ela lá entrar!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felizes são teus filhos,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a face do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a tome sentem,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sentem mais 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anjos desfrutando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Pleno gozo, paz e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trono do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Noite e dia, sem cessar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 o rio de água viva,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todos saciar!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com Cristo, vão teus filhos, Satisfeitos descansar!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por Teu amor infindo,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Sião eu filho for,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Zombe o mundo e escarneça,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importa,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 do Teu gozo eterno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aqui tenho o penhor!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