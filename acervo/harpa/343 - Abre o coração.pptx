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Abre o coração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 que não tens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hoje o bom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sinto bater no meu coração? Jesus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“Abre sem tardar o teu coração”.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almejas salvo ser.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de Deus vem obter,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sinto bater no meu coração? Jesus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“Abre sem tardar o teu coração”.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meiga voz escutas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tua alma salvará,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sinto bater no meu coração? Jesus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“Abre sem tardar o teu coração”.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hoje vem em Cristo crer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amanhã que vai haver?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Abre o coração!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sinto bater no meu coração? Jesus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“Abre sem tardar o teu coração”.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a voz do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depressa, vem pra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sinto bater no meu coração? Jesus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“Abre sem tardar o teu coração”.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