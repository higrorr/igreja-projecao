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Quádruplo Amém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Amém, Amém, Amém,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