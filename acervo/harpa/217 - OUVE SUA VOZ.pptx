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OUVE SUA VOZ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com voz amorosa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Chama-te pra Sua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tua alma ditosa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carregares 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voz a chamar!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quer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com voz amorosa: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“Paz hoje quero te dar”.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voltar não procuras,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mau caminho em que estás?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fim do qual amarguras,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eterna dor sofrerás.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voz a chamar!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quer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com voz amorosa: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“Paz hoje quero te dar”.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 irás encontrar-te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Perante a morte, que atroz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Vai, sem piedade, levar-te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não ouças Sua voz!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voz a chamar!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quer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com voz amorosa: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“Paz hoje quero te dar”.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voz amorosa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persiste. a chamar;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Sua mão poderosa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quer libertar.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voz a chamar!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quer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com voz amorosa: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“Paz hoje quero te dar”.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