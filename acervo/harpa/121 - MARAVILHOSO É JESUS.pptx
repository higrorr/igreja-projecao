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MARAVILHOSO É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minha vida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salvando, me perdoando, Para Sião me conduz.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Maravilhoso, sim, maravilhoso!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pois salvou-me a mim! Maravilhoso e mui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que vive em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podia saber,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o grande prazer,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Dum que perdido, arrependido,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vem receber.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Maravilhoso, sim, maravilhoso!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pois salvou-me a mim! Maravilhoso e mui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que vive em mim.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nas trevas me achou, Eternamente me 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abundante, gozo bastante. Tenho por quem me salvou.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Maravilhoso, sim, maravilhoso!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pois salvou-me a mim! Maravilhoso e mui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que vive em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tudo pra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será para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caminhando,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louvando,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salvou-me a mim!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Maravilhoso, sim, maravilhoso!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pois salvou-me a mim! Maravilhoso e mui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que vive em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